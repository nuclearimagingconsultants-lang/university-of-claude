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Putting knowledge sharing first reframes review from gatekeeping to teaching, which changes how people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ordering is the actionable content — people naturally start at 6 because it is easiest.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outperform assertions because they are often answered — the author knows something you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Code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highest-leverage practice, done badly almost everywhere.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review is actually for, in priority order.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effectively: what to look for and what to ignore.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Give feedback that improves code without damaging people.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Size changes so review is possible.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evidence says about review effectiveness.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review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Finding bugs is on the list and is not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PURPOSES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 order of actual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Knowledge sharing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code known by only one person. Survives departures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Maintainability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second reader proves it is comprehensible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cheapest point to change an approach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Correctness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Found, but tests find more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Consistency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Automate this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do not spend review on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Mentoring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4754879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4791455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 directions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a human is checking formatting, you have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AUTOMATE THE MECHANICAL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Formatting, import order, naming conventions, lint rules, obvious bugs — all machine-checkable.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comment a human writes about these is attention not spent on design, correctness, or clarity — which only a human can assess.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the formatter and the linter in CI and make them blocking.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the argument is settled once, in configuration, rather than per pull request forever.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style debate is not worth having repeatedly. Pick something defensible, automate it, and never discuss it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Reviewing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 order, because order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look at, in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Should this exist?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Does it solve the right problem? Cheapest to catch 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Is the approach right?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Design, boundaries, whether it fits the system.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Is it correct?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Edge cases, error paths, concurrency.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Is it tested?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Do the tests test behaviour (Module 05)?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Is it readable?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Will someone understand this in two years?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6. Mechanical.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machine does this.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Reviewing bottom-up wastes effort on code that should not exist.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Review size determines review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BEST-SUPPORTED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Defect detection falls sharply with change size. Beyond roughly 400 lines, reviewers stop finding problems — the review becomes a skim and an approval.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2,000-line pull request does not get four times the scrutiny of a 500-line one. It gets less in total.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Under 200 lines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where review is genuinely effective.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author's responsibility is to make review possible: split the change, separate refactoring from behaviour (Module 07), and land groundwork separately.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author's obligations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Keep it small.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Several small pull requests beat one large one, every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Separate refactoring from behavioural change.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Mixed diffs are unreviewable.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 the description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what, why, how to verify, what you are unsure about.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Review your own diff first.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will find things, and it is cheaper when you do.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Say where you want scrutiny.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'The locking in handler.rs is the risky part' directs attention usefully.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Self-review before requesting review catches a surprising share of comments.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part that determines whether review is sustainable.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Phrasing that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Instead of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4688" y="1901952"/>
            <a:ext cx="6126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14416" y="19568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'This is wrong.'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2377440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2414016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'What happens if items is empty here?'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'Why would you do it this way?'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2852928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2889504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'Have you considered X? It would avoid Y.'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'Bad naming.'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3328416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3364992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'I read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count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as a total — is it a limit?'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'Needs tests.'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4688" y="3803904"/>
            <a:ext cx="6126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840480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'Could we add a test for the timeout path?'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'nit: spacing'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4279392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4315968"/>
            <a:ext cx="5907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the formatter handles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Ask questions rather than issue verdicts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question invites an explanation. Frequently the answer is good, and you have learned something — the author had context you lacked.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verdict invites defence. Now it is a contest, and the code does not improve.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questions are honest: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reviewer reading a diff genuinely has less context than the author who has been in it for days.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Review the code, never the person.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'This function does X' not 'you did X'. The difference is small in text and large in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levels of comment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Blocking: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correctness, security, data loss, a design problem that will be expensive later. Say so explicitly.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Suggestion: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 improvement the author may take or not. Mark it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nit: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or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optional: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Question: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do not understand something. Often the most valuable — if you cannot follow it, nor will the next reader.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Label them.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 unlabelled suggestion reads as a demand, and authors rewrite things they did not need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Unlabelled comments are the main cause of review friction.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Perfect is not the bar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Google's rule: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approve when the change definitely improves the codebase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even if it is not perfect.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Holding out for perfection blocks progress, exhausts authors, and — crucially — encourages larger changes, since each round trip is expensive.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Approve with comments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non-blocking suggestions. The author decides.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review culture where approval is rare produces fewer, larger, worse-reviewed changes. The incentives have to point the right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actually known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Review finds defects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well supported, though estimates vary widely.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Size dominates everything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strongest and most consistent finding.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Knowledge transfer is real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is probably the larger benefit.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Two reviewers add little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over one in most studies.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Review is not a substitute for testing.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They find different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size finding is the one to act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Review's biggest value is knowledge sharing and maintainability. Finding bugs is real and secondary.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Automate everything mechanical. A human commenting on formatting is attention wasted on something a machine does better.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Review in order: should it exist, is the approach right, is it correct, is it tested, is it readable. Bottom-up wastes effort.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Defect detection collapses above ~400 lines. Keeping changes small is the author's job and the best-supported finding in the field.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Ask questions rather than issue verdicts — the author usually has context you lack, and a question invites explanation.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Approve when the change improves the codebase. A culture of rare approval produces larger, worse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