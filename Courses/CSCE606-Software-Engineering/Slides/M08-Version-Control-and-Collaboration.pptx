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Git confusion dissolves once the object model is clear. It is worth twenty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bisect is the one with the biggest payoff relative to how rarely it is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Emphasise that the test script need not be a real test — any reproducer with an exit code works.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'why' rule is the single highest-value habit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 flow is widely used and widely wrong for teams shipping continuously — its author has said 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606 —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Version Control and Collaboration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tool everyone uses and few understand.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606 · Module 08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Git's object model and why it explains the commands.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rebase, bisect, and reflog with confidence.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Write commit messages that are useful years later.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branching strategies against team size and release cadence.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Recover from the common disasters.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object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object types. Everything else follows.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OBJECTS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Git is a content-addressed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596640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322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BLOB    file contents            -- named by SHA of the contents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TREE    a directory listing      -- names -&gt; blobs and trees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COMMIT  a tree + parent(s) + author + message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TAG     a named pointer to a commit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Everything is identified by the HASH OF ITS CONTENT.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Identical content stored twice is stored once.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 BRANCH is a 40-byte file containing a commit hash.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That is all a branch is. Creating one is free; deleting one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loses nothing but the name.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A COMMIT IS A SNAPSHOT, not a diff. Diffs are computed on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demand by comparing two trees.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63184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snapshot-not-diff fact explains why branching is cheap, why history rewriting works, and why merges compare trees.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Commits are immutable; branches move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KEY CONSEQUENCE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commit's hash covers its content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and its parent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 Change anything and you get a different commit with a different hash.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So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rebase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amend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cherry-pick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do not modify commits — they create new ones and move the branch pointer.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old commits still exist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unreferenced, until garbage collection runs — typically thirty days.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why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git reflog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can recover almost any disaster: the commits are still there, and the reflog records where the branch pointed.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commands that matter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Three that people avoid and should not.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Underused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Command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480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for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bisect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Binary search over 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Finding which commit broke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reflog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Where every branch has pointed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Recovering from anything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rebase -i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Rewrite your own unpushed history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Cleaning up before review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blame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Who last changed each line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480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Finding the context, not the culprit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8" b="0" i="0">
                <a:solidFill>
                  <a:srgbClr val="3C4555"/>
                </a:solidFill>
                <a:latin typeface="Consolas"/>
              </a:rPr>
              <a:t>log -S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Commits that changed a string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480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4261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When was this introduced?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BISECT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Finding the breaking commit in log n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2892552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bash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618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git bisect start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git bisect bad                 # current commit is broken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git bisect good v1.2.0         # this old tag was fine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Git checks out the midpoint. Test it, then say which: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git bisect good    # or: git bisect bad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Repeat. 1000 commits -&gt; 10 steps.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# Or automate it entirely: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git bisect run ./test.sh       # exit 0 = good, non-zero = bad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959096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798290"/>
                </a:solidFill>
                <a:latin typeface="Consolas"/>
              </a:rPr>
              <a:t>bisect run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with a script that reproduces the bug will find the commit unattended. It is the highest-value underused tool in the course.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Commit messages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Written for the person doing archaeology in three years.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MESSAGES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makes a message useful later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BAD:   "fix bug"           -- which bug? what fix?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"updates"           -- conveys nothing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   "address PR review" -- meaningless outside the PR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GOOD: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Reject orders with a delivery date in the past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The order form allowed any date, so backdated orders reached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the warehouse queue and were silently skipped by the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scheduler, which filters on date &gt;= today.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Validate at the API boundary rather than in the UI, since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the mobile client posts directly.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   Fixes #1423.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SUBJECT: what changed, imperative, under ~50 chars.</a:t>
            </a:r>
          </a:p>
          <a:p>
            <a:pPr algn="l">
              <a:lnSpc>
                <a:spcPct val="105000"/>
              </a:lnSpc>
            </a:pPr>
            <a:r>
              <a:rPr sz="1190" b="0" i="0">
                <a:solidFill>
                  <a:srgbClr val="E4E8EF"/>
                </a:solidFill>
                <a:latin typeface="Consolas"/>
              </a:rPr>
              <a:t>BODY:    WHY. The diff already shows what.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diff shows what changed. The message must explain why — that is the information that is otherwise lost permanently.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Write for the archaeologist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In three years someone will run </a:t>
            </a:r>
            <a:r>
              <a:rPr sz="1472" b="0" i="0">
                <a:solidFill>
                  <a:srgbClr val="141924"/>
                </a:solidFill>
                <a:latin typeface="Consolas"/>
              </a:rPr>
              <a:t>git blame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a line, find your commit, and need to know whether they can safely change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They can read the diff. What they cannot recover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constraint, which bug, which decision.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If the message does not tell them, that knowledge is gone.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There is no other record.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This is the one piece of documentation that cannot rot, because it is attached permanently to the change it describes.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Branching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choice depends on how often you release.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Three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Strategy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How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Fits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Trunk-based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Everyone to main, many times a day; flags for incomplete work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Continuous delivery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GitHub flow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Short branch, PR, merge, deploy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Most teams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Git flow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develop, release, hotfix branches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Versioned releases; </a:t>
            </a:r>
            <a:r>
              <a:rPr sz="1150" b="1" i="0">
                <a:solidFill>
                  <a:srgbClr val="3C4555"/>
                </a:solidFill>
                <a:latin typeface="Calibri"/>
              </a:rPr>
              <a:t>heavy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Long-lived branches are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WHAT THE EVIDENCE SAYS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branch that lives for weeks diverges. The merge is large, risky, and conflict-ridden — and the pain scales worse than linearly with branch lifetime.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DORA's finding: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high-performing teams integrate to trunk at least daily, with branches living less than a day.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objection is obvious: what about work that takes a week?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Answer: feature flags.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Merge incomplete work, disabled, and integrate continuously.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Which means 'how do I avoid merge hell' and 'how do I deploy safely' have the same answer. Module 10 develops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Getting out of trouble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Committed to the wrong branch: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git reset HEAD~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switch, recommit.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Deleted a branch: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git reflog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find the hash,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git branch name hash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Bad rebase: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56" b="0" i="0">
                <a:solidFill>
                  <a:srgbClr val="3C4555"/>
                </a:solidFill>
                <a:latin typeface="Consolas"/>
              </a:rPr>
              <a:t>git reflog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reset to the pre-rebase state.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Committed a secret: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rotate the secret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 Rewriting history does not help — assume it is public.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Nearly everything is recoverable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thirty days via reflog. The exception is uncommitted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Commit early. Uncommitted work is the only kind Git cannot recover.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Git stores blobs, trees, commits, and tags, all content-addressed. A commit is a snapshot, not a diff.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branch is a file containing a hash. Commits are immutable; rebase creates new ones and moves the pointer.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The old commits survive for ~30 days, which is why reflog recovers almost any disaster.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</a:t>
            </a:r>
            <a:r>
              <a:rPr sz="1564" b="0" i="0">
                <a:solidFill>
                  <a:srgbClr val="D6DCE6"/>
                </a:solidFill>
                <a:latin typeface="Consolas"/>
              </a:rPr>
              <a:t>bisect run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finds a breaking commit in log n steps, unattended. It is the most underused high-value command.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diff shows what changed; the commit message must explain why. That knowledge has no other record.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Long-lived branches are the problem, not the merge tool. Integrate daily and use feature flags for incomplete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606 · Software Engineering  —  Module 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