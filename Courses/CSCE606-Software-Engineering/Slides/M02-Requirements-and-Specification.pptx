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third point is the one that causes the worst failures — nobody mentions it because it is obvious.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Quality requirements drive architecture. Discovering one late is how rewrites happen.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blame-assignment framing is more motivating than the formal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TLA+ is worth knowing about: AWS uses it on critical protocols and reports finding real bugs.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last two criteria — empty state and performance — are the ones always forgotten.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606 —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Requirements and Specification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Finding out what to build, and writing it down checkably.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606 · Module 02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requirements elicitation is difficult rather than lazy.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Distinguish functional from quality requirements.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Write a specification precise enough to be checked.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Use preconditions, postconditions, and invariants.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Recognise when a requirement is actually a proposed solution.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Why it is hard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Not because people are unhelpful.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606 · Software Engineering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DIFFICULTY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Five reasons requirements are hard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People do not know what they want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until they see something. Preferences form on contact.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They describe solutions, not problems.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'Add a dropdown' is an answer to a question they did not state.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Tacit knowledge.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 important constraints are the ones so obvious to them that nobody mentions them.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Conflicting stakeholders.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Different people want incompatible things, and neither knows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Requirements change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because the world does, and because your system changes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stated requirement is usually a proposed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MOST USEFUL TECHNIQUE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'We need a dropdown to pick the warehouse' is not a requirement. It is someone's design for an unstated problem.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Ask why.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Perhaps orders are being shipped from the wrong warehouse. That is the requirement, and a dropdown may be the worst available answer — the system might infer the warehouse, or validate afterwards, or make the error impossible.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Keep asking until you reach something the user cares about independently of any implementation.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requirement is the problem. Everything else is negotiable.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KINDS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Functional and quality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Functional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What the system does.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'A user can reset their password by email.'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Usually easy to state and to test.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Mostly what gets written down.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Quality (non-functional)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How well it does it.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Latency, availability, security, maintainability, accessibility.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Harder to state and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much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harder to retrofit.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Mostly what gets forgotten — and what sinks projects.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Quality requirements decide the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THEY MUST COME EARLY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functional requirement discovered late usually costs a feature's worth of work.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quality requirement discovered late can cost a rewrite. 'It must handle a thousand times this load' or 'it must be auditable' are not features — they are constraints that determine the structure.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And they are the ones nobody volunteers, because they are assumed. Nobody says 'it should not lose data'.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ask explicitly.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How fast? How available? How many users? What happens on failure? Who must not see what?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Writing it down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specification is a claim that can be wrong.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606 · Software Engineering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makes a specification useful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Checkable.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You can tell whether the system satisfies it.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'Fast' is not checkable. '95th percentile under 200 ms at 1,000 requests per second' is.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Complete enough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to cover the cases that will occur, including errors.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Unambiguous.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Two readers reach the same conclusion.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Minimal.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It constrains the behaviour that matters and leaves the implementer free elsewhere.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Over-specification is a real failure: it forbids improvements nobody needed to forbid.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CONTRACTS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Preconditions, postconditions, invariants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def withdraw(account, amount):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"""Withdraw amount from account.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PRECONDITION   amount &gt; 0 and amount &lt;= account.balance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             -- the CALLER's obligation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POSTCONDITION  account.balance decreases by exactly amount,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             and a transaction record is appended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             -- the IMPLEMENTATION's obligation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INVARIANT      account.balance == sum(t.delta for t in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                                    account.transactions)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             -- true before and after; may be broken DURING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"""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# The contract divides responsibility. If the precondition is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# violated, the bug is in the caller. If the postcondition fails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# with the precondition met, the bug is 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real value is the division of responsibility. Without it, every function defensively checks everything, and nobody knows whose bug it 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Strong preconditions or defensive checks?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 REAL TRADE-OFF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Strong precondition: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'the caller must pass a positive amount.' The function need not check, and is simpler and faster — and a violation is undefined behaviour.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Defensive check: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validate and raise. Safer, and every caller pays for the check, and the error path must be handled everywhere.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practical rule: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validate at system boundaries — user input, network, files — where data is untrusted. Inside, rely on preconditions and assert them in debug builds.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Checking the same thing at every layer is how codebases become mostly validation.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Formats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Several, each useful for different things.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606 · Software Engineering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FORMATS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Ways to record a requirement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Format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Good for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1901952"/>
            <a:ext cx="4480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0336" y="19568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Weakness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User story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Keeping the user's goal visible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50608" y="2377440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0336" y="24140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Imprecise; needs acceptance criteria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Use case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Flows with alternatives and errors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50608" y="2852928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2889504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Verbose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Acceptance criteria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Checkable conditions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0608" y="3328416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3364992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Can miss the why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Executable spec (BDD)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Spec and test are one artefact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50608" y="3803904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6" y="3840480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Tooling overhead; can rot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Formal spec (TLA+, Alloy)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27248" y="42793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6976" y="4315968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Concurrency and protocols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50608" y="4279392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0336" y="4315968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Expensive; specialist skill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USER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story is a placeholder for a conversation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596640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322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As a   warehouse manager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I want to see which orders are delayed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So that I can contact customers before they contact me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ACCEPTANCE CRITERIA  -- this is the part that matters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- "Delayed" means promised date is in the past and status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is not Shipped.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- The list is sorted by how late, most late first.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- Orders delayed by under 1 hour are excluded.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- An empty list shows "No delayed orders", not an empty table.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- Loads in under 2s with 10,000 open orders.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Without the criteria, the story is a conversation starter.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With them, it is checkable -- and it IS the test.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663184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'so that' clause is the actual requirement. It is what lets you propose something better than what was asked for.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Requirements change; plan for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Not a failure of elicitation.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 world changes, and shipping the system changes what people want.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So: stop trying to get requirements complete up front, and build to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absorb change cheaply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Which is modularity — Module 03.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Deliver early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so that feedback arrives while it is still cheap to act 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Record decisions and their reasons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so that revisiting one does not mean re-deriving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An architecture decision record costs ten minutes and saves an argument a year later.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People describe solutions, not problems. Ask why until you reach something they care about independently of implementation.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most important constraints are tacit — unstated because they seem obvious to everyone who has the context.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Quality requirements determine architecture and are the ones nobody volunteers. Ask explicitly.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 useful specification is checkable, complete enough, unambiguous, and minimal. Over-specification forbids improvements.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Contracts divide responsibility: a precondition violation is the caller's bug, a postcondition failure is the implementation's.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Validate at system boundaries; rely on preconditions within. Checking everywhere produces codebases that are mostly validation.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606 · Software Engineering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