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high-cardinality point is the technical crux — it is what most metrics systems cannot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are complementary, not alternatives — each answers a question the others cannot.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ID propagation is the single highest-value piece of plumbing in observability.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symptom/cause distinction eliminates most alert noise by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error budget as a conflict-resolution mechanism is the genuinely clever part of SRE.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606 —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Observability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Knowing what your system is doing in production.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606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monitoring from observability.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logs, metrics, and traces for their respective purposes.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alerts that are worth waking someone for.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percentiles matter and averages mislead.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SLOs and error budgets.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distinction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Known unknowns against unknown unknowns.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TWO THINGS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Monitoring and observability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Watching things you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knew to watch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Dashboards, thresholds, alerts.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Answers questions you anticipated.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'Is CPU above 80%?'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Necessary, and insufficient.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Observability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Answering questions you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did not anticipate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Rich, high-cardinality data you can query freely.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Answers new questions without deploying.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'Why are requests from one customer on one build slow?'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What you need during an incident.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You cannot dashboard your way out of a novel failure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OBSERVABILITY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Dashboards show what someone previously thought to display. Novel failures are, by construction, not on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useful question during an incident is almost always a new one: 'is this specific to one region, one version, one customer, one code path?'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Answering that requires querying rich data, not reading pre-built charts.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the test of an observability setup is: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can I ask a question nobody anticipated, right now, without deploying anything?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Three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Different costs, different purposes.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Logs, metrics, traces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011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57860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8833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8756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729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Best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96528" y="1901952"/>
            <a:ext cx="2834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06256" y="19568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8833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Discrete events with context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8756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9729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 happened to this request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96528" y="2377440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06256" y="24140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High volume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011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Metrics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7860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8833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Aggregated numbers over 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8756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729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Trends and alerting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96528" y="2852928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06256" y="2889504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Cheap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Traces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7860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8833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request across services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8756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9729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Where the time went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96528" y="3328416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06256" y="3364992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Sampled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Structured logging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596640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322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# UNSTRUCTURED -- a human can read it; a machine cannot query it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log.info(f"Order {order.id} failed for user {user.id}: {err}")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# STRUCTURED -- queryable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log.info("order_failed", extra={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"order_id":    order.id,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"user_id":     user.id,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"error_code":  err.code,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"amount":      order.total,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"trace_id":    current_trace_id(),   # &lt;-- ties to the trace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# Now: "all order_failed events for amount &gt; 1000 in the last hour,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#       grouped by error_code" is a query, not a grep.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663184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</a:t>
            </a:r>
            <a:r>
              <a:rPr sz="1150" b="0" i="1">
                <a:solidFill>
                  <a:srgbClr val="798290"/>
                </a:solidFill>
                <a:latin typeface="Consolas"/>
              </a:rPr>
              <a:t>trace_id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is what connects the three signals. Without it, correlating a log line to a trace is manual archaeology.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Averages hide exactly what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USE PERCENTILES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mean response time of 100 ms is consistent with everyone getting 100 ms, and with 99% getting 50 ms while 1% get 5 seconds.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second is a serious problem and the average cannot see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Track p50, p95, p99, and p99.9. The tail is where real user pain lives — and your heaviest users hit it most, because they make the most requests.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Never average percentiles across instances.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average of two p99s is not a p99 and has no meaningful interpretation.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Alerting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Every alert is an interruption. Spend them carefully.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Alert on symptoms, not causes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Bad: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'CPU above 80%.' Maybe fine. Maybe the system is working hard and users are happy.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Good: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'p99 latency above 2 s for five minutes.' Users are suffering.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Alert on what users experience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: availability, latency, error rate, throughput.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Causes belong on dashboards for diagnosis — not in the pager.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Test: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if this fires and nobody needs to act, it should not exist.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Alert fatigue is a reliability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FAILURE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An on-call engineer paged six times a night learns to acknowledge without reading.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the real alert is missed too.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Noisy alerts do not merely waste time — they actively destroy the response capability they were meant to provide.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Same structure as flaky tests (Module 05) and red builds (Module 10): a signal that is usually noise is ignored entirely.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Rule: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every page must be actionable and urgent. If it can wait until morning, it is a ticket. If nothing can be done, it is a dashboard.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Deciding how reliable is reliable enough.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Service level objectives and error budgets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SLI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measurement. 'Proportion of requests under 300 ms.'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SLO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target. '99.9% over 30 days.'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Error budget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what the target permits: 0.1%, about 43 minutes a month.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budget is the useful part.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It converts reliability into a resource you spend deliberately.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Budget remaining → ship features.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Budget exhausted → stop feature work, fix reliability.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It turns an argument into arithmetic.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100% is the wrong target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ERROR BUDGETS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Each additional nine costs roughly ten times more than the last, and users cannot detect the difference above a certain point — their own network is less reliable than your service.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perfect reliability is both unachievable and wasteful.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Choosing 99.9% explicitly means accepting 43 minutes of monthly unavailability as a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budget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an unspent budget means you were too conservative and shipped too slowly.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resolves the usual developers-versus-operations conflict with a number both sides agreed to in advance.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Monitoring answers questions you anticipated; observability answers ones you did not. Novel failures are never on the dashboard.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Logs say what happened to one request, metrics show trends cheaply, traces show where the time went. Use all three.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Structured logging makes logs queryable; a propagated trace ID is what ties the three signals together.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Averages hide the tail. Track p50, p95, p99, p99.9 — and never average percentiles.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Alert on symptoms users feel, not on causes. Every page must be actionable and urgent, or it destroys the signal.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Error budgets turn reliability into a spendable resource and convert an argument into arithmetic.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