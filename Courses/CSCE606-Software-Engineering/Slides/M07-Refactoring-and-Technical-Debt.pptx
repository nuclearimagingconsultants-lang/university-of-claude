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'Undo, do not debug' is the hardest habit to instil and the most valuable.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smell is a hypothesis, not a verdict — worth saying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original metaphor was about deliberate learning debt, not about sloppy code — worth correcting.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quadrant usefully separates 'we chose this' from 'this happened to us'.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Joel Spolsky's essay is the canonical statement and is worth assigning.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606 —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Refactoring and Technical Debt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Changing structure without changing behaviour, and deciding when 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606 · Module 07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Define refactoring precisely and work in safe steps.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Recognise common code smells and their corresponding refactorings.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Treat technical debt as a financial decision, including deliberate debt.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Decide when to refactor and when to leave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rewrites usually fail.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definition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Precise, and the precision matters.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Refactoring changes structure, not behaviour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refactoring is a change to the internal structure of code that does not change its observable behaviour.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If behaviour changes, it is not a refactoring — it is a change, and it needs testing as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precision matters because it licenses the technique: since behaviour is unchanged, a test suite that passed before must pass after. That is what makes the step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safe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Never refactor and change behaviour in the same commit.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When something breaks, you will not know which caused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Small steps, tests between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1. Ensure tests exist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and pass. Characterisation tests if necessary (Module 06).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2. Make one small change.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Extract a function. Rename a variable.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3. Run the tests.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If they fail, undo — do not debug.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4. Commit.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Repeat.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The discipline is the small steps. A large refactoring that breaks is unbisectable; fifty small ones are each trivially revertible.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SMELLS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Smells and their refactorings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Smell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Means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1901952"/>
            <a:ext cx="4480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0336" y="19568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Refactoring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Long function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Several responsibilities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0608" y="2377440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24140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Extract function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Long parameter list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Hidden structure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0608" y="2852928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2889504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Introduce parameter object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Duplicated knowledge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One fact in two places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3328416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364992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Extract and call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Feature envy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method uses another class more than its own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50608" y="3803904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3840480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Move method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Shotgun surgery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One change touches many files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50608" y="4279392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0336" y="4315968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missing module (Mod 03)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Primitive obsession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27248" y="4754879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36976" y="4791455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Strings and ints for domain concepts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50608" y="4754879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60336" y="4791455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Introduce a type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smell is a hypothesis, not a defect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JUDGEMENT REQUIRED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long function is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often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doing several things. Sometimes it is one long sequential process that is clearer written out than split into twelve one-line functions.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long parameter list is often hiding a missing type. Sometimes the function genuinely needs seven independent values.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Smells indicate where to look, not what to do.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Treating them as rules produces codebases that satisfy a linter and are harder to read.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test is always Module 01's: does this change reduce the cost of the next change?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Technical debt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financial metaphor, and it is more precise than people realise.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METAPHOR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Ward Cunningham's original 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Shipping imperfect code to learn sooner is like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borrowing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: you get value now and pay interest later.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Interest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= the extra cost of every future change made harder by the shortcut.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Principal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= the cost of fixing it properly.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Borrowing can be correct.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Shipping six months earlier may be worth years of interest.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What is not correct is borrowing </a:t>
            </a:r>
            <a:r>
              <a:rPr sz="1800" b="0" i="1">
                <a:solidFill>
                  <a:srgbClr val="3C4555"/>
                </a:solidFill>
                <a:latin typeface="Calibri"/>
              </a:rPr>
              <a:t>without noticing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and never checking the balance.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KINDS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Four kinds of debt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4389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Deliberate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33488" y="1901952"/>
            <a:ext cx="4297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43215" y="19568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Inadvertent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Prudent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'Ship now, fix after launch' — </a:t>
            </a:r>
            <a:r>
              <a:rPr sz="1150" b="1" i="0">
                <a:solidFill>
                  <a:srgbClr val="3C4555"/>
                </a:solidFill>
                <a:latin typeface="Calibri"/>
              </a:rPr>
              <a:t>fine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33488" y="2377440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5" y="24140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'Now we know how we should have done it'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Reckless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'No time for design' — </a:t>
            </a:r>
            <a:r>
              <a:rPr sz="1150" b="1" i="0">
                <a:solidFill>
                  <a:srgbClr val="3C4555"/>
                </a:solidFill>
                <a:latin typeface="Calibri"/>
              </a:rPr>
              <a:t>bad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3488" y="2852928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5" y="2889504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'What's a module?' — ignorance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Debt you did not record is debt you will not repay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PRACTICAL DISCIPLINE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Deliberate debt is a legitimate engineering decision.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Undocumented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deliberate debt is indistinguishable from incompetence six months later.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So: when you take a shortcut deliberately, write down what you did, why, and what it will cost. A comment, an issue, an ADR.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Then it can be reviewed, prioritised against other work, and repaid when the interest justifies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Without that record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nobody knows whether the odd code is a deliberate trade or a mistake — so nobody dares change it, and the interest compounds forever.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When to refactor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Not on a schedule.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WHEN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Good and bad times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Do: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immediately before changing code — make the change easy, then make the easy change.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Do: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immediately after, while you still understand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Do: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when the same awkwardness has cost you three times.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Do not: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on a 'cleanup sprint' with no specific change in view. You will refactor toward imagined requirements.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Do not: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code you are not going to change. Ugly stable code costs nothing.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Do not: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to satisfy a style preference.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'Make the change easy, then make the easy change' — Kent Beck.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Ugly code that nobody touches costs nothing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UNDERRATED JUDGEMENT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Technical debt accrues interest only on code that is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changed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 A module nobody has modified in four years is paying no interest, however unpleasant it looks.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So prioritise refactoring by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change frequency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by ugliness. Version control history tells you which files change most, and that is where cleanup pays.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intersection of 'changes often' and 'is hard to change' is where all the value is. Everything else is aesthetics.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This is also why 'the whole codebase needs cleaning up' is almost never the right plan.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Rewrites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most expensive mistake available.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REWRITES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they usually fail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old code encodes knowledge you have lost.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Every strange branch is a bug someone fixed.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You will reintroduce fixed bugs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all of them, individually, over years.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You must hit a moving target: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 old system keeps changing while you rebuild.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No value until it is finished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and the schedule will slip.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Alternative: strangler fig.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Build the new system around the old, divert traffic piece by piece, delete as you go.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refactoring changes structure without changing behaviour. That precision is what makes the existing test suite a safety net.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Work in small steps, run tests between each, and undo rather than debug when they fail.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 code smell is a hypothesis about where to look, not a rule about what to do.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Technical debt is a real financial metaphor: deliberate prudent debt is a legitimate decision; undocumented debt will never be repaid.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Refactor immediately before or after changing code, not on a cleanup schedule. Ugly stable code costs nothing.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Prioritise by change frequency, not by ugliness. Version control history tells you where the interest is actually accruing.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