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constraint-based definition sidesteps the endless unit-vs-integration terminology argument.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Being honest about the pyramid's limitation is better than repeating it as doctrine.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name of the second test states the requirement — worth pointing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Determinism is the one that matters most, because flaky tests destroy trust in the whole 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meet TDD as doctrine. An honest account is more useful and more credible.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606 — Software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Testing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Buying confidence, and deciding how much to pay.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606 · Module 05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what tests actually buy and what they do not.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Distinguish test sizes and their different purposes.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coverage is a poor target.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Write tests that survive refactoring.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Assess the honest evidence on TDD.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What tests are for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Not primarily finding bugs.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606 · Software Engineering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Tests buy the confidence to change things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REAL PURPOSE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The obvious answer — tests find bugs — is true and secondary.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The primary value is that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good test suite makes change safe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. Without one, every modification to unfamiliar code is a gamble, so people stop modifying it, and the codebase ossifies.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 test suite is therefore not a quality gate bolted on at the end. It is the thing that keeps the cost of change from rising over time — which Module 01 identified as the whole point.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Secondary benefits: tests document intent executably, and they pressure the design toward testability, which usually means lower coupling.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SIZES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Tests by scope, not by name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0116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1792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Size</a:t>
            </a:r>
          </a:p>
        </p:txBody>
      </p:sp>
      <p:sp>
        <p:nvSpPr>
          <p:cNvPr id="8" name="Rectangle 7"/>
          <p:cNvSpPr/>
          <p:nvPr/>
        </p:nvSpPr>
        <p:spPr>
          <a:xfrm>
            <a:off x="2578608" y="1901952"/>
            <a:ext cx="32918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88336" y="1956816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Scope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70448" y="1901952"/>
            <a:ext cx="2377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80176" y="19568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Speed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47888" y="1901952"/>
            <a:ext cx="33832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57615" y="1956816"/>
            <a:ext cx="31638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Tells you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377440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414016"/>
            <a:ext cx="1792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Small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78608" y="2377440"/>
            <a:ext cx="3291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88336" y="2414016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One process, no I/O, no clock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70448" y="2377440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80176" y="24140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Milliseconds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47888" y="2377440"/>
            <a:ext cx="33832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57615" y="2414016"/>
            <a:ext cx="31638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This unit's logic is right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2852928"/>
            <a:ext cx="2011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2889504"/>
            <a:ext cx="1792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Medium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78608" y="2852928"/>
            <a:ext cx="32918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88336" y="2889504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One machine, local DB, no network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70448" y="2852928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80176" y="2889504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Seconds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47888" y="2852928"/>
            <a:ext cx="33832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57615" y="2889504"/>
            <a:ext cx="31638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These components fit together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328416"/>
            <a:ext cx="2011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364992"/>
            <a:ext cx="1792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Large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78608" y="3328416"/>
            <a:ext cx="3291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88336" y="3364992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Full system, real dependencies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70448" y="3328416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80176" y="3364992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Minutes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47888" y="3328416"/>
            <a:ext cx="33832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57615" y="3364992"/>
            <a:ext cx="31638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It actually works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05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THE PYRAMID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Proportions, and the honest caveat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Many small, fewer medium, few large.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Fast tests run constantly; slow ones run rarely.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Why: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 small test failing points at one place. A large test failing says something somewhere broke.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The caveat: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small tests can all pass while the system is entirely broken, because the units do not fit together.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So the pyramid is a guideline about cost, not about value.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Some end-to-end tests are mandatory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they are the only ones that test what the user experiences.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Coverage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 useful diagnostic and a terrible target.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606 · Software Engineering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Coverage measures execution, not verification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THE NUMBER MISLEADS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Coverage tells you a line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ran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during the test suite. It says nothing about whether anything was checked.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 test that calls every function and asserts nothing achieves 100% coverage and verifies nothing at all.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Low coverage is informative: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code with none is definitely untested.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High coverage is not: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it may mean well tested, or it may mean assertion-free.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as a target it is actively harmful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Goodhart's law. Mandate 80% and you get tests written to raise the number, which are the least valuable tests and the most expensive to maintain.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BETTER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Instead of coverage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Mutation testing.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Introduce deliberate bugs; see how many the suite catches. Measures whether tests </a:t>
            </a:r>
            <a:r>
              <a:rPr sz="1800" b="0" i="1">
                <a:solidFill>
                  <a:srgbClr val="3C4555"/>
                </a:solidFill>
                <a:latin typeface="Calibri"/>
              </a:rPr>
              <a:t>verify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'Can I refactor this safely?'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If not, the suite is inadequate regardless of the number.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'Does every bug fix come with a regression test?'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 cheap and effective discipline.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'Which untested code would hurt most if wrong?'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Target that, not the percentage.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798290"/>
                </a:solidFill>
                <a:latin typeface="Calibri"/>
              </a:rPr>
              <a:t>Mutation testing is slow and is the only direct measure of test quality.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Tests that last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Most bad test suites are bad in the same way.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606 · Software Engineering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Test behaviour, not implementation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ONE RULE THAT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 test coupled to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how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code works breaks whenever the code is refactored — even though nothing the user cares about changed.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That inverts the purpose: the suite was supposed to make refactoring safe, and now it punishes refactoring.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Symptom: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heavy mocking that asserts which internal methods were called in which order. That is a test of the implementation.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Test through the public interface.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If something is hard to test that way, the design usually has a problem — which is the useful signal.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Brittle and durable versions of one test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# BRITTLE -- asserts HOW it works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def test_discount():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repo, calc = Mock(), Mock()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svc = OrderService(repo, calc)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svc.apply_discount(order, "SAVE10")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repo.find_by_code.assert_called_once_with("SAVE10")   # internals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calc.compute.assert_called_once()                     # internals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# Rename a method or reorder two calls -&gt; test fails.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# Behaviour unchanged.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# DURABLE -- asserts WHAT it does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def test_discount_reduces_total_by_ten_percent():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order = Order(items=[Item(price=100)])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result = apply_discount(order, discount_code("SAVE10"))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    assert result.total == 90</a:t>
            </a:r>
          </a:p>
          <a:p>
            <a:pPr algn="l">
              <a:lnSpc>
                <a:spcPct val="105000"/>
              </a:lnSpc>
            </a:pPr>
            <a:r>
              <a:rPr sz="1339" b="0" i="0">
                <a:solidFill>
                  <a:srgbClr val="E4E8EF"/>
                </a:solidFill>
                <a:latin typeface="Consolas"/>
              </a:rPr>
              <a:t># Refactor freely. The test fails only if the discount is wrong.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second is shorter, clearer, documents the requirement, and survives refactoring. It is better on every axis.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PROPERTIES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a good test looks like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377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Property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4368" y="1901952"/>
            <a:ext cx="42062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54096" y="19568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Means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50608" y="1901952"/>
            <a:ext cx="44805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60336" y="1956816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Violated by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Fast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44368" y="2377440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54096" y="24140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Runs in milliseconds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50608" y="2377440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0336" y="2414016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Real I/O, sleeps, network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Deterministic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44368" y="2852928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889504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Same result every time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50608" y="2852928"/>
            <a:ext cx="4480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0336" y="2889504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Clocks, randomness, ordering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Isolated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44368" y="3328416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364992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Independent of other tests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50608" y="3328416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60336" y="3364992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Shared mutable fixtures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Readable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44368" y="3803904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54096" y="3840480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The failure explains itself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50608" y="3803904"/>
            <a:ext cx="4480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60336" y="3840480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Assertions with no message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Focused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44368" y="4279392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54096" y="4315968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One reason to fail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50608" y="4279392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60336" y="4315968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Twenty assertions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05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flaky test is worse than no test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THING TO FIX IMMEDIATELY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 test that fails intermittently teaches people to ignore failures.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Once 'just re-run it' becomes normal,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real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failures are ignored too, and the entire suite's value collapses — not just that test's.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Causes: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real time, real randomness, test ordering dependence, shared state, real network, timing assumptions.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Response: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fix it or delete it, immediately. Quarantining flaky tests indefinitely is how suites die slowly.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TDD, honestly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evidence is weaker than the advocacy.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606 · Software Engineering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TDD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is and is not supported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5266944" cy="4572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Well supported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Writing tests helps.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Writing a test before fixing a bug ensures it is really fixed.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Thinking about testability improves design.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Hard to test usually means badly coupled.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901952"/>
            <a:ext cx="5266944" cy="45720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Not well supported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That tests must come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first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 specifically.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That strict red-green-refactor beats test-after.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That TDD measurably improves defect rates.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Studies conflict. Advocacy outruns evidence.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DEFENSIBLE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to actually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Write a failing test before fixing any bug.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Proves the bug exists and that the fix works. Nearly free, and universally sensible.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Write tests before code when the interface is unclear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the test forces you to use the API before building it.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Write tests after when the design is obvious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and you want to explore first.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Always write them.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The ordering is a working preference; </a:t>
            </a:r>
            <a:r>
              <a:rPr sz="1800" b="0" i="1">
                <a:solidFill>
                  <a:srgbClr val="3C4555"/>
                </a:solidFill>
                <a:latin typeface="Calibri"/>
              </a:rPr>
              <a:t>having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them is not.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798290"/>
                </a:solidFill>
                <a:latin typeface="Calibri"/>
              </a:rPr>
              <a:t>Treating TDD as a tool rather than an identity makes it more useful.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Tests primarily buy the confidence to change code. Finding bugs is secondary.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Size tests by what they are allowed to touch — process, machine, network — rather than arguing about 'unit'.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The pyramid is about cost, not value. Small tests can all pass while the system is broken, so some end-to-end tests are mandatory.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Coverage measures execution, not verification. Low coverage is informative; high coverage is not; as a target it is harmful.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Test behaviour through the public interface. Tests coupled to implementation punish the refactoring they were meant to enable.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A flaky test is worse than no test, because it teaches people to ignore failures. Fix or delete it immediately.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606 · Software Engineering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