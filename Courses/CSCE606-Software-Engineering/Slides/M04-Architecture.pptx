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Tying this to Module 02's quality requirements makes the dependency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Event-driven's debugging cost is routinely underestimated and worth stating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independent-deploy row is the only one that is reliably a microservice win — and it is an organisational 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is the one people skip and the one that makes the decision reviewable.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606 —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decisions that are expensive to reverse.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606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distinguishes architecture from design.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quality attributes that drive architectural choice.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layered, hexagonal, and event-driven styles honestly.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monolith/microservice trade without slogans.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Defer decisions that can be deferred.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architecture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subset of decisions that are hard to change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Architecture is the expensive-to-reverse 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DEFINITION THAT IS USEFUL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Not 'the high-level design' — that is vague and invites diagram-drawing.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Architecture is the set of decisions that are expensive to change after the fact.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Which database? Synchronous or asynchronous? One deployable or many? Where does state live? What is the consistency model?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practical consequence: identify which decisions are genuinely expensive to reverse, think hard about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those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defer everything else. Most decisions are not architectural and should be made as late as possible.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Quality attributes drive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Functional requirements rarely determine structure — almost any architecture can implement almost any feature.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Quality attributes do: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Scale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how much, and growing how?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Latency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what must be fast, and at which percentile?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Availability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what does downtime cost?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Consistency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can users see stale data?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Security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what boundaries must hold?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Team structure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Conway's law is a constraint.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Get these wrong and no amount of clean code rescues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Each solves a problem. Know which.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STYLES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common architectures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Organises by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468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1441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Good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364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2337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Weak when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Layered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7121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Abstraction level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0468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Clear direction of dependency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1364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2337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Changes cut across layers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Hexagonal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6148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7121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Core vs adapters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0468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1441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Domain logic must be testable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1364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2337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Ceremony for simple apps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Event-driven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Messages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0468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1441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Decoupling; async; audit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1364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2337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Hard to debug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Pipeline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6148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7121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0468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1441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Data transformation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1364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2337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Interactive work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Hexagonal: the useful core of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WORTH KNOWING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Put the domain logic in the middle, with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dependencies on anything external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 database, no framework, no HTTP.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Everything external is an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adapter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plugged into a port the core defines.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payoff is testability: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core can be tested with no database, no network, and no fixtures — so those tests are fast and they do not break when the framework changes.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indirection.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a small CRUD application it is pure ceremony. For a system with real domain rules that will outlive three frameworks, it pays.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Monolith and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argument that generates the most heat and the least light.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HONEST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actually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Monolith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Microservices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Deploy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unit — simple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Many units — needs tooling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Calls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Function calls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Network calls that fail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Consistency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Transactions 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Distributed, so they do not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Debug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stack trace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Distributed tracing required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Scale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Whole app together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 service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Teams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Coordinate on one codebase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Deploy independently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Microservices are an organisational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Nearly every technical column above favours the monolith. Function calls do not fail; transactions work; one stack trace tells you what happened.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genuine benefit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independent deployment by independent teams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Twelve teams sharing one deploy pipeline is a real coordination cost, and splitting removes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That is a Conway's law argument, not a technical one. If you have one team, you are paying distributed systems costs (Module 12 of CSCE 611) to solve a problem you do not have.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Default: start with a well-modularised monolith.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Extract a service when a specific pressure — team coordination, or one component needing to scale separately — justifies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distributed monolith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Split into services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without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fixing the coupling, and you get the worst of both.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Services that must be deployed together. Changes that span five repositories. Transactions that span services.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Now you have monolith coupling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plus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network failure, latency, and distributed debugging.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modular boundaries must exist first.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service boundary is a module boundary with a network in it — and a network makes a bad boundary worse, not better.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If you cannot draw clean module boundaries in a monolith, splitting will not create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Deciding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deferring.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make an architectural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Is it actually architectural?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Is it expensive to reverse? If not, defer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Which quality attribute drives it?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Name it, with a number.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 What are the options,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what does each cost?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4. What would change the answer?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Write it down — that is the revisit trigger.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5. Record it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as an ADR: context, decision, alternatives, consequences.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Defer what you can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UNDERRATED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Every decision made early is made with the least information you will ever have.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the valuable skill is identifying which decisions can be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postponed without cost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structuring the system so that more of them can be.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Keeping the database behind an interface defers the database choice. Keeping transport out of the domain defers REST versus gRPC.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do not defer by ignoring.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 undeferred decision made implicitly — by whichever library someone imported first — is the worst case: expensive to reverse and nobody decided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Architecture is the set of decisions expensive to reverse. Identify those, think hard about them, and defer everything else.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Quality attributes drive architecture; functional requirements rarely do. Name them with numbers.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Hexagonal architecture buys testability by keeping the domain free of external dependencies, and costs indirection.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Nearly every technical comparison favours the monolith. Microservices solve an organisational problem — independent deployment.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distributed monolith is the worst outcome: monolith coupling plus network failure. Module boundaries must exist before service boundaries.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Write down what would change the answer. That turns a decision into something reviewable rather than something to defend.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