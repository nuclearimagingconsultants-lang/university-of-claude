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'Unless work is done to reduce it' reframes refactoring as resisting entropy rather than as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rot column is the practical insight: write what does not rot, generate what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'Documentation that cannot lie' is the useful framing for why types and tests count as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Transitive dependencies are the under-appreciated cost — one direct dep can pull in hundreds.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Usage telemetry is the step that makes deprecation possible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Maintenance and the Long Life of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happens after the project ends.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software decays without being modified.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documentation that stays true.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Manage dependencies as an ongoing liability.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Plan for deprecation and migration.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Judge your own work by what it costs its next owner.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Software rot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Code decays even when nobody edits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Nothing changed, and it stopped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HAPPENS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Code does not wear out. Its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environment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changes underneath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dependency releases a breaking version. An OS removes an API. A certificate expires. A protocol is deprecated. A third-party service changes a response format.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Hyrum's law: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enough users, every observable behaviour of your system is depended on by someone — including behaviours you never documented and did not intend.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Consequence: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'we will not touch it' is not a maintenance strategy. Unmaintained code becomes unbuildable, then unrunnable, then unreplaceable.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LEHMAN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Lehman's laws, the two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Continuing change: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system used in a real environment must be continually adapted, or it becomes progressively less useful.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Increasing complexity: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as a system evolves, its complexity increases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unless work is done to reduce 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That second clause is the engineering content: complexity growth is the default, and reversing it requires deliberate effort.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Refactoring (Module 07) is not optional tidying — it is what offsets a law.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kind that stays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kinds, four purposes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Rots?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Tutorial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How do I get started?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Slowly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How-to guide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How do I do X?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Moderately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What are the parameters?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Fast — generate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Explanation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Why is it like this?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Barely — most valuable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Write what cannot be recovered from the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the code does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can be read from the code. Documentation that restates it duplicates knowledge, so it rots and then actively misleads.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Why it does that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cannot be recovered. Which alternative was tried and failed, which constraint forced the odd approach, which bug this guards against.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document decisions, constraints, and rejected alternatives.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ADRs (Module 04), commit messages (Module 08), and comments explaining why.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Wrong documentation is worse than none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is trusted.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EXECUTABLE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Documentation that cannot lie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Types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checked by the compiler. Cannot be wrong.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Tests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executable examples. Fail if they become false.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Doctests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examples in the docs, run by CI.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Generated reference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derived from source.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Assertions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invariants, checked at runtime.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Prefer these wherever possible.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Prose is for the things that cannot be expressed in code — which is mainly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why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 one is a liability you took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dependency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795527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2377440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2414016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Their vulnerabilities become yours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Upgrades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2852928"/>
            <a:ext cx="795527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5" y="2889504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Breaking changes on their schedule, not yours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Abandonment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3328416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3364992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Maintainer stops; you inherit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Transitive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803904"/>
            <a:ext cx="795527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840480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 get their dependencies too, unexamined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Supply chain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75887" y="4279392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5" y="4315968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compromised package runs with your privileges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Build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4754879"/>
            <a:ext cx="795527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4791455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 one slows your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decision is not free either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JUDGEMENT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Taking a dependency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costs the items above, forever.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Writing it yourself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costs the implementation plus maintenance, and your version will have bugs the mature library fixed years ago.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Reasonable heuristics: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prefer dependencies that are small, that you could replace in a week, that are widely used and actively maintained, and whose licence you have actually read.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 most cautious about trivial dependencies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ten-line package is all cost and no benefit, and the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left-pad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incident demonstrated the failure mode publicly.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Deprecation and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Removing things, and leaving.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DEPRECATION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Removing something people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Announce,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a date and a migration path. Not just a warning.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Provide the replacement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make migration mechanical where possible.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Warn at use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deprecation warnings in logs and build output.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Measure usage.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 cannot remove what you cannot see.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 Remove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on the announced date.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Skip step 4 and you will never remove anything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nobody can prove it is safe.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handover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 FOR THIS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Could someone who has never seen this codebase become productive in a week?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Can they build it from a clean machine using only the README? Run the tests? Make a small change with confidence? Find out why a decision was made? Deploy it? Know what to do when it breaks?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the answer is no, the knowledge lives in your head, and that is a single point of failure — for the project and for you.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test for Project 2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the test worth applying to everything you build afterwards.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judge a practice by whether it reduces the cost of the next change.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design modules, test them meaningfully, review code without damage, and ship continuously.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be sceptical about confident advice — including the advice 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641, 645, 647, 649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are where you build things worth maintaining.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611, 614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are the machine underneath.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713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takes security seriously.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And the capstone is where all of it has to hold together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Code decays without being edited, because its environment changes. 'We will not touch it' is not a maintenance strategy.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Lehman: complexity increases as a system evolves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unless work is done to reduce it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. Refactoring offsets a law.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Document what cannot be recovered from the code — decisions, constraints, rejected alternatives. Wrong documentation is worse than none.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Prefer documentation that cannot lie: types, tests, doctests, generated reference, assertions.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Every dependency is a permanent liability. Be most suspicious of trivial ones — all cost, no benefit.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handover test: could someone new be productive in a week? If not, the knowledge is a single point of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