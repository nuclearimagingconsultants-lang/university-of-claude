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tolerated broken build destroys the whole practice: if it is normally red, nobody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ordering is an economics argument: fail cheap before failing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flags that are not deleted are the main source of flag debt.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Canary plus flags is the combination that makes deployment genuinely low-risk.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Continuous Integration and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Making release boring.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CI actually requires beyond running tests.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a pipeline with the right stages in the right order.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feature flags and why they enable trunk-based development.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deployment strategies and their rollback properties.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DORA metrics and what they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CI actually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a server that runs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CI is a practice, not a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COMMON MISUNDERSTANDING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'We have CI' usually means 'we have a server that runs tests on pull requests'. That is useful and it is not continuous integration.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Continuous integration means everyone integrates their work into the mainline at least daily.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team with a build server and three-week branches does not have CI. They have a test runner and deferred integration pain.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point is that integration problems are found when they are small and attributable to one small change — which requires integrating often, not owning a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CI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single mainline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everyone integrates into.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Integrate at least daily.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This is the actual practice.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 integration triggers an automated build and test.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broken build is fixed immediately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it is the highest priority for whoever broke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build is fast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under ten minutes, or people stop waiting for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culture item — fix the build now — is the one teams skip, and it is the one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permanently red build is worse than none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DISCIPLINE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the build is usually broken, nobody checks it. A genuine failure is indistinguishable from the ambient noise.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Worse, people learn to merge on red, so the signal is not just ignored — it is actively worked around.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the flaky test problem of Module 05, at the level of the whole pipeline, and the fix is the same: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red build stops other work until it is green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Teams that find this intolerable usually have a build that is too slow or too flaky. Fix that; do not relax the rule.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Fast and cheap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Order by speed, fail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5615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7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5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Catches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Lint, format,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75887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7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5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Mechanical problems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75887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5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Under a minute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7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5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Logic errors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Build artefacts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5887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5615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53327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5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Compilation, packaging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Medium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75887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5615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Minutes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53327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5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Component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 tests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75887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5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Minutes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53327" y="4279392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5" y="4315968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Whether it works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Deploy to staging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75887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85615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Minutes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53327" y="4754879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63055" y="4791455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Deployment mechanics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Smoke tests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75887" y="5230367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85615" y="5266943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Seconds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53327" y="5230367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5" y="5266943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Did it come up?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Keeping the pipeline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Ten minutes is the threshold.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Beyond it, people context-switch and stop treating failures as urgent.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Parallelise.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Test suites usually shard trivially.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Cache dependencies.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Resolving them every run is pure waste.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 only what changed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where the build system supports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Move slow tests off the critical path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run nightly, not per commit.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slow pipeline is not an inconvenience; it changes behaviour, and all the changes are bad.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Feature flags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Separating deploy from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Deploy and release become different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Without flags, deploying code means releasing the feature. So incomplete work cannot be merged, so branches live for weeks (Module 08).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flags, you deploy code that is disabled.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feature is released later by changing a configuration value, with no deployment.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unlocks trunk-based development, canary releases, A/B tests, and instant rollback — turning off a flag is faster and safer than deploying a revert.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 is real: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flag is a branch in the code and doubles the state space. Flags must be removed once the decision is made.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kinds, with different lifetimes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Lifetime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Hide incomplete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Days — then delete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Experiment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A/B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Weeks — then delete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Kill switch; degrade under load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Permanent, deliberately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Permission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Entitlement by plan or role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Permanent — arguably not a flag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Strategies, judged by how fast you can undo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ways to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Big bang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Stop, replace,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Redeploy the old version — slow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Replace instances gradually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Roll forward or back gradually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Blue/green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Two environments; switch traffic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Switch back — instant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Canary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share first, watch, expand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Stop and revert — small blast radius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Rollback speed is the thing that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DESIGN CRITERION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cannot prevent all bad deployments. You can make them cheap to undo.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system you can roll back in thirty seconds tolerates a much higher deployment rate than one that takes an hour — and higher deployment rate means smaller changes, which means fewer failures.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Database migrations are the hard part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are often not reversible. The discipline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expand/contract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add the new column, write both, migrate, read new, then remove the old — each step independently reversible.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Never deploy a migration and the code depending on it in the same release.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metrics worth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Deployment frequency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how often you release.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Lead time for changes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commit to production.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Change failure rate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share of deployments causing problems.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Time to restore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how long recovery takes.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finding that surprised people: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speed and stability are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positively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correlated.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Teams that deploy more often also fail less and recover faster.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Because small changes are safer and frequent practice makes recovery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speed/stability trade-off people assume does not appear in the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CI is a practice — everyone integrates daily — not a server that runs tests on branches.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permanently red build is worse than no build, because it trains people to ignore the signal.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Order pipeline stages by cost: lint, small tests, build, medium, large. Fail at the earliest point.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Ten minutes is the threshold. A slower pipeline changes behaviour, and every change is for the worse.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Feature flags separate deploy from release, which is what makes trunk-based development possible. Delete release flags promptly.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Speed and stability are positively correlated in the DORA data. Smaller changes are safer, and frequent practice makes recovery routine.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