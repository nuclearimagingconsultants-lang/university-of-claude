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one-sentence test for cohesion is the most practical heuristic in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coupling is the interesting one: a boolean parameter usually means the function should have been two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Parnas's 1972 paper is short and worth reading in full — it is genuinely still the best statement of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do this exercise on their own code. It usually lands hard.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Depth reframes 'too many small classes' as a measurable problem rather than a matter of taste.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knowledge-vs-text distinction is the key to DRY being applied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606 —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Modularity: Coupling and Cohesion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one design idea that actually reduces change cost.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606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coupling and cohesion and recognise each in code.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information hiding and what a module should hide.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deep modules from shallow ones.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when abstraction adds cost rather than removing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Judge a decomposition by the change it makes cheap.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Make the likely change touch one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Modularity is about change, not tidiness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module boundary is a bet: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this will change independently of that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good decomposition means a likely change touches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module. A bad one means it touches seven, and you must understand all seven.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the question is never 'is this well organised?' but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'what change does this make cheap, and is that the change that will come?'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Which means decomposition depends on what you expect to change — and a decomposition that was right can stop being right.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TWO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Coupling and cohesion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Coupling — between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How much one module depends on another's details.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Want: low.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High coupling means a change here forces a change there.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Measured by: what must I know about B to change 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Cohesion — within a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How closely the parts of one module belong together.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Want: high.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Low cohesion means the module has no single reason to exist.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Measured by: can I describe what it does in one sentence without 'and'?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COUPLING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Forms of coupling, worst last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9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5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Pass simple values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9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Stamp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Pass a structure, use part of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Control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Pass a flag that changes behaviour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9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8975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Suspicious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Common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Share global mutable state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9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08975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Content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Reach into another module's internals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9924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08975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Worst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boolean parameter is usually two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CONTROL COUPLING SMELL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472" b="0" i="0">
                <a:solidFill>
                  <a:srgbClr val="141924"/>
                </a:solidFill>
                <a:latin typeface="Consolas"/>
              </a:rPr>
              <a:t>process(data, validate=True)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means the caller is selecting between two behaviours.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caller now has to know what the flag does — that is coupling to an internal decision.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Usually better: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process(data)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process_unvalidated(data)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Each has one behaviour, one name, and one reason to be called.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Exception: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flag that configures genuinely orthogonal behaviour, where the alternative is combinatorial function names. Judgement, not a rule.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Information hiding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Parnas, 1972, and still the central idea.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PARNAS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Decompose by what changes, not by what happens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obvious decomposition follows the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flowchart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: one module per processing step.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Parnas's argument: decompose instead so that each module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hides a design decision likely to change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module's interface reveals what callers need. Its implementation hides the decision.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Test: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that decision changes, how many modules change? One means the boundary was right.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Fifty years old, and still the most useful thing written about software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decompositions of the same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831335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557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BY PROCESSING STEP (follows the flowchart):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read_input() -&gt; tokenize() -&gt; count() -&gt; sort() -&gt; print()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Change the storage format for word counts?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-&gt; count, sort, and print all change. THREE modules.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BY HIDDEN DECISION (Parnas):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InputSource        hides: where input comes from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WordStore          hides: how counts are stored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Formatter          hides: how output is arranged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Change the storage format?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-&gt; WordStore changes. ONE module.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Same program. The second absorbs the likely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978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Parnas's original example from 1972, and it still makes the point faster than any modern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Deep and shallow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Interface size against implementation size.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OUSTERHOUT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Depth is the measure that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Deep module — good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Small interface, substantial implementation.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Hides a lot behind a little.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288" b="0" i="0">
                <a:solidFill>
                  <a:srgbClr val="3C4555"/>
                </a:solidFill>
                <a:latin typeface="Consolas"/>
              </a:rPr>
              <a:t>open/read/write/close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five calls hiding a file system.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Each one you learn buys a lot of capability.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Shallow module — costly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Large interface, thin implementation.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Hides almost nothing; adds a layer to learn.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 class that wraps one call and renames it.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Each one you learn buys nothing.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More abstraction is not automatically better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AGAINST REFLEXIVE LAYERING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Every layer has a cost: it must be learned, navigated, and debugged through.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layer pays for itself if it hides more complexity than it adds. A layer that renames one call and forwards it has negative value.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Classitis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belief that smaller classes are always better — produces codebases where understanding one operation means opening nine files.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right question is not 'is this abstracted?' but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'does this abstraction hide more than it costs?'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JUDGEMENT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an abstraction pays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486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3328" y="1901952"/>
            <a:ext cx="5577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3056" y="19568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Does not pay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Hides a decision that will 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2377440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4140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Wraps something stable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Used from many places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2852928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889504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caller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Interface much smaller than implementation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8" y="3328416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3364992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Interface as large as implementation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Removes duplication of </a:t>
            </a:r>
            <a:r>
              <a:rPr sz="1150" b="0" i="1">
                <a:solidFill>
                  <a:srgbClr val="3C4555"/>
                </a:solidFill>
                <a:latin typeface="Calibri"/>
              </a:rPr>
              <a:t>knowledge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3803904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3840480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Removes duplication of </a:t>
            </a:r>
            <a:r>
              <a:rPr sz="1150" b="0" i="1">
                <a:solidFill>
                  <a:srgbClr val="3C4555"/>
                </a:solidFill>
                <a:latin typeface="Calibri"/>
              </a:rPr>
              <a:t>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Lets you reason locally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3328" y="4279392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4315968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Forces you to read through it anyway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DRY is about knowledge, not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WIDELY MISAPPLIED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'Don't repeat yourself' means: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every piece of knowledge should have one authoritative representation.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It does not mean 'no two pieces of code may look alike'.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Two functions that happen to have the same five lines, for unrelated reasons, are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duplication. Merging them couples two things that will diverge, and the merged function grows flags to serve both — control coupling, arriving by the front door.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Ask: if the requirement changes, must both change?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yes, it is duplication. If no, it is coincidence.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Assessing a decomposition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Name the likely changes.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Then trace how many modules each one touches.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One-sentence test.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Describe each module without using 'and'. If you cannot, cohesion is low.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Draw the dependency graph.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Cycles are a hard signal; a module everything depends on is a bottleneck.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Count interface size against implementation size.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Shallow modules are candidates for inlining.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Look for shotgun surgery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change that always touches the same seven files. That is a missing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Shotgun surgery is the most reliable symptom of a wrong boundary.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module boundary is a bet that two things change independently. Judge it by which change it makes cheap.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Low coupling between, high cohesion within. The one-sentence test — describe it without 'and' — catches poor cohesion fast.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boolean parameter that selects behaviour is usually two functions wearing one name.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Parnas: decompose by the design decision each module hides, not by processing step.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Depth is the measure: small interface over substantial implementation. A shallow module costs more than it hides.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DRY is about knowledge, not text. If a requirement change would not force both to change, it is coincidence, not duplication.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