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Partitioning is a hypothesis about the implementation, which is why it works and why it can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Shrinking is the feature that makes property testing practical — a 200-element failure becomes a 2-element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fake-over-mock recommendation is the practical content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'never executed therefore does not work' framing is blunt and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Test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Choosing which cases to 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equivalence partitioning and boundary analysis.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property-based tests and choose good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test doubles appropriately and know their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Test error paths and concurrency deliberately.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characterisation tests for code you do not understand.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input space is infinite. Partition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Equivalence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Divide the input space into classes where you believe the code behaves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same way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across the class.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Test one value from each class. Testing a second adds little.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withdraw(balance, amount)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amount &lt; 0 · amount = 0 · 0 &lt; amount &lt; balance · amount = balance · amount &gt; balance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Five tests cover the meaningful space far better than five hundred random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Bugs live at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TO CONCENTRATE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Off-by-one errors, wrong comparison operators, and overflow all occur at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equivalence classes, not in the middle.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for every boundary, test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just below, exactly at, and just above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Empty collection, one element, many. Zero, one, maximum.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INT_MAX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INT_MIN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Empty string, one character, maximum length.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Boundary values are where to spend your test budget.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value in the middle of a class rarely finds anything a boundary value would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Property-based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 a property; let the machine find the counterexample.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Testing a claim rather than a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 EXAMPLE-BASED: three cases you thought of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def test_sort():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assert sort([3,1,2]) == [1,2,3]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assert sort([]) == []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assert sort([1]) == [1]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 PROPERTY-BASED: a claim about ALL inputs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@given(lists(integers()))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def test_sort_is_ordered(xs):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result = sort(xs)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assert all(result[i] &lt;= result[i+1] for i in range(len(result)-1))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@given(lists(integers()))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def test_sort_is_a_permutation(xs):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assert Counter(sort(xs)) == Counter(xs)   # catches "return []"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 The framework generates hundreds of cases, including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 nasty ones you would not have thought of -- and SHRINKS any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# failure to a minimal counterexample.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second property is essential. Without it,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return []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passes the first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Properties worth looking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Round trip: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decode(encode(x)) == 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The single most productive property.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Invariant: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something true of every output — sorted, balanced, non-negative.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Idempotence: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f(f(x)) == f(x)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True of normalise, sort, absolute value.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Oracle: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compare against a slow obviously-correct implementation.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Metamorphic: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known relation between outputs —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sort(xs + ys)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contains everything in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Round-trip properties find serialisation bugs that examples almost never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Test doubles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Five kinds, routinely confused, with different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DOUBLES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five kinds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Dummy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Fills a parameter; never 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argument is irrelevant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Returns canned answers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 need a specific input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Records calls for later inspection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call itself is the effect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Asserts on calls made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7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5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 sparingly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real working lightweight version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7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5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Usually best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Prefer fakes to mocks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asserts that specific calls were made — so the test is coupled to the implementation (Module 05), and it encodes your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belief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about how the dependency behaves, which may be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a real, working, simplified implementation — an in-memory database, a map-backed repository. Tests using it exercise real behaviour and survive refactoring.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Best of all: use the real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it is fast enough. An in-memory SQLite is a real database.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quality of a fake matters: a fake whose behaviour diverges from the real implementation gives false confidence. Ideally the fake is maintained by whoever owns the real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Hard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Error paths, concurrency, and legacy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ERROR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least-tested, most-dangerous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Error handling is the code most likely to be wrong, because it is the code least often executed.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it runs when things are already going badly.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Force the errors: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inject failures, fill the disk, drop the network, exhaust memory, return malformed responses.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Fault injection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chaos engineering are this idea applied to systems.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retry path that has never executed is a retry path that does not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Concurrency cannot be tested into correctness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BE HONEST ABOUT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race condition requires a specific interleaving. Running the test a thousand times may never produce it, and then production does on the first day (CSCE 611 Module 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testing is necessary and not sufficient.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ThreadSanitizer, which reasons about happens-before rather than observed outcomes; stress tests with randomised scheduling; deterministic simulation that controls the interleaving.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above all, reduce sharing.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Code with no shared mutable state has no races to find.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LEGACY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Characterisation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must change code you do not understand and that has no tests. The usual situation.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Characterisation test: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write tests that capture what it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currently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does — not what it should do.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Run it, record the output, assert that output.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These are not correctness tests. They are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safety net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they tell you when you changed behaviour.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Then refactor with confidence, and fix the bugs you find afterwards — deliberately, one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Feathers's technique, and the only workable approach to untested legacy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Partition the input space into equivalence classes and test one value from each. A second value from the same class adds little.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Bugs cluster at boundaries. Test just below, at, and just above every edge — that is where the budget belongs.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Property-based tests state a claim about all inputs; the framework finds and shrinks counterexamples you would not have thought of.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Round trip, invariant, idempotence, oracle, metamorphic — five property patterns that cover most situations.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Prefer fakes to mocks: a fake exercises real behaviour and survives refactoring, a mock encodes your beliefs about a dependency.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Error paths are the least-executed and most-dangerous code. Force the failures; a retry path that never ran does not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