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'reading dominates' point is the one that justifies almost every practice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Brooks's argument that accidental complexity had already been largely conquered was wrong, and usefully so — we invented new kinds.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stressing the 'late' qualifier: adding people early to a partitionable project is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Reframing Brooks's law as an argument for modularity rather than against hiring is the useful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about TDD's contested evidence builds credibility for the claims that are well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Software Engineering Exists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Programming integrated over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programming from software engineering.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essential from accidental complexity.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most software cost occurs after first release.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adding people to a late project makes it later.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Judge a practice by whether it reduces the cost of the next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scale.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Engineering is programming integrated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Programming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produces a program that works now, for you, on this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Software engineering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produces a program that still works in three years, when you have forgotten it, when four other people have modified it, and when the requirements have changed twice.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difference is not size. A hundred-line script maintained for a decade is an engineering problem; a hundred-thousand-line program thrown away after one run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practice in this course is judged by one question: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does it reduce the cost of the next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the money actually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Share of total 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7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5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Initial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~20–40%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7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5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part everyone plans for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Maintenance and evolution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~60–80%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7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5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part nobody budgets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 of which: reading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5876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849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 of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67727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7455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Understanding precedes changing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Code is read far more often than it is written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line of code is written once and read dozens of times — during review, during debugging, during every subsequent change, by people who were not there when it was written.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optimising for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writing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speed is optimising the wrong variable. Clever compression that saves two minutes of typing and costs ten minutes of comprehension, twenty times, is a large net loss.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single observation justifies naming conventions, explicit over implicit, boring over clever, and most of the rest of this course.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Write for the person who reads it next.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usually you, and you will have forgotten.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kinds of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you can remove. One you cannot.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BROOKS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Essential and accidental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Essential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Inherent in the problem itself.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Tax law is complicated. A payroll system must be.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Cannot be removed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only relocated or exposed.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Hiding it does not reduce it.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Shrinks only if the requirements shrink.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Accidental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Introduced by how we build, not by what we build.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Build systems, configuration, framework ceremony, duplication.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Can be removed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and that is where engineering effort pays.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Most tooling progress attacks this.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Grows silently if nobody attacks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Diagnose before you simplify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DISTINCTION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Effort spent removing essential complexity is wasted — the complexity reappears somewhere, usually somewhere worse.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system that hides genuine domain complexity behind a 'simple' interface has not removed it; it has made it surprising.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Effort spent removing accidental complexity compounds, because it reduces the cost of every future change.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first question about any messy system is which kind you are looking at.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'This is complicated' is not a diagnosis.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Brooks's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quoted result in the field, and the most misquoted.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adding people does not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communication paths  =  n(n−1)/2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Ten people have 45 pairwise channels. Twenty have 190.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work output  ∝  n  (at best)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Linear, and only if the work partitions cleanly.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overhead  ∝  n²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Quadratic. Eventually it dominates.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Adding people to a late software project makes it later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because of ramp-up time plus quadratic communication cost.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BROOKS'S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does and does not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say: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adding people to a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late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project makes it later. New people must be trained by the people doing the work.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Does not say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that teams cannot grow, or that large projects are impossible.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real content: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communication cost is quadratic, so the way to scale is 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reduce the need to communicate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Which is what modularity, interfaces, and documentation are for.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Conway's law is the same observation from the other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Conway's law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STRUCTURAL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system's architecture mirrors the communication structure of the organisation that built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Three teams will produce three components, with the awkward interfaces falling exactly on the team boundaries.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an observation, not advice — but it can be used deliberately: choose the architecture you want, then organise teams to match. That is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inverse Conway manoeuvre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And it predicts failure: a team structure that does not match the intended architecture will reshape the architecture, not the other way 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Judging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This field has more opinion than evidence. Here is what the evidence says.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actually measured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frequent deploys outperform large rare ones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DORA, multi-year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Version control and CI improve outcomes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Code review finds defects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Specific language or framework matters most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Weak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TDD specifically improves quality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Mixed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 — honestly contested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Pair programming is worth the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87568" y="4754879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6" y="4791455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Mixed; context-dependent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THIS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the rest of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Where evidence is strong, it is cited.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Where a practice is convention rather than evidence, that is said.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Where reasonable practitioners disagree, both positions are given.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 suspicious of confident advice in this field.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Much of it is one person's experience generalised past its warrant.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test is always the same: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does this reduce the cost of the next change, in my context?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Including the advice in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Software engineering is programming integrated over time. The distinguishing variable is duration, not size.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Most of a system's cost is incurred after first release, and most of that is spent reading code before changing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Write for the reader, not the writer. Cleverness that costs comprehension is a net loss.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Essential complexity comes from the problem and cannot be removed; accidental complexity comes from our tools and can. Diagnose which.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Communication cost is quadratic in team size, so the way to scale is to reduce the need to communicate — which is what modularity is for.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Conway's law: architecture mirrors organisation. You can use this deliberately, and it will happen whether you do or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