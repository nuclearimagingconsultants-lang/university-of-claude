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as a feedback-latency problem makes the agile response feel like engineering rather than ideology.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dropped caveat is why 'agile means no documentation' became a widespread misreading.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estimate-becomes-commitment dynamic explains most dysfunction around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#NoEstimates position is stronger than it sounds once you have uniform small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change-approval finding is the most uncomfortable and the most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How teams organise work, and what the evidence says.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waterfall persisted and what it got right.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Agile Manifesto actually said.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agile principles from Agile ceremony.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Estimate honestly, and explain why estimates are unreliable.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a process by what it optimises.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Waterfall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Maligned, and the original paper said the opposite of what people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Royce's 1970 paper argued against the model it is credited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HISTORICAL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Royce presented the sequential model — requirements, design, implementation, verification — and then wrote that it 'is risky and invites failure'.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His recommendation was to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 it twice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to feed testing back into design. Essentially an iterative process.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sequential diagram was adopted and the argument against it was not, which is among the more consequential misreadings in the field.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got right: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thinking before building; writing things down; that late changes cost more than early ones. Those remain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IT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sequential development 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Requirements are not knowable up front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02). People learn what they want by using something.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feedback until the end.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misunderstanding in week two surfaces in month nine.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working software for a long time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progress cannot be verified — only reported.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Change is treated as failure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it is resisted rather than planned for.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core problem is feedback latency.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Agile said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sentences, and most of what followed is not in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MANIFESTO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preferences, 2001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303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870448" y="1901952"/>
            <a:ext cx="5760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0176" y="1956816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Value more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Processes and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70448" y="2377440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0176" y="2414016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Individuals and interactions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Comprehensive 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2852928"/>
            <a:ext cx="5760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2889504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Working software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Contract negotiation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0448" y="3328416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0176" y="3364992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Customer collaboration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Following a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70448" y="3803904"/>
            <a:ext cx="5760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0176" y="3840480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Responding to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Agile principles and Agile ceremony are different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principles are modest and well supported: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deliver frequently, get feedback, respond to change, keep it simple, reflect and adjust.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ceremony is what was sold: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two-week sprints, story points, velocity, stand-ups, retrospectives, certifications, consultants.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Much of the ceremony has no evidence behind it, and some of it contradicts the principles — a two-week sprint commitment is a plan you are not supposed to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Evaluate any practice by whether it shortens the feedback loop.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it does not, it is overhead regardless of what it is called.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Unreliable for structural reasons.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estimates are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planning fallacy.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People systematically underestimate, even knowing they do.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Unknown unknowns.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work you did not know existed is, by definition, not in the estimate.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Estimates become commitments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moment someone writes them down, so they get padded, so they become less informative.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Estimating requires understanding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understanding usually arrives by doing the work.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Historical data beats judgement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almost nobody keeps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Approaches that work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7772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Historical throughput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377440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4140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Measure how long similar items actually took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Ranges, not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52928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889504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'Two to six weeks, most likely three'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Reference 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332841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364992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Compare against similar past projects, not from scratch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Slice smaller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3803904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840480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items estimate better; errors cancel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#NoEstimates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4279392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8496" y="4315968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Slice to similar size, count throughput, skip estimating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Measure cycle time instead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Cycle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from starting an item to delivering it — is measured, not guessed.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Plot the distribution. 'Items like this take 3–10 days, 85% within 8' is a forecast with evidence, derived from your team on your codebase.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improves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you gather data, and it cannot be padded or negotiated.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And it directs attention usefully: reducing cycle time means removing waiting, which is where most of the time goes — not typing.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Less than the industry's confidence suggests.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Practices by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7568" y="1901952"/>
            <a:ext cx="5943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9568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batches, frequent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8" y="237744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4140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DORA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Version control, CI, automated deploy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852928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889504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Loosely coupled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332841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3364992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Psychological safety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3803904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3840480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the best predictor found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Heavyweight change approval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427939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4315968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Negative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worse on both axes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Specific ceremonies, story points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87568" y="4754879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7296" y="4791455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Weak to none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best predictor is whether people can speak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FINDING NOBODY 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Google's Project Aristotle set out to find what makes teams effective. The strongest factor was not skill, seniority, or process.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was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psychological safety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whether members believe they can admit a mistake, ask an obvious question, or disagree without being punished.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Mechanism: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problems surface early. Bad news travels fast. People ask instead of guessing. Bugs get reported rather than hidden.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Which makes a blameless culture an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engineering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practice — it determines how quickly you learn about problems, which is the whole subject of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JUDGING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evaluate any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it shorten the feedback loop?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single best question.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it surface problems early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or hide them until a deadline?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it reduce batch size?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it make work visible?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anyone deciding to continue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is it just what we do?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practice nobody can justify is ceremony. Stop it and see what breaks.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Most process dysfunction is practices retained after their reason expired.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Royce's 1970 paper argued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against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pure sequential development. The diagram was adopted and the argument was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Waterfall's core problem is feedback latency, not documentation or planning — both of which remain valuable.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Agile Manifesto is four preferences with an explicit caveat that both sides have value. The caveat is routinely dropped.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Agile principles are modest and supported; Agile ceremony largely is not. Judge any practice by whether it shortens feedback.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Estimates are unreliable for structural reasons, and become commitments the moment they are written down. Measure cycle time instead.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Psychological safety is the strongest predictor of team effectiveness found, because it determines how fast problems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