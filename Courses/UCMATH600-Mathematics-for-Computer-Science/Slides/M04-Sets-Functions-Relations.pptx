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equivalence-equals-partition correspondence is the fact to carry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UC MATH 600 — Mathematics for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Sets, Functions, Relations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vocabulary every later course assumes you have.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UC MATH 600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Work with sets, operations, and power sets.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functions precisely, and classify them.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relations, equivalence, and partial orders.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infinite sets by bijection.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diagonal argument.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 operations that get used constantly.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need fluently, and the two traps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Membership, subset, union, intersection, difference, complement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distinction between ∈ and ⊆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the first trap: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set can be both an element and a subset of something.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power set has 2 to the n elements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for an n-element set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the counting fact used most often in this program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from CSCE 637 to CSCE 640.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Cartesian products and tuples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how every relation and every graph edge is defined.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the empty set is a subset of everything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the second trap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vacuously true statements are true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a proof that forgets the empty case is incomplete.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Plus: a set has no order and no repetition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{1,2} = {2,1} = {1,1,2} — and if you need order or repetition you wanted a sequence or a multiset.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Vacuously true statements are true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a proof that forgets the empty case is incomplete, which is a common and quiet error.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Defined properly, because the definition is used.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function assigns exactly one output to every input of its domain — and both halves are checkable 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PEDANTIC DEFINITION EARNS ITS KEEP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element of the domain gets an output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(totality),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exactly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(well-definedness)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both are things that can fail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especially when you define a function by a formula on equivalence classes.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Injective: different inputs give different outputs.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Surjective: every element of the codomain is hit.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Bijective: both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only a bijection has an inverse.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vocabulary CSCE 627 and CSCE 637 use without definition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which Part 4 needs.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'well-defined' is a real obligation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you define f on a class by picking a representative, you must show the answer does not depend on which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proof step people routinely skip.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are more general and just as common.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properties, and the two combinations that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Where it shows 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Reflexive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Every element relates to itself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Both of the below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Symmetric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If a~b then b~a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Equivalence relations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Antisymmetric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a≤b and b≤a force a=b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Partial orders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Transitive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a~b and b~c give a~c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Both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Equivalence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Refl + sym + trans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Partitions the set into classes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Partial order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44368" y="4754879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54096" y="4791455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Refl + antisym + trans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84848" y="4754879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94576" y="4791455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Scheduling, type systems, lattices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Infinite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the diagonal argument lives.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 sets have the same size if a bijection exists between them — and this gives surprising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DEFINITION, AND WHAT FOLLOWS FROM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integers and the even integers have the same size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n ↦ 2n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offends intuition and is the definition's consequence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a paradox.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rationals are countable too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a zigzag enumeration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'more spread out' does not mean 'bigger'.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the reals are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Cantor's diagonal argument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given any list of reals, construct one differing from the n-th in the n-th digit, so no list is complete.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single most reused argument in theoretical computer science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CSCE 627's undecidability and CSCE 637's hierarchy theorems are both diagonal arguments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recognising the shape is worth more than the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counting consequence that matters for computing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There are countably many programs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each is a finite string over a finite alphabet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uncountably many functions from naturals to {0,1}.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almost every function is not computable by any program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counting alone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before any halting-problem argument.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CSCE 627's opening result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follows from this module rather than from anything about computation.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a good demonstration of what counting arguments buy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sweeping conclusion from no machinery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pattern worth looking for.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Vacuously true statements are true, and a proof that forgets the empty case is incomplete.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function must be total and well-defined, and both are conditions that can fail.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'Well-defined' is a real obligation when you define something on equivalence classes.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An equivalence relation and a partition are the same thing.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Two sets have the same size if a bijection exists, which gives answers that offend intuition and are not paradoxes.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There are countably many programs and uncountably many functions, so almost every function is uncomputable — by counting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