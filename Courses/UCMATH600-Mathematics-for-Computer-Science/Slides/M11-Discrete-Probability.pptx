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Independence is a claim that must be justified, and assuming it is the second commonest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single most practically important calculation in the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UC MATH 600 — Mathematics for Computer Science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Discrete Probability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Counting with weights, and the errors everyone makes.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UC MATH 600 · Module 11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Set up a probability space correctly.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Use conditional probability and independence.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Apply Bayes' rule and explain base rates.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Avoid the standard probability errors.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Connect this to the randomised algorithms ahead.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MATH 600 · Mathematics for Computer Science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is where most errors are actually made.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MATH 600 · Mathematics for Computer Science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Name the sample space before computing anything, because almost every error is a sample space error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DISCIPLINE THIS MODULE IS BUILT 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probability space is a set of outcomes and a weight on each, summing to one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an event is a subset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whose probability is the sum of its weights.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means a probability question is a counting question with weights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06)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rules of counting carry over directly.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classic paradoxes are almost all disputes about the sample space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'two children, one is a boy' has different answers depending on how you learned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the space differs.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write the outcomes down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especially when the answer surprises you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resolves more confusion than any formula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is this module's one habit.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MATH 600 · Mathematics for Computer Science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Conditioning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And independence, which is a claim and not a default.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MATH 600 · Mathematics for Computer Science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CONDITIONING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definitions, and what they mean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P(A | B) = P(A and B) / P(B)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Restrict the sample space to B and renormalise. That is literally all conditioning is.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A and B independent iff P(A and B) = P(A)·P(B)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Equivalently P(A|B) = P(A): knowing B tells you nothing about A. This is a property to check, not an assumption to make.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union bound: P(A or B) ≤ P(A) + P(B), always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No independence needed, and it is the most useful inequality in CSCE 658 — crude, free, and usually enough.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union bound needs no assumptions and is usually enough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which makes it the most useful inequality in randomised algorithms.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MATH 600 · Mathematics for Computer Science  —  Module 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Bayes and base rates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calculation everyone gets wrong, including professionals.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MATH 600 · Mathematics for Computer Science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BAYES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99% accurate test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SETUP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1 person in 10,000 has the condition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the test is 99% accurate both ways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you test positive. P(condition | positive)?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COUNT 1,000,000 PEOPLE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100 have it.  99 of them test positive.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999,900 do not. 1% of them -- 9,999 --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  test positive anyway.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positives: 99 + 9,999 = 10,098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of which真 positives: 99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P(condition | positive) = 99 / 10,098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                     = about 1%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SO A 99% ACCURATE TEST GIVES A 1% ANSWER.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Not a trick: the false positives come from a pool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10,000 times larger, so they swamp the true ones.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AND THE LESSON: the base rate is not a detail.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Module 06's frequency framing makes this obvious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and the formula makes it opaque.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Count a million people instead of applying the formula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the frequency framing makes this obvious where the algebra makes it opaque.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MATH 600 · Mathematics for Computer Science  —  Module 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Which generalises: a rare thing detected by an imperfect test is mostly false positives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WHERE THIS REAPPEARS IN THE PROGRAM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Intrusion detection, spam filtering, disease screening, and fraud detection all have this shape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all of them produce alert fatigue for exactly this reason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(CSCE 701 §09).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is why precision and recall are reported separately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rather than as a single accuracy (CSCE 633, CSCE 670 §03).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classifier that is 99% accurate on a 1-in-10,000 problem can be worse than useless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'accuracy' is the metric that hides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(CSCE 676 §13's proxy problem).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habit: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when told an accuracy, ask for the base rate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one question and changes the interpretation entirely.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MATH 600 · Mathematics for Computer Science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standard errors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Five of them, and they recur for a lifetime.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MATH 600 · Mathematics for Computer Science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goes wrong, reliably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Ignoring the base rate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(Part 3) — the most consequential, and the one professionals make.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Assuming independence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which is a claim about the world and is usually false for the things you care about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; correlated failures are the reason redundancy disappoints.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Confusing P(A|B) with P(B|A)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'most accidents happen near home' and 'driving near home is dangerous' are different claims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and the first is about where people drive.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The gambler's fallacy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independent trials have no memory, and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 coin is not 'due'.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conditioning on the wrong thing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selection effects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where the sample you can see was filtered (CSCE 676 §08).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Correlated failures are the reason redundancy disappoints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which is the independence assumption failing where it was least examined.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MATH 600 · Mathematics for Computer Science  —  Module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where this goes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CSCE 658 is this module plus Module 12's concentration bounds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randomised algorithms are probability applied to a sample space you constructed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the easy case.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every machine learning course is this module with continuous distributions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discrete version is where the intuitions are built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Plus the probabilistic method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prove something exists by showing a random object has it with positive probability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a counting argument in disguise and is one of the most elegant techniques in the subject.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So: name the space, check independence, and ask for the base rate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three habits, and they cover most of what goes wrong.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MATH 600 · Mathematics for Computer Science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Name the sample space before computing, because almost every error is a sample space error.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Conditioning is restricting the sample space and renormalising — that is all it is.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Independence is a property to check, not an assumption to make.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The union bound needs no assumptions and is usually enough.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A 99% accurate test for a 1-in-10,000 condition gives a 1% answer, because the false positives come from a pool 10,000 times larger.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Correlated failures are the reason redundancy disappoints.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MATH 600 · Mathematics for Computer Science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