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clearest example of Module 06's technique producing a real theorem.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Modelling is the skill; the theorems are looked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Graphs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data structure that is also a proof technique.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graphs and their standard vocabulary.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the handshake lemma and use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connectivity, paths, and cycles.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Model problems as graphs.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bipartite and planar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every later course assumes.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need, stated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graph is a set of vertices and a set of edges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each edge a pair of vertices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directed if the pairs are ordered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weighted if edges carry numbers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Degree is the number of edges at a vertex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; in a directed graph, in-degree and out-degree separately.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path is a walk with no repeated vertex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; a cycle is a path that returns to its start — and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distinction between walk, trail, and path is where sloppy statements go wrong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Connected means a path exists between every pair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;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component is a maximal connected piece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simple means no loops and no repeated edges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most theorems assume and few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Most graph theorems assume 'simple' and few of them say so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worth checking before applying one to a multigraph.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handshake lemma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first real theorem, and it is a double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HANDSHAKE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Sum of degrees is twice the edges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Σ over vertices of deg(v) = 2|E|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Because each edge contributes one to the degree at each of its two endpoints — which is Module 06 §3's double counting, in its first graph application.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corollary: the number of odd-degree vertices is even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Since the total is even, the odd contributions must pair up. A one-line consequence with surprising reach.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and so: no graph has exactly one odd-degree vertex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rules out a whole class of proposed constructions instantly, and is the usual way the lemma gets used.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handshake lemma is a double count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count edge-endpoint incidences by edge, and by vertex, and equate.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skill, rather than the theorems.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Problems that become graph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Vertices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Scheduling with conflicts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Conflict — then colour the graph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Dependency resolution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Packages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Depends-on — then topologically sort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Routing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Links with weights — shortest path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Matching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 groups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Compatibility — bipartite matching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State 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Configurations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Legal moves — then it is reachability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modelling decision is which objects are vertices, which is not always obvious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THE THINKING ACTUALLY HAPPENS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same situation can be modelled several ways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right choice makes a hard problem standard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whole art.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Edge colouring is vertex colouring of the line graph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puzzle's states are vertices and its moves are edges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reframings that convert an unfamiliar problem into a looked-up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to ask is: what are the objects, and what is the relation?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then check whether the resulting graph has a name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this module is placed before CSCE 629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course assumes you can already turn a problem into a graph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spends its time on algorithms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special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Bipartite and planar, both of which have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Bipartite means two-colourable means no odd cycle — three equivalent statements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graph is bipartite if its vertices split into two sets with every edge crossing between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equivalently, it is 2-colourable; equivalently, it has no odd-length cycle.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equivalence gives you a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two-colour it greedily by breadth-first search, and a conflict exhibits an odd cycle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linear time, and the failure is informative.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matters because matching problems need bipartiteness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717 §09),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great many scheduling problems are bipartite without looking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Planar graphs are the other special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drawable without crossings, satisfying Euler's formula V − E + F = 2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bounds their edge count and is why planar problems are easier.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Most graph theorems assume 'simple' and few of them say so.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handshake lemma is a double count: sum of degrees is twice the edges.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number of odd-degree vertices is always even, which rules out proposed constructions instantly.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Modelling is the skill; the theorems are looked up.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Any puzzle with states and moves is a graph, and 'is it solvable' is reachability.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Bipartite, 2-colourable, and no-odd-cycle are three names for the same property, and the test is linear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