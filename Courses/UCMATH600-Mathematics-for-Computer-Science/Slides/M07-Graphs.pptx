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outcomes before the content. Every slide that follows exists to serve one of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clearest example of Module 06's technique producing a real theorem.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Modelling is the skill; the theorems are looked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86868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UNIVERSITY OF CLAUDE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41732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A9B4C4"/>
                </a:solidFill>
                <a:latin typeface="Calibri"/>
              </a:rPr>
              <a:t>UC MATH 600 — Mathematics for Computer Science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4884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6B68"/>
                </a:solidFill>
                <a:latin typeface="Calibri"/>
              </a:rPr>
              <a:t>MODULE 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10241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Georgia"/>
              </a:rPr>
              <a:t>Graphs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4526280"/>
            <a:ext cx="2377440" cy="41148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800600"/>
            <a:ext cx="9509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>
                <a:solidFill>
                  <a:srgbClr val="9AA5B5"/>
                </a:solidFill>
                <a:latin typeface="Calibri"/>
              </a:rPr>
              <a:t>The data structure that is also a proof technique.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6080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E697A"/>
                </a:solidFill>
                <a:latin typeface="Calibri"/>
              </a:rPr>
              <a:t>UC MATH 600 · Module 07 of 13 · original material, share freely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MODULE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you will be able to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Define graphs and their standard vocabulary.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Prove the handshake lemma and use it.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connectivity, paths, and cycles.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Model problems as graphs.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Recognise bipartite and planar structure.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MATH 600 · Mathematics for Computer Science  —  Module 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The vocabulary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Which every later course assumes.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MATH 600 · Mathematics for Computer Science  —  Module 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VOCABULARY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you need, stated once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A graph is a set of vertices and a set of edges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, each edge a pair of vertices —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directed if the pairs are ordered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,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weighted if edges carry numbers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Degree is the number of edges at a vertex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; in a directed graph, in-degree and out-degree separately.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A path is a walk with no repeated vertex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; a cycle is a path that returns to its start — and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the distinction between walk, trail, and path is where sloppy statements go wrong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Connected means a path exists between every pair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;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a component is a maximal connected piece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And simple means no loops and no repeated edges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— which most theorems assume and few state.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1">
                <a:solidFill>
                  <a:srgbClr val="798290"/>
                </a:solidFill>
                <a:latin typeface="Calibri"/>
              </a:rPr>
              <a:t>Most graph theorems assume 'simple' and few of them say so</a:t>
            </a:r>
            <a:r>
              <a:rPr sz="1050" b="0" i="1">
                <a:solidFill>
                  <a:srgbClr val="798290"/>
                </a:solidFill>
                <a:latin typeface="Calibri"/>
              </a:rPr>
              <a:t> — which is worth checking before applying one to a multigraph.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MATH 600 · Mathematics for Computer Science  —  Module 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The handshake lemma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The first real theorem, and it is a double count.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MATH 600 · Mathematics for Computer Science  —  Module 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HANDSHAKE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Sum of degrees is twice the edges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901952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93392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Σ over vertices of deg(v) = 2|E|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78608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Because each edge contributes one to the degree at each of its two endpoints — which is Module 06 §3's double counting, in its first graph application.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127248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3127248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218688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corollary: the number of odd-degree vertices is even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03904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Since the total is even, the odd contributions must pair up. A one-line consequence with surprising reach.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52544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4352544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443983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and so: no graph has exactly one odd-degree vertex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29200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Which rules out a whole class of proposed constructions instantly, and is the usual way the lemma gets used.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669279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1">
                <a:solidFill>
                  <a:srgbClr val="798290"/>
                </a:solidFill>
                <a:latin typeface="Calibri"/>
              </a:rPr>
              <a:t>The handshake lemma is a double count</a:t>
            </a:r>
            <a:r>
              <a:rPr sz="1250" b="0" i="1">
                <a:solidFill>
                  <a:srgbClr val="798290"/>
                </a:solidFill>
                <a:latin typeface="Calibri"/>
              </a:rPr>
              <a:t> — count edge-endpoint incidences by edge, and by vertex, and equate.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MATH 600 · Mathematics for Computer Science  —  Module 07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Modelling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Which is the skill, rather than the theorems.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MATH 600 · Mathematics for Computer Science  —  Module 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MODELLING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Problems that become graph problems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310896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956816"/>
            <a:ext cx="28895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Problem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75887" y="1901952"/>
            <a:ext cx="310896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85615" y="1956816"/>
            <a:ext cx="28895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Vertices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84848" y="1901952"/>
            <a:ext cx="384048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94576" y="1956816"/>
            <a:ext cx="3621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Edges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377440"/>
            <a:ext cx="31089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" y="2414016"/>
            <a:ext cx="28895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Scheduling with conflicts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75887" y="2377440"/>
            <a:ext cx="31089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85615" y="2414016"/>
            <a:ext cx="28895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Tasks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84848" y="2377440"/>
            <a:ext cx="38404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94576" y="2414016"/>
            <a:ext cx="3621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Conflict — then colour the graph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852928"/>
            <a:ext cx="310896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" y="2889504"/>
            <a:ext cx="28895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Dependency resolution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75887" y="2852928"/>
            <a:ext cx="310896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85615" y="2889504"/>
            <a:ext cx="28895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Packages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84848" y="2852928"/>
            <a:ext cx="384048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94576" y="2889504"/>
            <a:ext cx="3621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Depends-on — then topologically sort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328416"/>
            <a:ext cx="31089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656" y="3364992"/>
            <a:ext cx="28895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Routing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75887" y="3328416"/>
            <a:ext cx="31089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85615" y="3364992"/>
            <a:ext cx="28895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Locations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784848" y="3328416"/>
            <a:ext cx="38404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94576" y="3364992"/>
            <a:ext cx="3621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Links with weights — shortest path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3803904"/>
            <a:ext cx="310896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6656" y="3840480"/>
            <a:ext cx="28895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Matching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75887" y="3803904"/>
            <a:ext cx="310896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785615" y="3840480"/>
            <a:ext cx="28895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Two groups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784848" y="3803904"/>
            <a:ext cx="384048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94576" y="3840480"/>
            <a:ext cx="3621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Compatibility — bipartite matching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4279392"/>
            <a:ext cx="31089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6656" y="4315968"/>
            <a:ext cx="28895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State search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75887" y="4279392"/>
            <a:ext cx="31089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785615" y="4315968"/>
            <a:ext cx="28895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Configurations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784848" y="4279392"/>
            <a:ext cx="38404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94576" y="4315968"/>
            <a:ext cx="3621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Legal moves — then it is reachability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MATH 600 · Mathematics for Computer Science  —  Module 07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And the modelling decision is which objects are vertices, which is not always obvious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WHERE THE THINKING ACTUALLY HAPPENS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The same situation can be modelled several ways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the right choice makes a hard problem standard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which is the whole art.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Edge colouring is vertex colouring of the line graph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;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 puzzle's states are vertices and its moves are edges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two reframings that convert an unfamiliar problem into a looked-up one.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the question to ask is: what are the objects, and what is the relation?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and then check whether the resulting graph has a name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is why this module is placed before CSCE 629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: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that course assumes you can already turn a problem into a graph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spends its time on algorithms instead.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MATH 600 · Mathematics for Computer Science  —  Module 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Two special structures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Bipartite and planar, both of which have tests.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MATH 600 · Mathematics for Computer Science  —  Module 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Bipartite means two-colourable means no odd cycle — three equivalent statements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CLOSING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 graph is bipartite if its vertices split into two sets with every edge crossing between them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equivalently, it is 2-colourable; equivalently, it has no odd-length cycle.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the equivalence gives you a test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: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two-colour it greedily by breadth-first search, and a conflict exhibits an odd cycle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linear time, and the failure is informative.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matters because matching problems need bipartiteness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(CSCE 717 §09), and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 great many scheduling problems are bipartite without looking it.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Planar graphs are the other special case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drawable without crossings, satisfying Euler's formula V − E + F = 2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which bounds their edge count and is why planar problems are easier.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MATH 600 · Mathematics for Computer Science  —  Module 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FFFFF"/>
                </a:solidFill>
                <a:latin typeface="Georgia"/>
              </a:rPr>
              <a:t>What to carry forward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81328"/>
            <a:ext cx="1371600" cy="320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424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1.  Most graph theorems assume 'simple' and few of them say so.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2.  The handshake lemma is a double count: sum of degrees is twice the edges.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3.  The number of odd-degree vertices is always even, which rules out proposed constructions instantly.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4.  Modelling is the skill; the theorems are looked up.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5.  Any puzzle with states and moves is a graph, and 'is it solvable' is reachability.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6.  Bipartite, 2-colourable, and no-odd-cycle are three names for the same property, and the test is linear time.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MATH 600 · Mathematics for Computer Science  —  Module 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