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bijection rule is the one worth reaching for: count something easier.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questions select the cell. That is the whole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MATH 600 — Mathematics for Computer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Counting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Reasoning that looks like arithmetic.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MATH 600 · Module 06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Use the sum, product, and bijection rules.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Count permutations and combinations correctly.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Correct for overcounting, including inclusion-exclusion.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Prove identities by double counting.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Use the pigeonhole principle.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basic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Four of them, and they compose.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four rules everything else is built from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SUM RULE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disjoint choices add.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|A union B| = |A| + |B|  when A and B are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disjoint.   "or"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PRODUCT RULE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independent choices multiply.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|A x B| = |A| * |B|.   "and then"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BIJECTION RULE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if you can biject A with B, then |A| = |B|.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The most powerful of the four: count something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ELSE that is easier, and exhibit the bijection.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DIVISION RULE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if every element of B is hit exactly k times by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a map from A, then |A| = k |B|.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This is the overcounting correction (section 2)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AND THE DISCIPLINE: say which rule you are using at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each step. A counting argument that does not name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its rules is the kind that double-counts silently.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Name the rule at each step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a counting argument that does not is the kind that double-counts silently.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Permutations and combinations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the one distinction that causes all the trouble.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FORMULAS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four cases, which is the whole 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7432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</a:p>
        </p:txBody>
      </p:sp>
      <p:sp>
        <p:nvSpPr>
          <p:cNvPr id="8" name="Rectangle 7"/>
          <p:cNvSpPr/>
          <p:nvPr/>
        </p:nvSpPr>
        <p:spPr>
          <a:xfrm>
            <a:off x="3310128" y="1901952"/>
            <a:ext cx="36576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19856" y="1956816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Order matters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67728" y="1901952"/>
            <a:ext cx="36576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77456" y="1956816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Order does not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Without repetition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2377440"/>
            <a:ext cx="3657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9856" y="2414016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n!/(n−k)! — permutations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7728" y="2377440"/>
            <a:ext cx="3657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77456" y="2414016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C(n,k) — combinations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7432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With repetition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0128" y="2852928"/>
            <a:ext cx="36576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9856" y="2889504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67728" y="2852928"/>
            <a:ext cx="36576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77456" y="2889504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C(n+k−1, k) — stars and bars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C(n,k) is the division rule: count the ordered ones, then divide by the overcount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THE FORMULA IS NOT SOMETHING TO MEMORISE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There are n!/(n−k)! ordered selections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each unordered set of k is counted exactly k! times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once per ordering.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divide by k!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the division rule of Part 1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gives C(n,k) = n!/(k!(n−k)!).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means you never need the formula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count with order, work out the overcount factor, and divide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that method handles cases the formula does not cover.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generalises directly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arrangements of a word with repeated letters divide by the factorial of each letter's multiplicity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the same argument applied twice.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Double counting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technique that proves identities without algebra.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Count one set two ways, and the two answers are equal — which is a proof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TECHNIQUE WORTH BEING FLUENT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'Sum over k of C(n,k) equals 2 to the n' is immediate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both sides count the subsets of an n-element set, one by size and one by membership-choice.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Pascal's identity C(n,k) = C(n−1,k−1) + C(n−1,k) is the same move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split the subsets by whether they contain the last element.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a proof, and a better one than the algebra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explains why the identity holds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rather than verifying that it does.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is the technique Project 2 asks for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one counting problem solved two ways, with the two answers shown equal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the clearest demonstration that counting is reasoning.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Pigeonhole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Trivial to state, surprisingly hard to apply.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PIGEONHOLE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principle, and why it is not trivial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n + 1 objects in n boxes means some box has two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which is obvious, and the difficulty is always choosing the boxes.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Generalised: n objects in k boxes means some box has at least ⌈n/k⌉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which is the form actually used.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'Two people in London have the same number of hairs' — boxes are hair counts, objects are people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and the whole argument is noticing that there are more people than possible counts.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And it gives non-constructive existence proofs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: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you learn something exists without finding it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which is Module 02 §4's second flavour.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It is also how hash collisions are proved inevitable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which is where CSCE 629 and CSCE 711 both use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The difficulty is always choosing the boxes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the principle itself is one line, and the entire content of any pigeonhole argument is what you decided to count.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inclusion-exclusion, which is the sum rule repaired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sum rule needs disjointness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when the sets overlap you subtract the pairwise intersections, add back the triples, and so 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exactly the correction for having counted the overlaps twice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the alternating signs are that correction iterated.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is used constantly in probability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11 §2), where it is the same formula with measures instead of counts.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module's one-sentence summary: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count carefully, name the rule, and check the overcount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three habits rather than a set of formulas.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Name the rule at each step; a counting argument that does not is the kind that double-counts silently.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The bijection rule is the one to reach for — count something easier and exhibit the bijection.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Ask 'does order matter' and 'can things repeat' before reaching for a formula.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C(n,k) is the division rule applied to the ordered count, so you never need to memorise it.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Counting one set two ways is a proof, and a better one than the algebra because it explains why.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In a pigeonhole argument the entire content is what you decided to use as boxes.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