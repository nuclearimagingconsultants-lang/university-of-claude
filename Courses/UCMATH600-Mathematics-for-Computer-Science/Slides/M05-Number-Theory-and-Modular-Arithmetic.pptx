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uniqueness in the division algorithm is what makes everything later well-defined.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the whole number-theoretic toolkit this program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Number Theory and Modular Arithmetic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arithmetic every hash, cipher, and index 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division algorithm and gcd fluently.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the Euclidean algorithm, extended and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in modular arithmetic, including inverses.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use Fermat's little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this is used in the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Divisibility and gcd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foundation, and the algorithm that computes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EUCLID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oldest algorithm still in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DIVISION ALGORITHM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for any a and b &gt; 0 there are unique q, r with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a = qb + r   and   0 &lt;= r &lt; b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Unique. That uniqueness is what makes mod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well-defined (Module 04 section 2).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EUCLID'S ALGORITHM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gcd(a, b) = gcd(b, a mod b),  gcd(a, 0) = a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why it works: any common divisor of a and b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divides a - qb = r, and conversely. So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pair (b, r) has the same common divisors as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(a, b) -- and the numbers shrink.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it runs in O(log min(a,b)) steps, which is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why it is still used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EXTENDED EUCLID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also returns x, y with ax + by = gcd(a, b)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-- Bezout's identity -- and x is how you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compute modular inverses (section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Extended Euclid gives you modular inverses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 whole reason it matters for cryptography.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Modular arithmetic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an equivalence relation,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≡ b (mod n) means n divides a − b, and this is an equivalence 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MODULE 04'S MACHINERY WAS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reflexive, symmetric, and transitive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partitions the integers into n residue classes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addition and multiplication are well-defined on the classes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thing that has to be proved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which Module 04 §2 warned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 compute with remainders freely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reducing at any point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makes modular exponentiation of enormous numbers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division is not automatic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has a multiplicative inverse mod n exactly when gcd(a, n) =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extended Euclid computes it (Part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theorems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of them, and they do most of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THEOREMS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actually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Fermat: if p is prime and p does not divide a, then a^(p−1) ≡ 1 (mod 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gives inverses instantly mod a prime, and underlies primality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Euler: a^φ(n) ≡ 1 (mod n) when gcd(a,n)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generalisation to composite n. φ(n) counts the integers below n coprime to it — and RSA is this theorem.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Chinese remainder: congruences mod coprime moduli have a unique joint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lets you work modulo the factors separately and recombine — used for speed, and in secret sharing.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RSA is Euler's theorem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CSCE 711 can treat it in one module rather than five.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Concretely, since the motivation is otherwise thin.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arithmetic turns up in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Hashing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every hash table's index is a mod operation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choice of modulus determines the collision behaviour (CSCE 629, CSCE 658).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Public-key cryptography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RSA is Euler's theorem and Diffie-Hellman is modular exponentiation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(CSCE 711),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Shor's algorithm attacks exactly the order-finding problem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(CSCE 640 §08).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Checksums and error detection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CRC is polynomial arithmetic modulo a fixed polynomial, which is the same idea.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Random number generation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linear congruential generators are a mod away from being useful, and understanding why they are weak needs this module.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graphics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less obviously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wrapping texture coordinates, tiling, and hash-based procedural noise are all modular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Hash-based procedural noise is modular arithmetic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one place this module touches the graphics track directly, and it touches it constantly.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Modular arithmetic is the first place Module 04's well-definedness obligation is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computing with a representative and claiming an answer about the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exactly the move that needs justifying.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Euclidean algorithm is the first non-trivial algorithm in the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a correctness argument and a complexity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CSCE 629 is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prove Euclid correct and bound its running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hand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complete exercise in everything Modules 01 through 03 taught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module sits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later: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where the proof technique first pays for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uniqueness in the division algorithm is what makes everything later well-defined.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Euclid's algorithm works because (b, a mod b) has the same common divisors as (a, b), and runs in O(log min(a,b)).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Extended Euclid gives you modular inverses, which is why it matters for cryptography.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Congruence mod n is an equivalence relation, and addition and multiplication being well-defined on classes is a thing to prove.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has an inverse mod n exactly when gcd(a, n) = 1.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RSA is Euler's theorem, which is why CSCE 711 can treat it in one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