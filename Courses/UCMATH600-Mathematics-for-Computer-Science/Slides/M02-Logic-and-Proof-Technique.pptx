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Negating correctly is what makes contradiction and contrapositive usable.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ordering is the practical content: most students reach for contradiction too early.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UC MATH 600 — Mathematics for Computer Science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Logic and Proof Technique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Three techniques that cover almost everything.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UC MATH 600 · Module 02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Read and write quantified statements precisely.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Negate a statement correctly.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Write direct and contrapositive proofs.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Write proofs by contradiction, and know when not to.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Choose a technique from the shape of the statement.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UC MATH 600 · Mathematics for Computer Science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Statements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And the quantifiers that make them precise.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UC MATH 600 · Mathematics for Computer Science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Almost every statement in this program has the form 'for all x, if P(x) then Q(x)'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SHAPE TO RECOGNISE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'Every even integer greater than two is the sum of two primes'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;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'if a graph is connected then it has a spanning tree'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same shape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the shape tells you how to start.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order of quantifiers matters absolutely: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'for every x there is a y' and 'there is a y for every x' are different statements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the second is much stronger.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the commonest source of a wrong proof in this course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proving the weak one and claiming the strong one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it happens because English hides the distinction.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write the quantifiers out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in order, before starting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costs a line and settles what you are actually trying to prove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UC MATH 600 · Mathematics for Computer Science  —  Module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NEGATION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Negating a statement, mechanically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THE RULES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not (for all x, P(x))     =  exists x, not P(x)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not (exists x, P(x))      =  for all x, not P(x)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not (P and Q)             =  not P or not Q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not (P or Q)              =  not P and not Q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not (if P then Q)         =  P and not Q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    &lt;-- this one surprises people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SO TO NEGATE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walk the quantifiers left to right, flipping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each, and negate the innermost statement.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EXAMPLE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"for every e &gt; 0 there is an N such that for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 all n &gt; N, |a_n - L| &lt; e"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negates to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"there is an e &gt; 0 such that for every N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 there is an n &gt; N with |a_n - L| &gt;= e"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WHICH IS MECHANICAL. You never have to think about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what the negation "means" -- apply the rules, then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read the result.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Negation is mechanical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flip each quantifier left to right and negate the inside; never reason about what the negation 'means'.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UC MATH 600 · Mathematics for Computer Science  —  Module 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three techniques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And what each is good for.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UC MATH 600 · Mathematics for Computer Science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TECHNIQUES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three, and when each is the right first try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4688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Technique</a:t>
            </a:r>
          </a:p>
        </p:txBody>
      </p:sp>
      <p:sp>
        <p:nvSpPr>
          <p:cNvPr id="8" name="Rectangle 7"/>
          <p:cNvSpPr/>
          <p:nvPr/>
        </p:nvSpPr>
        <p:spPr>
          <a:xfrm>
            <a:off x="3035808" y="1901952"/>
            <a:ext cx="35661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45536" y="1956816"/>
            <a:ext cx="33467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You assume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01968" y="1901952"/>
            <a:ext cx="40233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11696" y="1956816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Best when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468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Direct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35808" y="2377440"/>
            <a:ext cx="35661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45536" y="2414016"/>
            <a:ext cx="33467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P, and derive Q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01968" y="2377440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11696" y="2414016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 gives you something to work with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4688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Contrapositive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35808" y="2852928"/>
            <a:ext cx="35661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45536" y="2889504"/>
            <a:ext cx="33467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not Q, and derive not 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01968" y="2852928"/>
            <a:ext cx="40233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11696" y="2889504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not Q is more concrete than 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468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Contradiction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35808" y="3328416"/>
            <a:ext cx="35661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145536" y="3364992"/>
            <a:ext cx="33467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 and not Q, derive nonsense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01968" y="3328416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11696" y="3364992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The claim is a non-existence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4688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Cases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35808" y="3803904"/>
            <a:ext cx="35661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145536" y="3840480"/>
            <a:ext cx="33467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Each possibility in turn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601968" y="3803904"/>
            <a:ext cx="40233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11696" y="3840480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The situation genuinely splits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468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Counterexample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035808" y="4279392"/>
            <a:ext cx="35661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145536" y="4315968"/>
            <a:ext cx="33467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—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601968" y="4279392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711696" y="4315968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You suspect it is false (M01 §2)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UC MATH 600 · Mathematics for Computer Science  —  Module 02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Contrapositive is underused, and it is frequently the whole difficulty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TECHNIQUE WORTH REACHING FOR SOONER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'If n² is even then n is even' is awkward directly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you know something about n² and want something about n, which is the wrong direction.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contrapositive is 'if n is odd then n² is odd'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and now you can write n = 2k + 1 and compute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takes one line.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rule of thumb: if the hypothesis is hard to use and the negated conclusion is easy to use, take the contrapositive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a mechanical test you can apply before starting.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it is logically identical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not weaker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'if P then Q' and 'if not Q then not P' are the same statement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so nothing is given up.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UC MATH 600 · Mathematics for Computer Science  —  Module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Contradiction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Powerful, overused, and worth being careful with.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UC MATH 600 · Mathematics for Computer Science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CONTRADICTION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When it earns its keep, and when it hides a direct proof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It is the right tool for non-existence</a:t>
            </a:r>
            <a:r>
              <a:rPr sz="165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'there is no largest prime', 'the square root of two is not rational'</a:t>
            </a:r>
            <a:r>
              <a:rPr sz="1650" b="0" i="0">
                <a:solidFill>
                  <a:srgbClr val="3C4555"/>
                </a:solidFill>
                <a:latin typeface="Calibri"/>
              </a:rPr>
              <a:t> — because assuming the thing exists gives you an object to work with.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And for minimal-counterexample arguments</a:t>
            </a:r>
            <a:r>
              <a:rPr sz="1650" b="0" i="0">
                <a:solidFill>
                  <a:srgbClr val="3C4555"/>
                </a:solidFill>
                <a:latin typeface="Calibri"/>
              </a:rPr>
              <a:t>, which are induction wearing a different hat (Module 03 §4).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But a great many contradiction proofs are direct proofs with an unused assumption</a:t>
            </a:r>
            <a:r>
              <a:rPr sz="165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if you never actually used 'not Q' to reach the contradiction, you proved it directly</a:t>
            </a:r>
            <a:r>
              <a:rPr sz="1650" b="0" i="0">
                <a:solidFill>
                  <a:srgbClr val="3C4555"/>
                </a:solidFill>
                <a:latin typeface="Calibri"/>
              </a:rPr>
              <a:t> and should say so.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Which is worth checking every time</a:t>
            </a:r>
            <a:r>
              <a:rPr sz="1650" b="0" i="0">
                <a:solidFill>
                  <a:srgbClr val="3C4555"/>
                </a:solidFill>
                <a:latin typeface="Calibri"/>
              </a:rPr>
              <a:t>: 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find the step where 'not Q' was used</a:t>
            </a:r>
            <a:r>
              <a:rPr sz="1650" b="0" i="0">
                <a:solidFill>
                  <a:srgbClr val="3C4555"/>
                </a:solidFill>
                <a:latin typeface="Calibri"/>
              </a:rPr>
              <a:t>, and if there is none, rewrite it.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And a contradiction proof is harder to read</a:t>
            </a:r>
            <a:r>
              <a:rPr sz="1650" b="0" i="0">
                <a:solidFill>
                  <a:srgbClr val="3C4555"/>
                </a:solidFill>
                <a:latin typeface="Calibri"/>
              </a:rPr>
              <a:t>, because the reader must hold a false assumption throughout — which is a cost to the reader you should pay only when it buys something.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If you never used 'not Q', you proved it directly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which is worth checking every time, and rewriting when it is true.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UC MATH 600 · Mathematics for Computer Science  —  Module 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Choosing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From the shape, before you start.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UC MATH 600 · Mathematics for Computer Science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statement's shape tells you which technique to try, which turns being stuck into a procedure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CLOSING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'For all x, if P then Q' → try direct; if P is unhelpful, contrapositive.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'There is no x such that...' → contradiction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almost always, because you need the object in order to argue about it.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'For all n ≥ 1' with n in the statement → induction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03), which is the single most reliable signal in this course.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'there exists an x' → construct one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or count and show the count is non-zero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is the existence proof's two flavours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constructive and not.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UC MATH 600 · Mathematics for Computer Science  —  Module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Almost every statement in the program has the form 'for all x, if P(x) then Q(x)', and the shape tells you how to start.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Quantifier order matters absolutely, and English hides the distinction.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Negation is mechanical: flip each quantifier left to right and negate the inside.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Try direct, then contrapositive, then contradiction — in that order, because each is harder to get right.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If the hypothesis is hard to use and the negated conclusion is easy, take the contrapositive.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If you never used 'not Q', you proved it directly and should say so.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UC MATH 600 · Mathematics for Computer Science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