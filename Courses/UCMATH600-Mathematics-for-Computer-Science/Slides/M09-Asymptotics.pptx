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2 requires asymptotic proofs that exhibit c and n₀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bounds are usually easier than upper bounds and are usually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Knowing these numbers by feel is what makes complexity claims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Asymptotics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CSCE 629 is actually about.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definitions of O, Ω, and Θ precisely.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an asymptotic bound from the definition.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growth rates reliably.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asymptotic analysis hides.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notation without the standard abuses.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about eventual behaviour, with constants.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three, stated exactly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f(n) = O(g(n)): there exist c &gt; 0 and n₀ with f(n) ≤ c·g(n) for all n ≥ n₀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upper bound, eventually, up to a constant. The c and the n₀ are what you must exhibit to prove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f(n) = Ω(g(n)): same with f(n) ≥ c·g(n)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lower bound. Used far less often than it should be, and it is what a hardness result actually proves.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f(n) = Θ(g(n)): both at once, with different constants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tight bound. This is usually what you mean when you say 'the algorithm is O(n log n)' — and saying O is weaker.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Exhibit the constant and the threshold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that is what proving an asymptotic bound means, and intuition about growth is not a proof.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notation is an abuse that everybody commits, which is worth understanding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'F = O(G)' IS NOT AN EQUATION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O(g)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set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functions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'f = O(g)' really means 'f ∈ O(g)'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the relation is not symmetric and why you cannot cancel.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'O(n) = O(n²)' is true read left to right and false read right to left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clearest sign that the equals sign is doing something unusual.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n² + O(n) means 'n² plus some function in O(n)'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useful shorthand and is the reason the abuse survives.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read it as 'is' rather than 'equals'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never manipulate an O-expression as though it were an equation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the standard errors come from.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Proving a 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mechanical once you know the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shape of an asymptotic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CLAIM: 3n^2 + 7n + 2 = O(n^2).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PROOF. Take c = 12 and n0 = 1.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For n &gt;= 1 we have n &lt;= n^2 and 1 &lt;= n^2, so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3n^2 + 7n + 2 &lt;= 3n^2 + 7n^2 + 2n^2 = 12n^2.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Hence f(n) &lt;= 12 n^2 for all n &gt;= 1.  []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THAT IS THE WHOLE TECHNIQUE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bound every lower-order term by the leading one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add up the coefficients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and that sum is your c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FOR A LOWER BOUND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CLAIM: 3n^2 + 7n + 2 = Omega(n^2).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Take c = 3 and n0 = 1: the other terms are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positive, so f(n) &gt;= 3n^2.  []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AND THEREFORE Theta(n^2), by both together.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Two short proofs, and the tight bound follows.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Bound every lower-order term by the leading one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add the coefficients, and that sum is your constant — which is the whole technique.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Comparing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ordering you should know cold.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hierarchy, slowest to fastest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At n = 1,000,000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Hash lookup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O(log 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Binary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Linear scan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10⁶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 log 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Sorting, FFT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~2 × 10⁷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O(n²)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Naive pair comparison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10¹² — already too slow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O(2ⁿ)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Subset enumeration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Unimaginable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hides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 great deal, and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asymptotic bound does not tell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constant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 O(n) algorithm with a constant of 10,000 loses to an O(n log n) one with a constant of 2 for every n you will ever run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threshold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'eventually' may be past every input size that exists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galactic-algorithm problem.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memory hierarchy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two O(n) algorithms can differ by a factor of fifty on cache behaviour alone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CSCE 614's whole subject.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average case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 is worst case unless stated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quicksort is the standard example of worst case being the wrong question.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asymptotics tells you which algorithm to reach for first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measurement tells you which one is faster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both are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Asymptotics tells you which to reach for first; measurement tells you which is faster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treating either as the whole answer is the common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why the notation exists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the exact step count depends on the machine, the compiler, and the day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growth rate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asymptotics is an abstraction that discards exactly the machine-dependent part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makes an algorithmic claim portable and durable.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cost of the abstraction is Part 3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everything it discarded is sometimes the thing that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knowing when is experience.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629 and CSCE 614 in one sentence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course gives you the growth rate and the other gives you the constant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program puts them in the same semester for that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Exhibit the constant and the threshold — that is what proving an asymptotic bound means.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'f = O(g)' really means 'f is in the set O(g)', which is why you cannot manipulate it as an equation.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Bound every lower-order term by the leading one, add the coefficients, and that sum is your constant.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Lower bounds are usually easier than upper bounds and are usually omitted.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gap between n log n and n² is where most algorithmic work happens.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Asymptotics tells you which algorithm to reach for first; measurement tells you which is faster.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