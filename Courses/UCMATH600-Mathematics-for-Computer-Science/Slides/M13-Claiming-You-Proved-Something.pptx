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2's self-audit is exactly this checklist, and it reliably finds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You Proved Something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Finding your own gaps, and knowing you are 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your proof actually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Find gaps in your own arguments.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proof somebody else can check.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honestly whether you are ready for Semester 1.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program's closing rule in this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proof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narrower than what you wanted to show.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proof establishes the stated claim under the stated hypotheses, and nothing broader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hypotheses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including the ones you used without noticing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that n is positive, that the graph is simple, that the list is non-empty (Module 04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exactly was proved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'for all n' or 'for all sufficiently large 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are different and are both common.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what was assumed from elsewhere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theorem you cited is a hypothesis you did not check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form is: 'under these assumptions, this claim, by this argument'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things, and the first is the one people omit.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Finding your own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hard skill, and is mechanical.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checklist, run on your own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1  EVERY "OBVIOUSLY", "CLEARLY", "IT FOLLOWS"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is a step you did not write down. Write it.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(Module 01 section 1)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2  EVERY HYPOTHESIS: where was it used?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if nowhere, either the claim is stronger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than you stated or the proof is wrong.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3  EVERY INDUCTION: point at the line where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hypothesis was used, and say which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predecessors it needed.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(Module 03 section 1)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4  EVERY EDGE CASE: n = 0, n = 1, the empty set,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the single-element list, the disconnected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graph. Does the argument still run?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5  EVERY QUANTIFIER: is it "for all x there is 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y" or "there is a y for all x"?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(Module 02 section 1)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6  AND: would somebody who wants to disbelieve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this accept every line?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RUN THIS ON A PROOF A WEEK OLD, NOT A FRESH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Run the audit on a proof a week old, not a fresh one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you cannot see the gaps in an argument you just finished constructing.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Because you cannot see the gap in an argument you just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DELAY IS PART OF THE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While writing, you are holding the whole structure in mind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missing step is present in your head and absent from the page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you read it as though it were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week later you are the sceptical reader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§1) — which is the reader the proof was supposed to be written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reading it aloud catches a surprising amount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speech will not let you skim the connectives.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671 §01's designer blindness, arriving in mathematics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experience your own work as unfamiliar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every remedy is some way of manufacturing distance.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Are you ready?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Honestly, which is the point of this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test, which you should take before Semester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prove something by induction with all three of Module 03's requirements visible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without looking anything up?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prove 3n² + 7n = O(n²) by exhibiting c and n₀?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09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solve T(n) = 2T(n/2) + n and say which case of the master theorem it is?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10).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you do the 99% test calculation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by counting a million people? (Module 11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can you compute an expected count by indicator variables?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12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Five questions.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If you can answer all five without reference, start Semester 1; if not, the gaps name the modules to revisit.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program's, and starts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State what you proved, state what you assumed, and never claim more than you established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rule every course in the program closes 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begins here, in its original 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a proof is where the distinction between established and believed is sharpest.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CSCE 629 it becomes a stated complexity with its model named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CSCE 628 a methods section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CSCE 640 a problem, a baseline, and a machine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are all this: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claim is a claim about an argument, and the argument is the part somebody else can check.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also why the proof portfolio keeps the wrong versions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record of what you believed and why it failed is worth more than a record of what turned out to be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proof establishes the stated claim under the stated hypotheses, and nothing broader.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theorem you cited is a hypothesis you did not check.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Run the audit on a proof a week old, not a fresh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You cannot see the gap in an argument you just built, because the missing step is in your head and not on the page.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Five questions decide readiness, and the ones you fail name the modules to revisit.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record of what you believed and why it failed is worth more than a record of what turned out to be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