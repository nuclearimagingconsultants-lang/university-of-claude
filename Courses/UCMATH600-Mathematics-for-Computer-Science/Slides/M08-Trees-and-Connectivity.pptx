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this proof out yourself; it is the model for every tree argument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MATH 600 — Mathematics for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Trees and Connectivity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structure every data structure course assumes.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MATH 600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Give the equivalent characterisations of a tree.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Prove the edge-count theorem.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spanning trees and why they exist.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rooted trees, height, and node counts.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Connect this to the data structures ahead.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a tree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Five definitions, all the same.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tree is a connected graph with no cycles — and four other statements that are equivalent to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CHARACTERISATIONS, WHICH ARE USED INTERCHANGEABLY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Connected and acyclic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the usual definition.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Connected with exactly n − 1 edges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equivalent.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Acyclic with exactly n − 1 edges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equivalent.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And: a unique path between every pair of vertices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characterisation that explains why trees are useful for routing.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And: minimally connected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removing any edge disconnects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adding any edge creates exactly one cycle.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All five are the same property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proving the equivalences is the standard exercise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worth doing once, because later courses switch between them without comment.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edge 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Proved by induction, which is the model proof.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 tree on n vertices has n − 1 edges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CLAIM: a tree with n &gt;= 1 vertices has n - 1 edges.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BASE CASE. n = 1: one vertex, no edges. 1 - 1 = 0.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INDUCTIVE STEP. Suppose every tree on n vertices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has n - 1 edges. Let T be a tree on n + 1.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1  T has a leaf (a vertex of degree 1).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WHY: follow a longest path; its endpoint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cannot continue (no repeats) and cannot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branch back (no cycles), so it has degree 1.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&lt;-- this is the step people skip, and it is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the only interesting part of the proof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2  Delete that leaf and its one edge. The result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is still connected (the leaf was on no path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between other vertices) and still acyclic.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So it is a tree on n vertices.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3  By the hypothesis it has n - 1 edges.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Add back the one we removed: n edges.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So T has (n + 1) - 1 edges.  By induction, done. []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Step 1 is the only interesting part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it is the step most people assert rather than prove — which is Module 03's five errors in miniature.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Spanning trees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always exist, and that is useful.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 connected graph contains a spanning tree, and the proof is an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EXISTENCE BY 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spanning tree is a subgraph that is a tree and includes every vertex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minimal structure that keeps the graph connected.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always exists: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while a cycle remains, delete one of its edges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connectivity is preserved because the rest of the cycle still joins the endpoints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terminate when acyclic.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constructive existence proof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 §4)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construction is the algorithm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pattern worth noticing.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Plus: a connected graph on n vertices has at least n − 1 edges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follows immediately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that bound is used constantly in complexity arguments.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Rooted trees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what a data structure actually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ROOTED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counting facts the data structures courses assume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Pick a root, and every vertex has a unique parent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because there is a unique path to the root (Part 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 binary tree of height h has at most 2^(h+1) − 1 nodes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so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 tree with n nodes has height at least log₂(n+1) − 1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which is the lower bound every balanced-tree argument rests 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at least h + 1 nodes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achieved by a path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which is why unbalanced trees degrade to linear time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 binary tree with n internal nodes has n + 1 external ones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which is a double count and is used in parsing and in coding arguments.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the depth sum determines the search cost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which is what CSCE 629's balanced trees are optimising.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Height at least log₂(n+1) − 1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is the bound every balanced-tree argument rests on — and it is a counting argument, not an algorithmic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this is where the program's data structures start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Binary search trees, heaps, tries, B-trees, and BVHs are all rooted trees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every bound on them is one of Part 4's counting facts.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Including the graphics ones: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bounding volume hierarchy is a binary tree, and its traversal cost is its depth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647 §04).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balanced-tree machinery of CSCE 629 is entirely about forcing the height toward the lower bound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this module establishes and that course achieves.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pattern of this whole prerequisite: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bound comes from counting, and the algorithm is the attempt to meet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Five characterisations of a tree are equivalent, and later courses switch between them without comment.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Every tree has a leaf, proved by taking a longest path — and this is the step people assert rather than prove.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Every connected graph contains a spanning tree, and the proof is an algorithm.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connected graph on n vertices has at least n − 1 edges.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Height at least log₂(n+1) − 1 is the bound every balanced-tree argument rests 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bound comes from counting, and the algorithm is the attempt to meet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