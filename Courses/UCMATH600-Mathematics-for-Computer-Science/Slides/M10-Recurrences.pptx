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Derive the master theorem from the tree once; then you will never misapply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MATH 600 — Mathematics for Computer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Recurrences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How recursive algorithms get their running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MATH 600 · Module 10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Set up a recurrence from a recursive algorithm.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Solve by expansion and by recursion tree.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and apply the master theorem.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Verify a guess by substitution and induction.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Recognise when the master theorem does not apply.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Setting one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the step that is actually error-prone.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recurrence is a direct transcription of what the algorithm does, and getting it wrong is the usual failure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WHERE THE ERRORS 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Count the recursive calls, the size of each subproblem, and the non-recursive work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three quantities, and the recurrence writes itself.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Merge sort: two calls, each on half, plus linear merging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T(n) = 2T(n/2) + Θ(n)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base case matters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T(1) = Θ(1)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is nearly always right, and omitting it is Module 03's first error in a new setting.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Plus the floors and ceilings are usually ignorable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T(⌈n/2⌉) behaves like T(n/2) for the asymptotics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saying so once is better than carrying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Solving by expansion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method that always works and always takes longer.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EXPANSION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Unroll it, and count the levels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T(n) = 2T(n/2) + n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EXPAND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= 2[2T(n/4) + n/2] + n = 4T(n/4) + 2n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= 4[2T(n/8) + n/4] + 2n = 8T(n/8) + 3n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...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= 2^k T(n/2^k) + kn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STOP when n/2^k = 1, i.e. k = log2(n)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= n T(1) + n log2(n)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= Theta(n log n)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THE RECURSION TREE VIEW, same thing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level 0:  one problem of size n,   work n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level 1:  two of size n/2,         work n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level 2:  four of size n/4,        work n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...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log n levels, each doing n work -&gt; n log n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AND THE TREE VIEW IS THE ONE TO KEEP: it shows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WHERE the cost is. If the work per level grows,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the leaves dominate; if it shrinks, the root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recursion tree shows </a:t>
            </a:r>
            <a:r>
              <a:rPr sz="1250" b="1" i="1">
                <a:solidFill>
                  <a:srgbClr val="798290"/>
                </a:solidFill>
                <a:latin typeface="Calibri"/>
              </a:rPr>
              <a:t>where</a:t>
            </a:r>
            <a:r>
              <a:rPr sz="1250" b="1" i="1">
                <a:solidFill>
                  <a:srgbClr val="798290"/>
                </a:solidFill>
                <a:latin typeface="Calibri"/>
              </a:rPr>
              <a:t> the cost is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and whether the root, the leaves, or every level equally dominates is what the master theorem's three cases encode.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master theorem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Three cases, and they are the three tree shapes.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MASTER THEOREM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For T(n) = aT(n/b) + f(n)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compare f(n) against n^(log_b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n^(log_b a) is the total work at the leaves. The comparison decides which level dominates — which is exactly §2's tree picture.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f smaller (polynomially): T(n) = Θ(n^(log_b a))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leaves dominate. Example: T(n) = 4T(n/2) + n gives Θ(n²).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f equal: Θ(n^(log_b a) log n);  f larger: Θ(f(n))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Every level equal, or the root dominates. Merge sort is the middle case; T(n) = 2T(n/2) + n² is the last.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three cases are the three tree shapes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leaves dominate, all levels equal, or root dominates — which is why §2 is worth doing before memorising this.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it does not always apply, which the 'polynomially' is doing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CONDITION PEOPLE SKIP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comparison must be polynomial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f must be smaller or larger by a factor of n to some positive power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not merely smaller.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T(n) = 2T(n/2) + n log n falls in the gap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 log n is bigger than n, and not polynomially bigger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the theorem says nothing.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handled by expansion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(Part 2), giving Θ(n log² n)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the fallback is always available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is why Part 2 comes first.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regularity condition in case three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is almost always satisfied and should be checked once rather than assumed forever.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Substitution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Guess and verify, which is the rigorous method.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SUBSTITUTION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method that proves what the others suggest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Guess the answer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from expansion, from the master theorem, or from a similar recurrence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then prove it by induction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(Module 03).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is the only one of the three methods that is actually a proof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: expansion has an informal 'and so on', and the master theorem needs its conditions checked.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the standard trap: proving T(n) ≤ cn fails even when it is true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because the induction does not carry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strengthening the hypothesis to T(n) ≤ cn − d fixes it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is counterintuitive and correct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 stronger claim is sometimes easier to prove by induction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because the hypothesis you get to assume is stronger too.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Project 2 asks for three recurrences solved three ways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with the answers agreeing.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A stronger claim is sometimes easier to prove by induction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, because the hypothesis you may assume is stronger too — which is the one genuinely counterintuitive fact in this module.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this is the direct bridge into CSCE 629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Every divide-and-conquer algorithm in that course has its running time established by one of these three methods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usually the master theorem, usually in one line.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being fluent here means those lines are readable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not being fluent means the course's central technique arrives as an assertion.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clearest case in this prerequisite of a specific skill with a specific payoff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is worth the practice.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three methods have a division of labour: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tree shows you where the cost is, the master theorem gives the answer fast, and substitution proves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Count the recursive calls, the subproblem size, and the non-recursive work — three quantities, and the recurrence writes itself.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The recursion tree shows where the cost is: root, leaves, or every level equally.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The master theorem's three cases are the three tree shapes.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The comparison must be polynomial, which is why T(n) = 2T(n/2) + n log n falls in the gap.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Substitution is the only one of the three methods that is actually a proof.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A stronger claim is sometimes easier to prove by induction, because the hypothesis you may assume is stronger too.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