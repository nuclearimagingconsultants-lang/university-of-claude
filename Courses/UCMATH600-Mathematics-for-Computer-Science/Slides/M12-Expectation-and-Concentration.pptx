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hashing analysis in CSCE 629 and CSCE 658 is this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Markov from nothing, Chebyshev from variance, Chernoff from independence.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MATH 600 — Mathematics for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Expectation and Concentration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Averages, and why they are usually close to the truth.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MATH 600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expectations, including with linearity.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linearity needs no independence.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indicator variables to count.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Markov, Chebyshev, and Chernoff bounds.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concentration and why it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Linearity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most useful fact in the subject.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E[X + Y] = E[X] + E[Y], always — with no independence assumption whatsoever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FACT THAT DOES MOST OF THE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holds for dependent variables, for variables defined on top of each other, for anything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remarkable and is used constantly without comment.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complicated random quantity gets broken into simple pieces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each of whose expectation is easy, and the pieces add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even though the pieces interact wildly.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the indicator variable trick 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2):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write a count as a sum of zero-one variables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add their probabilities.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note E[XY] = E[X]E[Y] does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not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hold in general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one needs independence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confusing the two is the standard error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Indicator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technique linearity enables.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Counting by adding probabilities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THE TRICK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to find the expected number of things with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some property, define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X_i = 1 if thing i has it, else 0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then X = sum of X_i, and by linearity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E[X] = sum of E[X_i] = sum of P(thing i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   has the property)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EXAMPLE: n letters into n random envelopes.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Expected number in the right envelope?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X_i = 1 if letter i is correct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E[X_i] = P(letter i correct) = 1/n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E[X] = n * (1/n) = 1.    Always 1.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AND THE X_i ARE WILDLY DEPENDENT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if n-1 letters are correct the last must be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-- and linearity does not care.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THAT INDIFFERENCE TO DEPENDENCE IS THE WHOLE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POWER OF THE METHOD.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indicators are wildly dependent and linearity does not care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what makes this the most reusable technique in the subject.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Concentration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bounds, in increasing strength and assumption.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three, and what each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Needs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Markov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Non-negative, and the mean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P(X ≥ a) ≤ E[X]/a. Weak, free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Chebyshev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variance too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Deviation by kσ has prob ≤ 1/k²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Chernoff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Independent bounded variables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Exponentially small tails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concentration is why averages are useful at 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 BEHIND ALL THREE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sum of many independent small contributions is very close to its mean, with overwhelming probability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sampling works and why randomised algorithms are reliable.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probability of being far off falls exponentially in the number of trials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 few hundred samples pin down a proportion well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formal content of 'the average is representative'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statement that is false for a single trial and true for many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bounds say how many.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what CSCE 658 runs 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repeat a randomised algorithm k times and the failure probability falls like a constant to the 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converts unreliable into reliable.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Variance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one place independence is genuinely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VARIANCE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need, and the asymmetry with expectation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Var(X) = E[X²] − E[X]²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is the computational form and is how it is always actually calculated.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Var(X + Y) = Var(X) + Var(Y) only when X and Y are independent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unlike expectation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(Part 1), which is the asymmetry to remember.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In general Var(X + Y) = Var(X) + Var(Y) + 2Cov(X,Y)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the covariance term is what correlated failures contribute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(Module 11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is why diversification works and why correlated risk defeats it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the same fact, in finance and in system reliability.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the standard deviation scales as √n for a sum of n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so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the </a:t>
            </a:r>
            <a:r>
              <a:rPr sz="1650" b="1" i="1">
                <a:solidFill>
                  <a:srgbClr val="3C4555"/>
                </a:solidFill>
                <a:latin typeface="Calibri"/>
              </a:rPr>
              <a:t>average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's deviation shrinks as 1/√n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which is the square-root law behind every sample size calculation.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average's deviation shrinks as 1/√n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why quadrupling your sample halves your error, and why precision is expensive.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this is the end of the prerequisite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Linearity, indicators, and the three bounds are the whole probabilistic toolkit CSCE 629 and CSCE 658 assume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they assume it without comment.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expected running time of quicksort is an indicator argument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load of a hash table is Chernoff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amplification by repetition is concentration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if those three sentences make sense, this course has done its job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if they do not, Modules 11 and 12 are worth another week.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Module 13's self-check, essentially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taking it honestly is the last thing this prerequisite asks.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E[X + Y] = E[X] + E[Y] always, with no independence assumption — and E[XY] = E[X]E[Y] needs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indicator trick: write a count as a sum of zero-one variables and add their probabilities.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indicators are wildly dependent and linearity does not care, which is the whole power of the method.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Markov from nothing, Chebyshev from variance, Chernoff from independence — in increasing strength.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Variance adds only under independence, and the covariance term is what correlated failures contribute.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average's deviation shrinks as 1/√n, which is why quadrupling the sample halves the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