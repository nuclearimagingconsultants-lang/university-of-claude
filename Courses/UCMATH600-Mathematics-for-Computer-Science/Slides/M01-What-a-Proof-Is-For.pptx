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asymmetry between confirming and refuting is the module's practical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MATH 600 — Mathematics for Computer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What a Proof Is For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A tool for being sure, not a ritual for being graded.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MATH 600 · Module 01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what a proof establishes and what it does not.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Distinguish a proof from an argument and from evidence.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role of counterexamples and testing.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Read a proof actively rather than passively.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why this course is a prerequisite.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it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what the point of writing it down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proof is a chain of steps each of which a reader can check, ending where you wanted to be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DEFINITION, AND THE WHOLE 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Not a demonstration that you are clever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not a ritual the grader requires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device for transferring certainty from premises to a conclusion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by steps.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reader it is written for is somebody who does not already believe you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what determines the level of detail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is the only question to ask when deciding what to include.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'obviously' is a warning sign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marks the place where you stopped checking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in this program's experience it marks the place where the error is.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proofs are written at all: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are the reader most likely to be fooled by your own argument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writing it out is the cheapest available defence against that.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Proof, argument,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Three different things, and the differences matter.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KINDS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each establishes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2860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Kind</a:t>
            </a:r>
          </a:p>
        </p:txBody>
      </p:sp>
      <p:sp>
        <p:nvSpPr>
          <p:cNvPr id="8" name="Rectangle 7"/>
          <p:cNvSpPr/>
          <p:nvPr/>
        </p:nvSpPr>
        <p:spPr>
          <a:xfrm>
            <a:off x="2852928" y="1901952"/>
            <a:ext cx="39319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62656" y="1956816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it gives you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484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457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it cannot 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Proof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2928" y="2377440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656" y="2414016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Certainty, given the premises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Tell you the premises are true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Argument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52928" y="2852928"/>
            <a:ext cx="3931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62656" y="2889504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Reason to believe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8484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Rule out the case you did not consider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Evidence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52928" y="3328416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62656" y="3364992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Cases where it held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484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9457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Cover the infinitely many you did not test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Counterexample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52928" y="3803904"/>
            <a:ext cx="3931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62656" y="3840480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Certainty that it is false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4848" y="3803904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94576" y="3840480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— it is complete on its own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Which is why testing before proving is good practice rather than cheating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HOW TO USE A COMPUTER IN A MATHEMATICS COURSE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Check your conjecture on ten thousand cases first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four lines of Python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if it fails, you have saved a day and gained a counterexample.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if it holds, you have learned nothing about whether it is true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but you now know it is worth the effort of proving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real saving.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Plus the failures are informative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smallest counterexample usually shows you which hypothesis you forgot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that frequently converts a false conjecture into a true one.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workflow is: conjecture, test, then prove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Project 1 requires one of each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including one conjecture you disproved rather than 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Reading proofs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a skill, and is not reading.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How to read a proof so that you learn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Read the statement first and try it yourself for ten minutes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the only way the proof's moves become visible as choices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rather than as inevitable steps.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Then read for the </a:t>
            </a:r>
            <a:r>
              <a:rPr sz="1600" b="1" i="1">
                <a:solidFill>
                  <a:srgbClr val="3C4555"/>
                </a:solidFill>
                <a:latin typeface="Calibri"/>
              </a:rPr>
              <a:t>idea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, not the steps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most proofs have one idea and a page of verification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the idea is usually a single sentence.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Then check every step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including the ones that look routine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where published errors actually live.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Then ask where each hypothesis was used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hypothesis that is never used is either unnecessary or the proof is wrong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finding out which teaches more than the proof did.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then close the book and rewrite it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the step that distinguishes having read a proof from being able to produce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A hypothesis that is never used is either unnecessary or the proof is wrong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and checking which is the single most useful question to ask of any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Why this is a prerequisite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Stated concretely, because it determines whether you skip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CSCE 629 is written in this language and will not stop to translate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'We proceed by induction on the number of edges'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'the recurrence solves to O(n log n) by the master theorem'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;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'with probability at least 1 − 1/n'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three sentences from the first weeks of Semester 1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none of which the course will explain.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failure mode is not confusion but slow attrition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follow eighty per cent, fall further behind weekly, and conclude the subject is beyond you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it is not.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honest test is Module 13's self-check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taken before Semester 1 rather than after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four to six weeks here is the stated cost of passing 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a short time against two years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the highest-return four weeks in the whole program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for anybody who needs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MATH 600 · Mathematics for Computer Science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proof is a chain of steps a reader who does not already believe you can check.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'Obviously' marks the place where you stopped checking, which is often where the error is.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 single counterexample is complete; a million confirming cases are not.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Test the conjecture before proving it — failure saves a day and gains a counterexample.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A hypothesis that is never used means the hypothesis is unnecessary or the proof is wrong.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The prerequisite failure mode is not confusion but slow attrition.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MATH 600 · Mathematics for Computer Science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