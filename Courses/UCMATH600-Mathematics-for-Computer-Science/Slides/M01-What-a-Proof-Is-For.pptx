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between confirming and refuting is the module's practical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Proof Is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tool for being sure, not a ritual for being graded.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proof establishes and what it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 proof from an argument and from evidence.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role of counterexamples and testing.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proof actively rather than passively.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why this course is a prerequisite.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the point of writing it down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proof is a chain of steps each of which a reader can check, ending where you wanted to 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THE WHOLE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a demonstration that you are clever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a ritual the grader requires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device for transferring certainty from premises to a conclusion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steps.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reader it is written for is somebody who does not already believe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determines the level of detail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only question to ask when deciding what to include.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'obviously' is a warning 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marks the place where you stopped checking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in this program's experience it marks the place where the error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proofs are written at all: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are the reader most likely to be fooled by your own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writing it out is the cheapest available defence against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Proof, argument,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different things, and the differences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gives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cannot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Certainty, given the premises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Tell you the premises are 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Argument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Reason to believe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Rule out the case you did not consider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Cases where it held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Cover the infinitely many you did not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Counterexample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Certainty that it is false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 it is complete on its 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is why testing before proving is good practice rather than cheating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USE A COMPUTER IN A MATHEMATICS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your conjecture on ten thousand cases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four lines of Python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if it fails, you have saved a day and gained a counterexample.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if it holds, you have learned nothing about whether it is true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but you now know it is worth the effort of proving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real saving.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failures are informative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smallest counterexample usually shows you which hypothesis you forgot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frequently converts a false conjecture into a true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workflow is: conjecture, test, then prove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Project 1 requires one of each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one conjecture you disproved rather than proved.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proofs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skill, and is not reading.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a proof so that you learn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Read the statement first and try it yourself for ten minutes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only way the proof's moves become visible as choices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rather than as inevitable steps.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read for the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idea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, not the steps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most proofs have one idea and a page of verification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idea is usually a single sentence.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check every step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including the ones that look routine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where published errors actually live.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ask where each hypothesis was used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hypothesis that is never used is either unnecessary or the proof is wrong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finding out which teaches more than the proof did.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then close the book and rewrite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step that distinguishes having read a proof from being able to produce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hypothesis that is never used is either unnecessary or the proof is wrong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checking which is the single most useful question to ask of any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this is a prerequisite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concretely, because it determines whether you skip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CSCE 629 is written in this language and will not stop to translate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'We proceed by induction on the number of edges'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recurrence solves to O(n log n) by the master theorem'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'with probability at least 1 − 1/n'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sentences from the first weeks of Semester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none of which the course will explain.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 mode is not confusion but slow attrition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follow eighty per cent, fall further behind weekly, and conclude the subject is beyond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it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test is Module 13's self-check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taken before Semester 1 rather than after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term here — thirteen modules and two project weeks — is the stated cost of passing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short time against two years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highest-return term in the whole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anybody who needs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proof is a chain of steps a reader who does not already believe you can check.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'Obviously' marks the place where you stopped checking, which is often where the error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single counterexample is complete; a million confirming cases are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Test the conjecture before proving it — failure saves a day and gains a counterexample.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hypothesis that is never used means the hypothesis is unnecessary or the proof is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prerequisite failure mode is not confusion but slow attrition.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