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Project 1 marks every induction proof against these three requirements.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CSCE 629 uses strong induction constantly and will not flag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MATH 600 — Mathematics for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Induction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The technique computer science uses most, and does worst.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MATH 600 · Module 03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State and apply ordinary induction.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base case is not a formality.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strong induction and say when it is needed.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structural induction on recursive objects.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Recognise and avoid the standard induction errors.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principle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why it is not circular.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Prove it for the first case, and prove that each case forces the next — then every case follows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PRINCIPLE, AND THE REASON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Base case: the statement holds for n = 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(or wherever you start).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Inductive step: if it holds for n, it holds for n + 1.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Conclusion: it holds for all 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not circular, which is the thing to get clear: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step does not assume the statement is true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proves an implication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a different claim.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image is dominoes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you check the first falls, and you check that each falling knocks over the next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neither check assumes they all fall.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both halves are required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dominoes correctly spaced but never pushed stay standing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that is a base case failure rather than a technicality (Part 2).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shape to write, every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CLAIM: for all n &gt;= 1, P(n).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BASE CASE.  P(1): &lt;show it, explicitly&gt;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INDUCTIVE STEP.  Let n &gt;= 1 and SUPPOSE P(n).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&lt;this supposition is the inductive hypothesis;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say so, and use the words&gt;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... derivation ...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Therefore P(n+1).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By induction, P(n) holds for all n &gt;= 1.  []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THREE THINGS THAT MUST APPEAR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1  the base case, computed and not asserted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2  the words "suppose P(n)" -- naming the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   inductive hypothesis explicitly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    3  the place where you USED it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AND IF YOU CANNOT POINT AT (3), THE PROOF IS WRONG.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This is the single most common error in the course,</a:t>
            </a:r>
          </a:p>
          <a:p>
            <a:pPr algn="l">
              <a:lnSpc>
                <a:spcPct val="105000"/>
              </a:lnSpc>
            </a:pPr>
            <a:r>
              <a:rPr sz="1020" b="0" i="0">
                <a:solidFill>
                  <a:srgbClr val="E4E8EF"/>
                </a:solidFill>
                <a:latin typeface="Consolas"/>
              </a:rPr>
              <a:t>  and it is detectable in ten seconds.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Point at the place where the inductive hypothesis was used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if you cannot, the proof is wrong, and this is detectable in ten seconds.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base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is not a formality.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valid inductive step with a false base case proves a false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ONE-LINE CASE DESERVES ATTENTION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'All horses are the same colour' has a perfectly valid-looking inductive step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fails at the transition from one horse to two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a base case problem in disguise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'n = n + 1' has a flawless inductive step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assume it, add one to both sides, done.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Only the base case stops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there is no base case.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check the base case by computing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by asserting it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check that the step actually works from the base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where the horses fail.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general discipline: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step from the base is the one most likely to be special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checking n = 2 explicitly costs nothing and catches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Strong induction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When one predecessor is not enough.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STRONG INDUCTION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Assuming all the way 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ordinary: assume P(n), prove P(n+1)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One predecessor. Enough when the object of size n+1 decomposes into one of size 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strong: assume P(1), ..., P(n), prove P(n+1)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All predecessors. Needed when the decomposition is into two pieces of unknown size — which is what every divide-and-conquer argument does.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and they are equivalent in power, not in convenience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Strong induction proves nothing ordinary induction cannot, and it is frequently the only one you can actually write.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Strong induction is needed whenever the object splits into two pieces of unknown size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every divide-and-conquer argument.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STRUCTURAL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structural induction, which is the same idea on trees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recursively defined object has base cases and construction rules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you induct on the construction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rather than on a number.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tree is a leaf, or a node with two subtrees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so prove it for a leaf, and prove it for a node assuming both subtrees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exactly how every property of a recursive data structure gets proved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and is the form CSCE 629 and CSCE 605 use most.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a recursive program's correctness is a structural induction on its input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base case is the base case, and the inductive hypothesis is that the recursive calls work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Which is why induction is the technique to be fluent in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: it is how you reason about recursion, and recursion is everywhere.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A recursive program's correctness proof is a structural induction, and the inductive hypothesis is 'the recursive calls work'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which is why this feels like cheating and is not.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standard errors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All five of them, which is most of what goes wrong.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Five errors account for nearly every broken induction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1 · No base case, or asserted rather than computed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(Part 2).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2 · The inductive hypothesis never used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the proof is something else (Part 1).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3 · Proving P(n+1) from scratch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not induction and usually means you did not need it.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4 · Assuming what you are proving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circular and feels fine while writing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5 · Using strong induction's extra assumptions without declaring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subtle one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is why Part 3 is worth being explicit about.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all five are detectable by one question: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point at the line where the hypothesis was used, and say which predecessors it needed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audit Project 2 asks you to run on your own earlier proofs.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Induction is not circular: the step proves an implication, not the statement.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Point at the place where the inductive hypothesis was used — if you cannot, the proof is wrong.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valid inductive step with a false base case proves a false statement.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step from the base is the one most likely to be special, so check n = 2 explicitly.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Strong induction is needed whenever the object splits into two pieces of unknown size.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 recursive program's correctness proof is a structural induction whose hypothesis is 'the recursive calls work'.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