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philosophical core of the subject and worth stating explicitly. It is why the definitions look odd and work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integrated-vs-pointwise distinction is a frequent source of confusion and wrong units. Flag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formula in the course. Flag it hard — it returns in Modules 08, 09, and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negative-weight issue is the practical reason remeshing matters, and connects Modules 07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Discrete Curvature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Measuring bending on a surface that has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principal, mean, and Gaussian curvature for smooth surfaces.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naive discretisation fails on a mesh.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discrete Gaussian curvature by angle defect.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discrete mean curvature by the cotangent formula.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discrete Gauss–Bonnet theorem and use it as a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Smooth curvature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classical definitions, briefly.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SMOOTH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Principal curvatures and their combinations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At a point, slice the surface with planes containing the normal. Each slice is a curve with a curvature.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Principal curvatures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κ₁, κ₂: the maximum and minimum over all such slices. Their directions are orthogonal.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Mean curvature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 = (κ₁ + κ₂)/2 — how much the surface bends on average.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Gaussian curvature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 = κ₁κ₂ — how it bends intrinsically.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K &gt; 0 dome, K &lt; 0 saddle, K = 0 developable (a plane or a cylinder).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Gaussian curvature is intrinsic. Mean curvature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Theorema Egregium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(Gauss): K can be computed from measurements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within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surface — distances and angles — without any reference to the surrounding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Roll a flat sheet of paper into a cylinder: K stays 0 everywhere, because the paper did not stretch. But H changed, because the cylinder bends in space and the sheet did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Consequence: you cannot flatten a sphere (K &gt; 0) onto a plane (K = 0) without distortion.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why every world map lies, and why UV unwrapping always distorts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Module 09.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K is a property of the surface itself; H depends on how it sits in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 with meshes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Zero on the faces, infinite on the edges, undefined at the vertices.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Naive discretisation gives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triangle mesh is flat on every face: curvature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bends discontinuously across every edge: curvature is a delta function, so infinite.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At vertices it is undefined.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'compute the curvature of this mesh' by applying the smooth formulas pointwise yields {0, ∞, undefined} — useless.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discrete definitions must be derived differently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not by discretising the formula, but by asking which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theorem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we insist on preserving.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discrete differential geometry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Do not discretise the formula. Discretise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theorem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Pick a property of the smooth quantity that you insist must survive — usually an integral identity.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discrete quantity so that the property holds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exactly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approximately.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result: a definition that is not an approximation but a genuine discrete analogue.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free lunch: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cannot preserve every smooth property at once. Which one you keep is a design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Gaussian curvature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Angle defect — and it is exact.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ANGLE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Discrete Gaussian curvature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Kᵥ  =  2π  −  Σ θᵢ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2π minus the sum of the incident triangle angles at 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flat vertex:  angles sum to 2π  ⇒  K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vertex you can flatten onto a plane has no curvature. Correct.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dome:  angles sum to &lt; 2π  ⇒  K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Saddle: angles exceed 2π, so K &lt; 0. Also correct.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an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integrated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quantity — the total curvature concentrated at the vertex, not a density. Divide by the vertex area for a pointwise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Discrete Gauss–Bonnet holds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DEFINITION AND NO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Smooth: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∫∫ K dA = 2πχ = 2π(2 − 2g) for a closed surface.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Discrete: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Σᵥ Kᵥ = 2πχ —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 any mesh, at any resolution, with no error term.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sphere mesh of any coarseness gives exactly 4π. A torus gives exactly 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is why angle defect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discrete Gaussian curvature. It is not an approximation that converges — it satisfies the defining theorem identically.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best test in Project 1.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your sum is not 4π, your mesh or your code is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Mean curvature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cotangent formula, which reappears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MEAN CURVATURE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cotangent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2 Hᵥ nᵥ  =  ½ Σⱼ (cot αᵢⱼ + cot βᵢⱼ)(vᵢ − vⱼ)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Sum over one-ring neighbours; α and β are the angles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opposite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edge ij.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right side is the discrete Laplacian of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Δv. Which is Module 08's operator, appearing here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Δ x  =  2 H n   (smooth identity)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Laplacian of the position function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is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mean curvature times the normal.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Mean curvature and the Laplacian are the same object. That identity is why smoothing a mesh and reducing its curvature are the same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COTANGENTS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cotangents, and where they bite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weights are not arbitrary — they come from finite element analysis on piecewise-linear functions.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They make the discrete Laplacian agree with the smooth one in a precise variational sense.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problem: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cot is negative for obtuse angles.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An obtuse triangle gives a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negative weight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Smoothing can then move a vertex the wrong way, and the operator loses the maximum principle.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remesh to remove obtuse triangles (Module 10), or clamp the weights and accept the approximation.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Mesh quality is not cosmetic — it changes whether your operators behave.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Computing curvature reliably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Choose a vertex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Barycentric (A/3) is simple; Voronoi is better; mixed handles obtuse triangles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Integrated or pointwise?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Angle defect is integrated. Divide by area for a density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Validate on a sphere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 = 1/r², H = 1/r everywhere. Check both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Validate by Gauss–Bonnet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ΣKᵥ = 4π for genus 0. Non-negotiable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Watch for obtuse triangles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Negative cotangent weights break the 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Gaussian curvature is intrinsic — measurable within the surface. Mean curvature is not. This is why flattening always distorts.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mesh has zero curvature on faces and infinite curvature on edges, so the smooth formulas cannot simply be discretised.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Discrete differential geometry discretises the </a:t>
            </a:r>
            <a:r>
              <a:rPr sz="1700" b="1" i="0">
                <a:solidFill>
                  <a:srgbClr val="D6DCE6"/>
                </a:solidFill>
                <a:latin typeface="Calibri"/>
              </a:rPr>
              <a:t>theorem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not the formula — and you cannot preserve every property at 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Discrete Gaussian curvature is the angle defect 2π − Σθ, and discrete Gauss–Bonnet holds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exactly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at any resolution.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ΣKᵥ = 4π for any genus-0 closed mesh. This is the single best correctness test in the course.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cotangent formula gives mean curvature, and it is the discrete Laplacian of position: Δx = 2Hn. Smoothing and reducing curvature are the same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