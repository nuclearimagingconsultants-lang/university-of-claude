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Mercator/Peters map analogy lands immediately: conformal vs equal-area is the same choice cartographers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Tutte guarantee is strong and unusual. Worth flagging, along with the positive-weights condition it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negative-weight caveat connects Modules 07, 09, and 10 and is a real practical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LSCM is what modelling packages actually run. Worth implementing for Project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BFF (Boundary First Flattening) is Crane's and is both the fastest and among the best. Worth pointing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three-way trade promised in CSCE 641 Module 08: stretch, seams, wasted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Visualising distortion is the single most useful debugging tool here and is required in Project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Parameterization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Flattening a surface, and choosing which distortion to accept.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distortion is unavoidable and quantify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conformal, authalic, and isometric maps.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harmonic and least-squares conformal parameterisation.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cutting, charts, and atlas packing.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 bad UV map from its distortion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must distort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theorem, not a limitation of current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Theorema Egregium, applied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Module 07: Gaussian curvature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intrinsic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computable from measurements within the surface alone.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sphere has K = 1/r². A plane has K =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isometric map — one preserving all distances — would preserve all intrinsic quantities, including K. So no isometric map from sphere to plane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a theorem.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cleverer algorithm will ever flatten a sphere without distortion. The only question is which distortion you accept.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MAP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can preserve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Preserves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Distorts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076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Exists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Isometric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Lengths (and so everything)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Developables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Conformal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Angles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Area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disc-topology patch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Authalic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Area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Angles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disc-topology patch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Neither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Both, by less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076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0496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texture mapping wants conformal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Angle distortion is visible as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shearing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square texture pattern becomes a parallelogram, and text becomes italic.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Area distortion is visible as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varying texel density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some regions sharper than others.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eye tolerates the second far better than the first. A slightly blurrier region is unremarkable; sheared checkerboards are glaring.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texture parameterisation is almost always conformal or near-conformal — and area distortion is then controlled separately by cutting into charts.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Harmonic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simplest method, and the Laplacian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HARMONIC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Fix the boundary, solve for the interior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Δu = 0,  Δv = 0   in the interior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smoothest interpolation of the boundary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(u,v) prescribed on the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Typically mapped to a circle or square.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⇒ solve Lₓ · u = b   twice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sparse solves with the Module 08 matrix. That is the whole algorithm.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Tutte's theorem: if the boundary is mapped to a convex polygon and all weights are positive, the result is guaranteed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bijective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no triangle flips.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HARMONIC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Strengths and the catch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Simple: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build L, fix the boundary, solve twice. Reuses Module 08 entirely.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Guaranteed bijective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a convex boundary and positive weights (Tutte).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catch: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must fix the boundary, and that choice imposes distortion.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Forcing a long thin patch onto a circle stretches it badly.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cotangent weights can be negative on obtuse triangles (Module 07), which breaks Tutte's guarantee.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Triangles flip. Use uniform weights for a guarantee, or remesh.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Free-boundary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Let the boundary find its own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LSCM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Least-squares conformal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Do not fix the boundary. Instead, minimise deviation from conformality.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conformal map satisfies the Cauchy–Riemann equations. Minimise the squared violation of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Pin only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vertices — enough to fix translation, rotation, and scale.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result: a sparse least-squares system, one solve, and a boundary that takes its natural shape.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Far lower distortion than harmonic with a forced boundary.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standard method in production UV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Parameterisation methods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Boundary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37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Distortion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Harmonic (Tutte)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 convex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Bijective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364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337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if boundary forced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LSCM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Usually bijective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ABF++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Near-conformal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724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697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2337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Low; balances angle and area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BFF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724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3697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8756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9729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Conformal, fast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1364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2337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Cutting and atlases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cannot flatten a closed surface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CUTTING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closed surface must be 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Parameterisation requires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disc topology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A sphere and a torus are not discs.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So: cut the surface along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seams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until it becomes one or more discs.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Seams are where the texture is discontinuous — visible as a line if colours do not match across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trade: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more seams → less distortion but more visible cuts and more wasted atlas space.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Fewer seams → cleaner appearance, worse distortion.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to put seams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PRACTICAL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high-curvature regions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cutting there relieves the most distortion for the least length.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Where they will not be seen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under the arm, inside the ear, along an existing hard edge or material boundary.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Along existing feature lines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seam that follows a crease is already a discontinuity.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Automatic seam generation exists and is decent; artists still place seams by hand on hero assets, because 'where will nobody look' is not a geometric criterion.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Quantifying distortion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singular values σ₁, σ₂ of the Jacobian per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much the map stretches in each principal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conformal:  σ₁ = σ₂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Equal stretch in all directions — angles preserved.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authalic:  σ₁σ₂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Area preserved. Isometric would need both at once.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Visualise σ₁/σ₂ per triangle as colour and you can see exactly where a UV map is failing.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Packing, and why it wastes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Charts must be packed into a single rectangular texture.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is 2D bin packing — NP-hard (CSCE 629 Module 12), so heuristics it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Practical constraints: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Leave gutters so mipmapping does not bleed between charts.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Keep texel density consistent, or some regions look blurry.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Align charts to texel boundaries to avoid resampling artifacts.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70–85% utilisation is typical and considered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Gutter width must scale with the number of mip levels you intend to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 isometric map exists from a curved surface to the plane — Theorema Egregium makes this a theorem, not an algorithmic shortcoming.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 can preserve angles (conformal) or area (authalic), never both. Texture mapping chooses conformal because shear is more visible than blur.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Harmonic parameterisation fixes the boundary and solves Δu = 0 twice, reusing the Module 08 Laplacian. Tutte guarantees bijectivity.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Cotangent weights go negative on obtuse triangles, which breaks Tutte's guarantee and flips triangles.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LSCM frees the boundary and minimises conformal violation, giving far lower distortion. It is what production tools run.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Closed surfaces must be cut into discs. More seams means less distortion and more visible cuts — the same trade as CSCE 641 Module 08.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