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δ as 'the thing to preserve' rather than 'the thing to minimise' is the conceptual shift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Factor-once-solve-many from Module 08, delivering real-time editing. The payoff is concrete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local step being a closed-form SVD per vertex is what makes ARAP practical. It is not a general nonlinear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reflection case is a classic bug and produces inside-out patches that are baffling without this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Blend shapes are the one artists trust most, because the result is exactly what was sculpted.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Deformation and Shape Editing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Moving a handle and having the rest follow sensibly.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differential coordinates and why they encode detail.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Laplacian surface editing.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rotation problem and how ARAP solves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cage-based and skeleton-based deformation.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deformation method for a given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Absolute positions are the wrong thing to preserve.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naive editing destroys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Move one vertex and smoothly fall off the displacement to its neighbours. The result is a smooth bump — and every surface feature inside the affected region is flattened by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problem is that the method preserves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absolute positions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weighted by distance, and detail is not stored in absolute positions.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Detail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local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the way each vertex sits relative to its neighbours. Wrinkles, pores, and creases are deviations from the local average.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preserve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differential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quantity and let absolute positions fall where they must.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DIFFERENTIAL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Detail is the Laplacian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δᵢ  =  (Δx)ᵢ  =  xᵢ − Σ wᵢⱼ xⱼ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How far vertex i is from the average of its neighbours.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δ encodes </a:t>
            </a:r>
            <a:r>
              <a:rPr sz="1700" b="1" i="0">
                <a:solidFill>
                  <a:srgbClr val="141924"/>
                </a:solidFill>
                <a:latin typeface="Consolas"/>
              </a:rPr>
              <a:t>local 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Large where there is detail; zero on a flat region.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edit: minimise ‖Δx′ − δ‖²  subject to handle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Keep the detail, satisfy the handles, let everything else move.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This is the Module 08 Laplacian again, now as a representation of shape rather than an operator to apply.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Laplacian editing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sparse least-squares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Laplacian surface editing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1. Compute delta = L * x        (the original differential coords)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2. Build the least-squares system: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[    L    ]           [  delta  ]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[ w * C   ]  x'  =    [ w * p   ]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where C selects constrained (handle) vertices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p are their target positions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w is a large weight -- soft constraints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3. Solve the normal equations: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(L^T L + w^2 C^T C) x'  =  L^T delta + w^2 C^T p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Symmetric positive definite -&gt; sparse Cholesky.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Factor ONCE; re-solve per handle move -&gt; interactive.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factorisation depends only on connectivity and the constraint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set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not on the handle positions — which is what makes dragging interactive.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rotation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IT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δ is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vector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expressed in world coordinates. If you rotate part of the surface, the detail vectors should rotate with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linear system does not know that. It tries to preserve δ as a fixed world-space vector, so under large rotations the detail is preserved in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wrong orientation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bent arm shows wrinkles pointing the way they did before the bend — unmistakably wrong, and the characteristic artifact of linear Laplacian editing.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Small deformations are fine. Large rotations are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As-rigid-as-possible: solve for the rotations too.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Local/global alternation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Allow each vertex a local rotation Rᵢ, and ask that each one-ring deform as rigidly as possible.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Minimise Σᵢ Σⱼ wᵢⱼ ‖(xᵢ′ − xⱼ′) − Rᵢ(xᵢ − xⱼ)‖²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Nonlinear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but it alternates cleanly: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Local: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fix positions, solve each Rᵢ by SVD. Independent, parallel, closed-form.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Global: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fix rotations, solve for positions — the same sparse system as before.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Converges in a handful of iterations.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Same factorisation reused throughout.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local step: optimal rotation by SVD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For each vertex: find the rotation best matching the original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one-ring to the deformed one. This is the orthogonal Procrustes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problem, and it has a closed-form answer.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Matrix3d S = Matrix3d::Zero();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for (j : one_ring(i))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S += w(i,j) * (x[i] - x[j]) * (xp[i] - xp[j]).transpose();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JacobiSVD&lt;Matrix3d&gt; svd(S, ComputeFullU | ComputeFullV);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Matrix3d R = svd.matrixV() * svd.matrixU().transpose();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if (R.determinant() &lt; 0) {          // guard against a REFLECTION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Matrix3d V = svd.matrixV();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V.col(2) *= -1;                 // flip the smallest singular vector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R = V * svd.matrixU().transpose();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determinant guard is essential — without it the 'rotation' can be a reflection, which inverts the surface locally.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Other deformation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everything needs a linear solve.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deformation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Laplacian / ARAP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 handles on the surface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Detail-preserving editing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Cage (MVC, harmonic)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coarse enclosing polyhedron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Smooth global deformation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Skeleton (LBS)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bone hierarchy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Character animation — CSCE 641 Mod 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Free-form (FFD)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lattice of control points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Simple global warps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Blend shapes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Interpolation of sculpted targets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Faces; exactly authored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This is where CSCE 641 Module 13 connects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Linear blend skinning averages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matrices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it produces the candy-wrapper collapse under large twists.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ARAP local step shows the principled alternative: recover the best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rotation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apply that, rather than averaging the matrices that represent rotations.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Dual-quaternion skinning is the real-time version of the same insight — interpolate the transformations rather than their matrix representations.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Same problem, two courses, one idea: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rotations do not average linearly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every good method respects that.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build a half-edge mesh and trust it on real, broken data.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compute curvature and verify it against Gauss–Bonnet.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build the Laplacian and use it for smoothing, parameterisation, and deformation — one matrix, three problems.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simplify, remesh, and unwrap an asset into something an engine can load.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647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renders these surfaces with real light transport.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649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makes them move under physics.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748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captures them from photographs.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Detail lives in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differential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coordinates — how a vertex sits relative to its neighbours — not in absolute positions.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δ = Δx is the Module 08 Laplacian used as a representation of shape rather than as an operator.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Laplacian editing is one sparse least-squares solve, and the factorisation is reusable across handle moves — hence interactive dragging.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δ is a world-space vector, so linear Laplacian editing preserves detail in the wrong orientation under large rotations.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ARAP solves for rotations too, alternating a closed-form per-vertex SVD with the same global sparse solve. Guard against reflections.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Rotations do not average linearly — the same insight that explains candy-wrapper skinning in CSCE 641 Module 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