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nested evaluation is how you actually implement it, and it makes the cost obvious: (p+1) curve evaluations plus one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back to Module 02's normal-weighting discussion: that whole problem does not exist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gap problem is why CAD-to-mesh export is notoriously unreliable. Worth saying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corner case is the killer. For odd numbers of patches meeting at a point, G1 can be unachievable with the obvious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the loop with 641's tessellation module makes both land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645 — Geometric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Surfaces: Tensor Products and Patches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Curves in two directions, and where the construction runs 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645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Construct tensor-product Bézier and B-spline surfaces.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Evaluate a patch and compute its normals and derivatives.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tensor products force quadrilateral topology.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trimming and why it is necessary and awkward.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cross-patch continuity and why it is hard.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Take a curve scheme and apply it twice.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TENSOR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Curves in two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S(u,v)  =  Σᵢ Σⱼ  Bᵢ(u) Bⱼ(v) Pᵢⱼ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grid of control points, with the curve basis applied in each direction.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S(u,v)  =  Σᵢ Bᵢ(u) · [ Σⱼ Bⱼ(v) Pᵢⱼ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Evaluate as curves in v, then one curve through the results.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bicubic:  4×4 = 16 control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standard patch. Enough for C² joins in both directions.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Evaluation is just the curve algorithm applied twice, which means de Casteljau and de Boor transfer directly.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Nested de Casteljau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2892552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61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vec3 eval_patch(const vec3 P[4][4], float u, float v)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vec3 row[4];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for (int i = 0; i &lt; 4; i++)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row[i] = de_casteljau({P[i][0], P[i][1], P[i][2], P[i][3]}, v);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return de_casteljau({row[0], row[1], row[2], row[3]}, u);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Partial derivatives for the normal: differentiate one direction,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evaluate the other.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vec3 n = normalize(cross(dSdu(P,u,v), dSdv(P,u,v)));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-&gt; ANALYTIC normals, exact at every point. Meshes cannot do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959096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Exact analytic normals are a real advantage of parametric surfaces — no averaging, no tessellation dependence.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limitation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grid of control points implies a grid of topology.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Tensor products force quad topology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STRUCTURAL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construction needs a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rectangular grid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control points. That is what 'tensor product' means.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a single patch is topologically a square. Any surface built from them is a quad mesh of patches.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sphere needs at least two patches and has degenerate poles. A torus works. A character's head, with its natural five- and three-valence vertices, does not fit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Every difficulty in the rest of this module descends from this one fact.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TRIMMING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Holes, and the price of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Want a hole in a patch? You cannot remove control points — the grid must stay rectangular.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Trimming: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keep the patch, and carry curves in parameter space marking which regions are valid.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Now every operation must respect the trim curves: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Tessellation must triangulate a region bounded by curves, not a rectangle.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Two trimmed patches meeting at an edge rarely match exactly — hence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gaps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Trimming is where CAD kernels spend much of their complexity and most of their bugs.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Cross-patch continuity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Making two patches meet smoothly is harder than it looks.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CONTINUITY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Conditions across a patch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148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Requires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992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8975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Difficulty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Shared boundary control 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92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5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Easy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148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Boundary tangent planes agree along the whole edge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992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8975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Doable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148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7121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Curvature agrees along the whole edge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92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8975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At a corner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 meeting patches agree — the 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vertex enclosure problem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9924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08975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Often impossible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vertex enclosure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APPROACH RUNS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Making two patches meet smoothly along an edge is manageable. Making n patches meet smoothly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at a corner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a different matter.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tangent plane conditions along each of the n shared edges must all be mutually consistent at the shared vertex. For certain valences — particularly odd ones — the resulting system has no solution with the obvious patch degree.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Workarounds exist: raise the degree, split patches, or accept approximate continuity. All add complexity, and all are why patch-based modelling of organic shapes is painful.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Subdivision surfaces (Module 06) sidestep this entirely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never forming explicit patches. That is their central advantage.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WHERE PATCHES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honest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Work well: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engineered parts, surfaces of revolution, extrusions, lofts, anything naturally rectangular.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Work well: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exact representation and manufacturing tolerance — NURBS is the only serious option.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Work badly: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arbitrary topology, organic shapes, anything with irregular vertices.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Work badly: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local refinement — adding detail means inserting an entire row or column.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That last point matters: T-splines and hierarchical B-splines exist specifically to allow local refinement.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Tessellating a patch for rendering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127248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852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Uniform: simple, and wastes triangles on flat regions.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for (i = 0; i &lt;= N; i++)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for (j = 0; j &lt;= N; j++)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vertex[i][j] = eval_patch(P, i/(float)N, j/(float)N);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Adaptive: subdivide where curvature is high, as in Module 03.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Screen-space error is the right criterion -- a patch covering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10 pixels needs no more than 10 pixels' worth of triangles.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Hardware tessellation (CSCE 641 Module 12) evaluates patches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on the GPU: the control cage is the vertex buffer, and the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tessellation evaluation shader computes S(u,v).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1937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This is the direct connection to CSCE 641: GPU tessellation exists to evaluate exactly these surfaces at render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tensor-product surface applies a curve basis in each parameter direction, over a rectangular grid of control points.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Evaluation is the curve algorithm nested: evaluate rows, then evaluate across the results.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Parametric surfaces give exact analytic normals, which meshes cannot — no averaging and no tessellation dependence.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construction forces quadrilateral topology. Every later difficulty descends from that.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Trimming adds holes by marking invalid regions in parameter space, and is where CAD kernels keep most of their complexity and their gaps.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vertex enclosure problem makes smooth corners between many patches hard or impossible — which is what subdivision surfaces avoid.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