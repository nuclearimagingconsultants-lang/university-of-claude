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the properties are consequences, not separate facts to memorise.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stability argument matters: the Bernstein coefficients are large and alternate in effect, so direct summation cancels.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Affine invariance is the one with the biggest practical payoff and the one students notice least.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standard way curves are rendered, and it is the cleanest motivation for de Casteljau over direct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Connecting the hull property to the correctness of the test is the satisfying part. The property is not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C^n implies G^n but not conversely. The distinction is practical, not pedantic: a G1 camera path jolts.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Curves: Bézier and Continuity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one-dimensional case, where every idea is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Bézier curves by Bernstein basis and by de Casteljau.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use the convex hull, affine invariance, and variation diminishing properties.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Subdivide a curve and use it for adaptive tessellation.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parametric from geometric continuity and know which matters when.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high-degree Bézier curves are impractical.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weighted average of control points, with the weights chosen carefully.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BÉZIER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Bernstein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B(t)  =  Σᵢ  C(n,i) tⁱ (1−t)ⁿ⁻ⁱ Pᵢ,   t ∈ [0,1]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weights are the Bernstein polynomials of degree 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Σᵢ C(n,i) tⁱ(1−t)ⁿ⁻ⁱ  = 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They sum to 1 for every t — the binomial theorem.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each is ≥ 0 on [0,1]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B(t) is a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convex combination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of the control points.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Non-negative weights summing to one is the entire source of the curve's good behaviour. Everything in Part 2 follows from those two facts.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 CASTELJAU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Evaluation by repeated interpolation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892552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de_casteljau(vector&lt;vec3&gt; P, float t)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Repeatedly lerp between adjacent points until one remains.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while (P.size() &gt; 1)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for (int i = 0; i + 1 &lt; P.size(); i++)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P[i] = lerp(P[i], P[i+1], t);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P.pop_back();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P[0];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O(n^2), numerically stable, geometrically transparent --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and it produces the subdivision for free (Part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909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Slower than evaluating the polynomial directly, and far better behaved. Direct evaluation of high-degree Bernstein polynomials loses precision badly.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Bézier curves are well behaved, derived rather than listed.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follows from convex combination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is useful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Endpoint interpolation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B(0) = P₀, B(1) = Pₙ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Joining segments is easy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Convex hull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curve lies in the hull of the control 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Conservative culling and bounds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Affine invariance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Transform the points, not the curve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Transform n points, not 1000 samples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Variation diminishing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line crosses the curve more often than the control polygon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curve does not wiggle more than you drew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Tangents at ends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B'(0) ∝ P₁−P₀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 control of join smoothness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Affine invariance is why curves are cheap to transform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PRACTICAL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To transform a Bézier curve, transform its control points and re-evaluate. The result is exactly the transformed curve.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So moving a curve costs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n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matrix multiplies, not one per sampled point. For a cubic that is four, regardless of how finely you later tessellate.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This holds for affine transforms. It does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not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hold for perspective projection, which is why rational curves — NURBS, Module 04 — exist: adding weights makes the representation projectively invariant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Subdivision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 Casteljau gives you the split for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SUBDIVISION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Splitting a curve at 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Run de Casteljau at parameter t and keep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intermediate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points, not just the final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first point of each level, in order, is the control polygon of the left half.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last point of each level, in reverse, is the control polygon of the right half.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Both halves are exact Bézier curves of the same degree.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adaptive tessellation. Subdivide until the control polygon is flat enough, then draw it as a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TESSELLATION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Adaptive flatness subdivision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void tessellate(Bezier c, float tol, vector&lt;vec3&gt;&amp; out)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if (flat_enough(c, tol)) {           // control polygon close to a line?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out.push_back(c.P[3]);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return;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auto [left, right] = subdivide(c, 0.5f);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tessellate(left,  tol, out);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tessellate(right, tol, out);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flat_enough: max distance from interior control points to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chord P0-P3. By the convex hull property, this BOUNDS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curve's deviation -- so the test is conservative and correct.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convex hull property is what makes the flatness test valid: it bounds the curve by its control polygon, so a flat polygon guarantees a flat curve.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Continuity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notions, and they are not the same.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Parametric and geometric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Cⁿ — parametric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Gⁿ — geometric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Requires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Derivatives match as functions of 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Derivative </a:t>
            </a:r>
            <a:r>
              <a:rPr sz="1150" b="0" i="1">
                <a:solidFill>
                  <a:srgbClr val="3C4555"/>
                </a:solidFill>
                <a:latin typeface="Calibri"/>
              </a:rPr>
              <a:t>directions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match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C¹ vs G¹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 tangent vector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 tangent direction, any magnitude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Governs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Speed along the curve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Apparent shape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Matters for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Animation, camera paths, tool paths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Visual smoothness, silhouettes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C² / G²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Acceleration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Curvature — visible in reflections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one you need depends on what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If something travels along the curve at a parameter-driven rate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— a camera, an animated object, a CNC tool — you need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C¹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. A G¹ join looks perfectly smooth and produces a visible jolt in speed.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If the curve is only a shape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— a silhouette, a profile, a font outline —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G¹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suffices and gives the designer more freedom.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If the surface will be shiny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, you need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G²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. Curvature discontinuities are invisible in silhouette and glaringly obvious in a reflection, which is why car body surfacing is specified in terms of G².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high-degree Bézier curves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Degree is tied to control point count: n+1 points gives degree 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Global control.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 control point affects every t. Moving one changes the whole curve.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Numerical trouble.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High-degree Bernstein evaluation loses precision.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Oscillation.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High-degree polynomials wiggle between control points.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So: use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many low-degree segments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joined with continuity constraints — which, formalised, is the B-spline of Module 04.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Cubics (degree 3) are the near-universal choice: enough freedom for C² joins, little enough for stability.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Bézier curve is a convex combination of control points. Every good property follows from the weights being non-negative and summing to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de Casteljau is slower than direct evaluation and numerically stable, and it yields the subdivision for free.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convex hull property is what makes flatness-based adaptive tessellation correct, not merely plausible.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Affine invariance means transforming n control points, not a thousand samples — and it fails under perspective, which is why NURBS exist.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Cⁿ matches derivatives; Gⁿ matches directions. Anything travelling along the curve needs C¹; anything shiny needs G².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High-degree Bézier curves have global control and oscillate. Use many cubic segments — formalised as B-splines.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