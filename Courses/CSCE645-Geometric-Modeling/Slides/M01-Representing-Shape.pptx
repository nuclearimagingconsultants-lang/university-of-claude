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arrive thinking 'mesh' is the only answer. The point of the module is that the representation is a design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inside/outside asymmetry is the cleanest way to see why both exist. Neither is better; they answer different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the mesh as a pragmatic compromise rather than the natural choice sets up Module 07's whole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them keep this table. It is the practical content of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Setting the expectation now that real data is broken saves a lot of frustration in Project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valence-6 result reappears in subdivision and remeshing. Worth deriving once properly.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645 — Geometric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Representing Shape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Four ways to describe a surface, and what each one makes easy.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645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parametric, implicit, explicit, and volumetric representations.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Predict which operations are cheap and which are hard in each.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conversion between representations is lossy.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representation from the operations a task requires.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manifold is and why the condition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Four representations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choice determines which questions are easy to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four families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Parametric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map from parameters to 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Bézier patch, NURBS, sphere by (θ,φ)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Implicit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f(x) = 0 defines the surface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Signed distance field, metaball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Explicit / discrete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 enumerated set of elements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Triangle mesh, point cloud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Volumetric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sampled scalar field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7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5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Voxel grid, MRI data, level 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Parametric and implicit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Parametric — S(u,v)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Easy: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generate points on the surface.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Easy: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tessellate, texture, march along the surface.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Hard: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is this point inside?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Hard: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union, intersection, difference.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Good for rendering and modelling by hand.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Implicit — f(x)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Easy: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is this point inside? Check the sign.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Easy: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booleans — min and max of two fields.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Easy: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blending, offsetting, smoothing.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Hard: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generate a point </a:t>
            </a:r>
            <a:r>
              <a:rPr sz="1400" b="0" i="1">
                <a:solidFill>
                  <a:srgbClr val="3C4555"/>
                </a:solidFill>
                <a:latin typeface="Calibri"/>
              </a:rPr>
              <a:t>on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the surface.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Good for CSG, collision, and procedural shape.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representation decides the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KEY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Nearly every question in this course is easy in one representation and awkward in another.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'Is this point inside?'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one subtraction and a sign test for an implicit surface; a ray cast and a parity count for a mesh.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'Give me a point on the surface'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evaluate S(u,v) for a parametric surface; root-find along a ray for an implicit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the practical skill is not mastering one representation. It is recognising which one makes your actual question trivial, and knowing what the conversion costs.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meshes won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because they are the best representation — because hardware rasterises triangles.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MESHES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triangle mesh is good 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Rasterisation.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Hardware consumes triangles. Everything else must be converted first.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Arbitrary topology.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Any shape, any genus, no patch layout required.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Local editing.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Move one vertex without re-solving anything.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Adaptive detail.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Small triangles where needed.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what it is bad at: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No exact smoothness — curvature is zero on faces and undefined on edges.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Booleans are difficult and numerically fragile.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Resolution is baked in. Refining requires inventing detail.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Cost by representation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Parametric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Implicit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6228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72015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Point on surface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Trivial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9340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Root-find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6228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2015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Trivial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Inside test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9340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0313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Trivial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6228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72015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Ray parity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Boolean ops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45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342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Very hard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Trivial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6228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72015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Fragile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Render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245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342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Tessellate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9340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0313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Ray march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6228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72015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Native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Exact normals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245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342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Analytic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9340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0313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∇f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6228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72015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Approximate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754879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4791455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Arbitrary topology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24528" y="4754879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34256" y="4791455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Hard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93408" y="4754879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03136" y="4791455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Free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62288" y="4754879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72015" y="4791455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Free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5230367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6656" y="5266943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Local edit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24528" y="5230367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34256" y="5266943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Patch-wide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93408" y="5230367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03136" y="5266943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Hard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62288" y="5230367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72015" y="5266943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Trivial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Manifolds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condition that makes a mesh well-behaved.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MANIFOLD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condition requires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surface is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manifold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every point has a neighbourhood that looks like a flat disc.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For a mesh, two concrete conditions: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Every edge is shared by exactly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two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faces (or one, at a boundary).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The faces around every vertex form a single closed fan — not two cones meeting at a point.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Why it matters: half-edge structures, normals, curvature, and the Laplacian all assume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Real scanned and authored meshes routinely violate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Euler's formula, and what it is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ONE INVARIANT WORTH KNOWING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For a closed manifold mesh: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V − E + F = 2 − 2g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g is the genus — the number of handles.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sphere has g = 0 and V − E + F = 2. A torus has g = 1 and V − E + F = 0.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a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topological invariant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no amount of bending, stretching, or refining changes it. Only cutting or gluing does.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Practical use: it is a cheap integrity check. Compute it on any mesh you load, and if it disagrees with the expected genus, your mesh has holes, duplicate vertices, or non-manifold edges — and you have found out in one line rather than three modules later.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useful corollary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closed triangle mesh:  3F  =  2E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Every face has 3 edges; every edge is shared by 2 faces.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⇒  F ≈ 2V,   E ≈ 3V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Substituting into Euler's formula. Memorise this ratio.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⇒  average vertex valence  ≈ 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is why regular triangle meshes look like hexagonal packings.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Valence 6 is the 'natural' degree for a triangle mesh. Remeshing algorithms (Module 10) explicitly target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Choosing a representation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Rendering a character?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Mesh. The hardware demands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CAD with exact booleans?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Implicit or B-rep with NURBS.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Procedural terrain or clouds?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Implicit — evaluate anywhere, any resolution.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Medical or simulation data?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Volumetric — that is how it was acquired.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Smooth authored surfaces?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Subdivision, which is Module 06's answer and converts to mesh on demand.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Production pipelines use several and convert between them. The conversions are where the information is lost.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Four families: parametric, implicit, explicit, volumetric. The choice determines which questions are cheap.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Parametric makes 'give me a point' trivial; implicit makes 'is this inside' trivial. Neither is better.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Meshes won because hardware rasterises triangles, not because they are the best representation — they have no exact smoothness and fragile booleans.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Manifold means every edge has exactly two faces and every vertex has one closed fan. Nearly every algorithm assumes it, and real data violates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V − E + F = 2 − 2g is a topological invariant and a one-line integrity check on any mesh you load.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For a closed triangle mesh, F ≈ 2V and average valence ≈ 6. Remeshing targets that number deliberately.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