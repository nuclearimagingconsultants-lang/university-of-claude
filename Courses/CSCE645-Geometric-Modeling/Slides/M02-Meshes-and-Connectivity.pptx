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the half-edge as 'the structure that answers the questions the renderer never asks' makes it feel 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write the invariant checks as assertions. It catches construction bugs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twin-then-next idiom is worth drawing on a whiteboard. It is not obvious and it is used constantly.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Modules 06 and 10 is a scheduled sequence of these three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engines use area weighting because it is cheaper. Angle weighting is better and worth knowing the argument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Meshes and Connectivity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data structure every later algorithm is built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half-edge structure from an indexed mesh.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all the one-ring traversals.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boundaries correctly rather than by accident.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the basic topological operations: split, collapse, flip.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vertex normals and explain the weighting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indexed meshes are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They store geometry. They do not store neighbourhood.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indexed mesh cannot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 indexed mesh is a vertex array and a triangle index array. Perfect for rendering.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But: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faces touch this vertex?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Scan every face. O(F). Unusable inside a loop over vertices.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face is across this edge?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are my neighbouring vertices, in order?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Both require a full scan, or an auxiliary structure.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Every algorithm from Module 07 onward asks these questions per vertex, repeatedly.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HALF-EDGE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struct HalfEdge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int next;      // next half-edge around the same face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int twin;      // the opposite half-edge (-1 if boundary)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int vertex;    // vertex this half-edge POINTS TO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int face;      // face to the left (-1 if boundary)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struct Vertex { int halfedge; vec3 position; };  // any outgoing 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struct Face   { int halfedge; };                 // any he of this face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struct Edge   { int halfedge; };                 // one of the two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Every edge becomes TWO directed half-edges, one per adjacent face.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Four integers per half-edge, and every adjacency query becomes a walk.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invariant that makes everything work: </a:t>
            </a:r>
            <a:r>
              <a:rPr sz="1150" b="0" i="1">
                <a:solidFill>
                  <a:srgbClr val="798290"/>
                </a:solidFill>
                <a:latin typeface="Consolas"/>
              </a:rPr>
              <a:t>twin(twin(h)) == h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and following </a:t>
            </a:r>
            <a:r>
              <a:rPr sz="1150" b="0" i="1">
                <a:solidFill>
                  <a:srgbClr val="798290"/>
                </a:solidFill>
                <a:latin typeface="Consolas"/>
              </a:rPr>
              <a:t>next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cycles around a 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one-ring, which you will write once and use forever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All faces around a vertex v.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Pattern: twin then next, repeatedly, until you return to the start.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int h0 = vertex[v].halfedge, h = h0;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do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visit_face(he[h].face);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h = he[he[h].twin].next;     // &lt;- the move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 while (h != h0);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All vertices of a face f: just follow next.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int h0 = face[f].halfedge, h = h0;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do { visit_vertex(he[h].vertex); h = he[h].next; } while (h != h0);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The face across an edge: he[he[h].twin].face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798290"/>
                </a:solidFill>
                <a:latin typeface="Consolas"/>
              </a:rPr>
              <a:t>twin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then </a:t>
            </a:r>
            <a:r>
              <a:rPr sz="1150" b="0" i="1">
                <a:solidFill>
                  <a:srgbClr val="798290"/>
                </a:solidFill>
                <a:latin typeface="Consolas"/>
              </a:rPr>
              <a:t>next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is the move that walks around a vertex. Writing it once correctly is most of the work in Project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case that breaks naive implementations.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ways to handle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DESIGN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Option A: null twins.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boundary half-edge has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twin = -1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Simple to construct, and every traversal must now check for −1 — which is exactly the check people forget.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Option B: a virtual boundary face.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Create one 'imaginary' face per boundary loop, with real half-edges. Every half-edge then has a valid twin and the traversal code has no special cases.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Option B costs a little construction complexity and removes an entire class of bugs. Most serious libraries use it, and this course recommends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Either way,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decide deliberately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Most mesh-library bugs are boundary bugs.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Topological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local edits that everything later is built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local edits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Used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Insert a vertex at an edge midpoint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Subdivision, remeshing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 collapse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Merge an edge's two endpoints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Simplification (Mod 10)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 flip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Rotate an edge within its two triangles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Remeshing, Delaunay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Edge collapse is the one with preconditions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MESHES 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Collapsing an edge can silently create a non-manifold mesh, and the standard guard is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link condition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Link condition: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collapse is safe only if the vertices adjacent to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endpoints are exactly the two vertices opposite the edge.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Violating it fuses parts of the surface that were not adjacent, producing a non-manifold vertex or a degenerate face. The result usually looks fine until some later algorithm fails confusingly.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Also check: the collapse must not flip any adjacent face normal. Module 10 needs both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Normals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first thing you compute, and the weighting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NORMALS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weightings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Face normal: unambiguous.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vec3 fn = normalize(cross(p1 - p0, p2 - p0));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Vertex normal: an average over incident faces. But weighted how?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1. UNIFORM -- simple, and biased toward whichever side has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   more triangles, regardless of their size.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n = normalize(sum over faces of fn);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2. AREA-WEIGHTED -- a large triangle should count for more.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n = normalize(sum of area(f) * fn(f));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3. ANGLE-WEIGHTED -- weight by the face's angle AT THIS VERTEX.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   Independent of tessellation: subdividing a face does not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   change the result. Usually the right choice.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n = normalize(sum of theta_v(f) * fn(f));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Angle weighting is tessellation-independent, which is the property you actually want — a normal should not change when you subdivide a neighbouring 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Normals in a real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Smooth shading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needs one normal per vertex — average over all incident faces.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Sharp edges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need the vertex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split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two copies with different normals.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Which is why exported meshes have more vertices than the half-edge structure does.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Crease angle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thresholds decide automatically: split where the dihedral angle exceeds a threshold.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Consequence for this course: the render mesh and the processing mesh are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different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 Process on the welded manifold; split for rendering.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This is why loading an OBJ and processing it directly usually fails — UV seams have already split the vertices.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your scanned mesh will not 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EXPECT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Duplicate vertices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the same position, from seams or sloppy export. Weld with a spatial hash before building connectivity.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Non-manifold 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where three faces meet. Detect and either cut or reject.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Inconsistent winding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face normals point in random directions. Propagate a consistent orientation by breadth-first traversal across shared edges.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Zero-area triangles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make normals NaN. Remove them before anything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Write all four repairs in Project 1. You will use them in every remaining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indexed mesh stores geometry but not neighbourhood. Every algorithm after Module 06 needs neighbourhood.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half-edge stores next, twin, vertex, and face.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twin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then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next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is the move that walks around a vertex.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Handle boundaries with virtual boundary faces rather than null twins, and remove an entire class of bugs.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Split, collapse, and flip are the three local edits. Everything in subdivision and simplification is a schedule of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Edge collapse needs the link condition and a normal-flip test, or it silently produces non-manifold geometry.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Angle-weighted vertex normals are tessellation-independent; the render mesh and the processing mesh are different objects.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