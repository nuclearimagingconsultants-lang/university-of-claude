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problem it solves. Subdivision looks arbitrary until you have felt the vertex enclosure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Catmull-Clark dominates because artists model in quads and because Pixar standardised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all-quads-after-one-step property is why the scheme handles arbitrary input polygons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'irregularity stays put and gets isolated' point explains why two subdivision levels is usually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Feature-adaptive is the practically important one and the cleanest payoff of the 'regular regions are B-splines'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Subdivision wins everywhere except exactness, which is exactly the column CAD cannot give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Subdivision Surfaces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Smoothness by refinement, with no patches to join.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Catmull–Clark and Loop subdivision.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relationship between subdivision and spline surfaces.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extraordinary vertices and what happens there.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creases and semi-sharp features.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adaptive and feature-adaptive subdivision.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Define the surface as the limit of refining a coarse mesh.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Refinement as a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Start with a coarse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control cage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 ordinary mesh, any topology.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a fixed refinement rule: insert vertices, reposition existing ones.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Repeat.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 the limit, a smooth surface. In practice, two or three steps are visually indistinguishable from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patches, no boundaries, no continuity conditions to impose.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exactly what Module 05 could not deliver.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Base mesh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 continuity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5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by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Catmull–Clark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Quads (any polygons)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C², C¹ at extraordinary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5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Film, games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C², C¹ at extraordinary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5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 pipelines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Doo–Sabin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√3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965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6255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Slower refinement 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CATMULL-CLARK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each FACE:   face point F = average of the face's vertices.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each EDGE:   edge point E = average of the edge's two endpoints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and the two adjacent face points.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each VERTEX: move it to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(F_avg + 2*R_avg + (n-3)*P) / 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where  F_avg = average of adjacent face points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R_avg = average of adjacent edge MIDPOINTS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n     = vertex valence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Then connect: each face point to its edge points, producing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quads everywhere -- even from triangles or pentagons.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After one step the mesh is all quads. After two, all vertices except the original extraordinary ones have valence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Subdivision is not an alternative to splines. It is a generalisation.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Catmull–Clark on a regular quad mesh IS a B-spline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Apply Catmull–Clark to a mesh where every vertex has valence 4, and the limit surface is exactly a uniform bicubic B-spline surface — the Module 05 object.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subdivision did not replace spline surfaces. It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extended them to arbitrary topology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giving a refinement procedure that agrees with the spline wherever the spline is defined and still does something sensible elsewhere.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special behaviour 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extraordinary vertices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valence ≠ 4 — is precisely the price of that generality. There the surface is only C¹, not C².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modellers are taught to keep quad topology regular where curvature matters, and to place poles where nobody looks.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EXTRAORDINARY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happens at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extraordinary vertex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has valence ≠ 4 (quads) or ≠ 6 (triangles).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Their number is fixed by topology and by the base mesh — subdivision never creates new ones.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After one step, all new vertices are regular. The irregularity stays put and becomes locally isolated.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At an extraordinary vertex the limit surface is C¹ but not C².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Curvature is continuous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nowhere near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there, and reflections show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Practical rule: keep poles off smooth reflective regions.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Creases and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a smooth scheme produce sharp features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Sharp edges in a smooth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Default subdivision smooths everything. Real objects have sharp edges.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Sharp crease: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tag an edge; use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curve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subdivision rules along it instead of surface rules.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limit surface has a genuine crease there.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Semi-sharp crease: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sharpness value s. Apply crease rules for the first s levels, then smooth rules.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Produces a rounded-but-tight edge — which is what real manufactured objects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Pixar introduced semi-sharp creases for exactly this reason, and every modern implementation has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Fractional sharpness interpolates, so an artist can dial an edge from soft to knife-sharp continuously.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semi-sharp creases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perfectly sharp edge looks computer-generated, because real manufactured edges have a small fillet from tooling and wear.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Modelling that fillet as geometry costs edge loops everywhere and makes the cage hard to edit.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semi-sharp crease gives the same visual result from a single number per edge, with no extra control geometry — and because it is a property of the cage, it scales with subdivision level automatically.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feature that made subdivision practical for hard-surface modelling rather than only organic shapes.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subdivision is actually evaluated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get a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Iterative refinement.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Apply the rules k times, render the result. Simple; 4ᵏ growth in face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Exact evaluation.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Stam's method evaluates the limit surface directly at any (u,v), including near extraordinary vertices, using eigenstructure of the subdivision matrix.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Feature-adaptive subdivision.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Refine only near extraordinary vertices and creases; everywhere else the surface is already a bicubic patch, so evaluate it directly on the GPU.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what OpenSubdiv does, and it is how film-quality subdivision runs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Subdivision against the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NURBS patches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Subdivision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79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Plain 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Arbitrary topology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879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Smoothness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C² (C¹ at poles)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76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editing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Patch-wide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879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76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985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Tessellate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Built 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879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976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Author a chain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Exactness for CAD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012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985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5449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9769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Subdivision defines a surface as the limit of refining a coarse cage, with no patches and therefore no continuity conditions to impose.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Catmull–Clark on a regular quad mesh is exactly a bicubic B-spline surface — subdivision generalises splines rather than replacing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Extraordinary vertices are where the surface drops to C¹. Their number is fixed by the base mesh and never grows.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After one subdivision step everything is quads and all new vertices are regular, so irregularity becomes isolated.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Semi-sharp creases give tight-but-rounded edges from one number per edge, which is what made subdivision viable for hard-surface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Feature-adaptive subdivision refines only near poles and creases, evaluating the regular majority directly as B-spline patches on the 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