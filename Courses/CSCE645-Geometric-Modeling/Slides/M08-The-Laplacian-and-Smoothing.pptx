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it as 'deviation from the neighbourhood mean' makes every later application feel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zero-row-sum assertion catches most construction bugs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Taubin is elegant and cheap: two explicit steps, no solve, no shrinkage.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Laplacian and Smoothing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One operator, and most of geometry processing.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the cotangent Laplacian as a sparse matrix.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explicit and implicit Laplacian smoothing.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stability limit of explicit integration.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shrinkage and how to prevent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Laplacian underlies so many algorithms.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difference between a value and the average of its neighbours.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LAPLACIAN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it measures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(Δf)ᵢ  =  Σⱼ wᵢⱼ (fⱼ − fᵢ)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How much f at i differs from a weighted average of its neighbours.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uniform:  wᵢⱼ = 1/deg(i)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Simple, and depends on tessellation rather than on geometry.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cotangent:  wᵢⱼ = ½(cot α + cot 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From Module 07. Geometry-aware, and the one to 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Laplacian measures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local deviation from average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. That one idea explains everything it is used for.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operator is everywhere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Δx = 2Hn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07) — so the Laplacian of position is mean curvature. Smoothing is curvature flow.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Δf = 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harmonic functions, which are as smooth as possible given their boundary. This is parameterisation (Module 09).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Minimising ∫|∇f|²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Dirichlet energy, whose gradient is the Laplacian. Deformation (Module 13) minimises exactly this.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Eigenvectors of Δ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Fourier basis for the surface, giving spectral filtering and shape descriptors.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Four apparently unrelated problems, one matrix. Build it well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cotangent Laplacian as a sparse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L is n x n, sparse, symmetric, with ~7 non-zeros per row.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std::vector&lt;Triplet&gt; trip;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(each edge (i,j))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float w = 0.5f * (cot(alpha_ij) + cot(beta_ij));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trip.push_back({i, j,  w});       // off-diagonal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trip.push_back({j, i,  w});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trip.push_back({i, i, -w});       // rows must sum to ZERO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trip.push_back({j, j, -w});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L.setFromTriplets(trip.begin(), trip.end());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ROWS SUM TO ZERO is the invariant that matters: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it means L annihilates constants, so a flat region has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zero Laplacian. Assert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Rows summing to zero is the structural property to assert. If they do not, a constant function has non-zero Laplacian and everything downstream is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Smoothing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Move each vertex toward the average of its neighbours.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Explicit and implicit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Explicit — x ← x + λΔx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One sparse matrix-vector product. Trivial.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Conditionally stable: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λ must be small.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Too large and it oscillates and explodes.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Many small steps needed for visible smoothing.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Cheap per step, expensive overall.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Implicit — (I − λΔ)xⁿ⁺¹ = xⁿ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Solve a sparse linear system.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Unconditionally stable: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any λ works.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One large step is legitimate.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Needs a sparse Cholesky factorisation.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Expensive per step, far cheaper overall.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stability limit is real and worth seeing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IMPLICIT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Explicit smoothing is the heat equation integrated by forward Euler, and forward Euler on a diffusion equation is stable only if λ ≲ h², where h is the smallest edge length.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one small triangle anywhere in the mesh forces a tiny time step for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whole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mesh.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Implicit integration (backward Euler) has no such limit. The matrix (I − λΔ) is symmetric positive definite, so one Cholesky factorisation can be reused across steps.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Factor once, solve many times.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the pattern for the rest of this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SHRINKAGE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problem everyone hits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Laplacian smoothing is mean curvature flow, and mean curvature flow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shrinks closed surfaces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sphere collapses to a point. This is correct behaviour, and unwanted.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Fixes: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Volume preservation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rescale after each step to restore the original volume.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Taubin λ|μ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alternate a smoothing step (λ &gt; 0) with an unsmoothing step (μ &lt; 0, |μ| &gt; λ). Acts as a low-pass filter with no shrinkage.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Tangential only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project the update onto the tangent plane, so vertices redistribute without moving the surface.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Better smoothing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Removing noise without removing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Laplacian smoothing cannot tell noise from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Both noise and a sharp crease are high-frequency. A low-pass filter removes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Smooth a scanned mechanical part and you remove the scanner noise and round off every edge the part actually has.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Bilateral filtering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fixes this by weighting neighbours by both spatial distance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normal similarity — so a neighbour across a crease contributes little.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exactly the bilateral filter from image processing, applied on a surface. The same idea appears in CSCE 748.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 a smoothing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Preserves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9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5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Explicit Laplacian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Cheap per step, many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Implicit Laplacian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factorisation, then cheap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Taubin λ|μ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No, but no shrinkage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5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Two explicit steps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Bilateral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9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More expensive; iterative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Mean curvature flow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5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99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08975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Same as implicit; geometric meaning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else this matrix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 09, parameterisation: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solve Δu = 0 with boundary conditions. Harmonic maps.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 13, deformation: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minimise ∫|Δx − δ|² to preserve local detail under a handle constraint.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Spectral geometry: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eigenvectors of Δ give a Fourier basis on the surface — shape descriptors, segmentation, compression.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Geodesic distance: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heat method solves two Laplace systems and gets distances.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this matrix carefully. You will reuse it in every remaining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It is not an exaggeration that the Laplacian is most of geometry processing.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Laplacian measures how much a value differs from the weighted average of its neighbours. Every application follows from that.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Use cotangent weights, not uniform ones — uniform weights depend on tessellation rather than geometry.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Rows of L must sum to zero, so that constants are annihilated. Assert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Explicit smoothing is conditionally stable with λ ≲ h², so one small triangle throttles the whole mesh. Implicit is unconditionally stable.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Factor once, solve many times. That pattern recurs through the rest of the course.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Laplacian smoothing shrinks closed surfaces because it is mean curvature flow. Taubin λ|μ fixes it with two cheap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