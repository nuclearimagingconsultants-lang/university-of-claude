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Additivity is the whole trick. Without it you would need to retain the original planes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difference between a toy simplifier and one you can put in a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baking is the one every pipeline uses and connects directly to CSCE 641 Module 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threshold choice is the non-obvious part and the reason naive implementations oscillate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Quad remeshing is the hardest and the one artists most want, since subdivision cages should be quads.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645 — Geometric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Simplification and Remeshing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Fewer triangles, better triangles.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645 · Module 10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quadric error metric simplification.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Preserve attributes and seams through simplification.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mesh quality affects operator behaviour.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isotropic remeshing by local operations.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Delaunay and anisotropic remeshing.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Simplification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Edge collapse, scheduled by a cost metric.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Greedy edge collapse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Repeatedly collapse the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cheapest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edge until the target count is reached.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Needs three things: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cost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for each candidate collapse.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position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for the merged vertex.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798290"/>
                </a:solidFill>
                <a:latin typeface="Calibri"/>
              </a:rPr>
              <a:t>Validity checks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— the link condition and the normal-flip test from Module 02.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priority queue over edges, updated locally after each collapse.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O(n log n) overall. The whole design is in the cost function.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QEM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quadric error 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Qᵥ  =  Σ  (plane of each incident face) as a 4×4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Encodes the sum of squared distances to those planes.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error(v)  =  vᵀ Q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squared distance from v to the original surface, approximately.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Q_merged  =  Qₐ + Qᵇ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Quadrics simply add.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That is what makes this efficient.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optimal merged position is where ∇(vᵀQv) = 0, a 4×4 solve. Constant time per collapse.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quadrics preserve silhouettes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USEFUL PROPERTY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quadric measures squared distance to the planes of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original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faces, and that information is carried forward through every collapse by addition.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In a flat region, all planes coincide, so the error of collapsing is near zero and the edge is collapsed early — correctly, since flat regions need few triangles.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At a sharp silhouette, the incident planes differ greatly, so any merged position is far from at least one of them and the cost is high. Those edges survive.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method therefore concentrates triangles where the shape needs them, without being told what a feature 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Attributes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naive simplification destroys your asset.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Geometry is not the only thing to preserve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real mesh carries UVs, normals, colours, bone weights, material IDs.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Collapsing across a UV seam destroys the atlas.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Two vertices at the same position with different UVs are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not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same vertex.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Fixes: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Forbid collapses that cross a seam or a material boundary.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Extend the quadric to the attribute space — a larger matrix measuring attribute error too.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Weight seam edges heavily rather than forbidding them outright.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Production simplifiers do all three, with artist overrides.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Using simplification in 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Trade-off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Discrete LOD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Prebuild several levels, switch by distance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Simple;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pops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Progressive mesh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Store the collapse sequence; undo to refine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Smooth; complex runtime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Normal baking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Bake high-res detail into a normal map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Standard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; silhouette unchanged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Virtualised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Cluster-based, selected per frame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Best; large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Remeshing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fewer triangles — better 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triangle quality is not cosmetic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REASON THIS MODULE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Module 07: cotangent weights go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negative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obtuse triangles, so the Laplacian loses the maximum principle.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Module 09: negative weights break Tutte's bijectivity guarantee, and triangles flip in the parameterisation.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Module 08: the explicit smoothing time step is limited by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shortest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edge, so one sliver throttles the entire mesh.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Numerical solvers converge more slowly on badly conditioned systems, and badly shaped triangles are what condition them badly.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Mesh quality determines whether your operators work.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not an aesthetic concern.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ISOTROPIC REMESHING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local operations, repeated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127248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target edge length L.  Repeat 5-10 times: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1. SPLIT   every edge longer than (4/3)L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2. COLLAPSE every edge shorter than (4/5)L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3. FLIP    edges to drive vertex valence toward 6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4. SMOOTH  tangentially (Module 08), then project back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onto the original surface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The 4/3 and 4/5 thresholds are chosen so that splitting and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collapsing do not undo each other and the process converges.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Result: near-equilateral triangles, uniform size, valence ~6.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937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Nothing here is new — it is the Module 02 operations scheduled by the Module 08 smoothing. The projection step is what keeps the shape.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target valence 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Module 01: average valence in a closed triangle mesh is forced to be ≈ 6 by Euler's formula.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 valence 6 everywhere is the most uniform mesh topology allows.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flip is accepted if it reduces total valence deviation from 6.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Combined with tangential smoothing, this drives triangles toward equilateral — which is what makes cotangent weights positive and operators well behaved.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Topology forced the number; the algorithm just pursues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Other remeshing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Goal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Isotropic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Uniform edge length; valence 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Simulation; operator quality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Adaptive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Edge length ∝ local feature size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Detail where curvature is 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Anisotropic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Triangles aligned to curvature directions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Fewer triangles, same 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Quad remeshing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Cross field → quad layout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Subdivision cages, animation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Delaunay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Flip to satisfy the empty-circle property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7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5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Maximises minimum angle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Anisotropic remeshing: fewer triangles for the same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 WORTH KNOWING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cylinder is curved in one direction and flat in the other. Isotropic remeshing puts equally sized triangles everywhere, which wastes them along the flat direction.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Anisotropic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remeshing elongates triangles along directions of low curvature and shortens them across high curvature — aligning the mesh to the principal curvature directions from Module 07.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result approximates the same surface to the same tolerance with substantially fewer triangles.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cost: the triangles are no longer well-shaped, so the operator-quality benefits of isotropic remeshing are given up. Choose by what the mesh is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Simplification is greedy edge collapse ordered by a cost metric, with the link condition and normal-flip checks from Module 02.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Quadric error measures squared distance to the original face planes, and quadrics </a:t>
            </a:r>
            <a:r>
              <a:rPr sz="1700" b="1" i="0">
                <a:solidFill>
                  <a:srgbClr val="D6DCE6"/>
                </a:solidFill>
                <a:latin typeface="Calibri"/>
              </a:rPr>
              <a:t>add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— which is what makes the method efficient.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Quadrics preserve silhouettes automatically, because high-curvature regions have disagreeing planes and therefore high collapse cost.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Collapsing across a UV seam destroys the atlas. Real simplifiers forbid or heavily penalise those collapses.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Mesh quality is not cosmetic: obtuse triangles break cotangent weights, Tutte's guarantee, and explicit smoothing stability.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Isotropic remeshing is split, collapse, flip, and tangential smooth, repeated — driving valence toward the 6 that topology already demands on average.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645 · Geometric Modeling  —  Module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