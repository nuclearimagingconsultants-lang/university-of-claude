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Self-intersection is the condition that is expensive to verify and that real assets violate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Jacobson's generalised winding number is the modern answer and worth knowing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Shewchuk's adaptive predicates are the standard answer and are freely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a legitimate engineering trade rather than a cop-out is important — it is what production actually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Solid Modeling and Booleans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exact geometry meets floating-point arithmetic.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boundary representation and its validity conditions.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mesh boolean pipeline and where it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robustness predicates and exact arithmetic.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implicit and voxel approaches trade accuracy for robustness.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approach from the required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B-rep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Representing a solid by its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B-REP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a mesh a solid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boundary representation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describes a solid by the surface enclosing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 that to define a solid, the surface must be: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Closed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no boundary edges, no holes.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Manifold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Module 01's conditions.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Orientable and consistently oriented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normals all point outward.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Non-self-intersecting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the hard one to check.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Only then is 'inside' well defined, and only then do booleans mean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INSIDE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ways to ask 'is this inside?'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ray parity:  cast a ray, count crossings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Odd = inside. Simple, and fragile when the ray hits an edge or vertex.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winding number:  Σ solid angles / 4π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Robust, handles self-intersection gracefully, and generalises.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generalised winding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Works on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open and broken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meshes — which is why it is now preferred.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generalised winding number gives a meaningful 'insideness' even for meshes that are not watertight, which is most real meshes.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Mesh booleans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pipeline, and the step where it breaks.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steps, one of them treacherous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Find all intersections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between triangles of A and B. Accelerated by a BVH.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Compute the intersection curves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segments where triangles cross.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Re-triangulate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both surfaces so the curves become mesh edges.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Classify and keep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pieces: inside/outside, per operation.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Steps 1, 3, and 4 are routine.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Step 2 is where everything fails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it asks for exact answers from inexact arithmetic.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Degeneracies are not rare — they are the common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BOOLEANS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Real models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aligned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Faces are coplanar, edges are collinear, vertices coincide. People model that way deliberately.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questions 'do these planes coincide?' and 'does this vertex lie exactly on that edge?' are asked constantly, and floating-point arithmetic cannot answer them reliably.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epsilon that is too small misses the coincidence and produces a sliver triangle; too large merges things that should stay apart. There is no correct epsilon.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Worse, inconsistent answers to related questions produce a topologically impossible result — a surface that is not closed, or an edge with three faces. The output is garbage rather than slightly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strategies, each giving something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robustness is bought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predicates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Adaptive-precision arithmetic for sign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Slower; exactness only in predicates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arithmetic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Rationals throughout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Much slower; coordinates blow 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Snap rounding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Round everything to a fixed grid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Alters geometry; can still fail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Voxelise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Convert to a grid, boolean, re-extract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Always works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; loses sharpness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Implicit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min/max on distance fields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; approximate surface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Exact predicates: exactness where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STANDARD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insight is that booleans do not need exact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coordinates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They need exact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signs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a few geometric predicates: which side of a plane a point lies on, whether four points are coplanar, orientation tests.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Shewchuk's adaptive predicates compute those signs exactly, using floating-point filters that are fast in the common case and escalate to higher precision only when the result is too close to call.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result is a correct answer at close to floating-point speed, and it makes the combinatorial structure of the output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consistent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prevents topologically impossible results.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CGAL and every serious geometry kernel use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Trading exactness for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Voxelise.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Convert both solids to a grid, boolean per voxel (trivial), extract a mesh.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Always works, never fails, and rounds every sharp edge to the voxel size.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Implicit.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Convert to distance fields, use min/max, extract (Module 11).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Same trade, plus smooth blending for 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This is a real engineering choice: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3D printing pipelines routinely voxelise because a slightly rounded corner is far better than a failed boolean.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guarantee do you need?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result, manufacturing tolerance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NURBS B-rep with exact predicates (CAD kernel)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Reliable result on messy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Voxelise or convert to SDF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Smooth blends rather than sharp joins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Implicit — Module 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Interactive editing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Implicit, or defer the boolean to render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Game asset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 it offline in the DCC tool; ship the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this module is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Robust mesh booleans are a genuinely hard, decades-old research problem, and commercial kernels representing many person-years still fail on adversarial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practically useful knowledge is: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know why it is hard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know that exact predicates are the real fix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know that voxelising is a legitimate answer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when robustness matters more than sharpness.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Do not write your own boolean kernel. Use CGAL, libigl's mesh_boolean, or Cork, and understand what they are protecting you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B-rep defines a solid only if the surface is closed, manifold, consistently oriented, and non-self-intersecting.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generalised winding number gives meaningful inside/outside even for open or broken meshes, which is most real meshes.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Mesh booleans are four steps, and computing intersection curves is the one that fails — it demands exact answers from inexact arithmetic.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Degeneracies are the common case, not an edge case, because people model with aligned and coincident geometry deliberately.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Exact predicates give exact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signs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at near floating-point speed, which is what keeps the output topologically consistent.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Voxelising or converting to an SDF always works and rounds sharp features. That is a legitimate engineering trade, and production uses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