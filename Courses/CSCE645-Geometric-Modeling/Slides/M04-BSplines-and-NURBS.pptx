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B-splines as 'Bézier with a better basis' rather than a new object makes the properties transfer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 = n + p + 1 relation is the single most useful debugging check in spline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elegant bit: one mechanism gives you both smooth joins and deliberate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only p+1 control points are touched. That IS local support, visible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CSCE 641's homogeneous coordinates — same idea, same division, same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summary: NURBS dominate engineering, subdivision dominates entertainment, and the reason is topology.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B-Splines and NURBS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Local control, automatic continuity, and exact circles.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local support and why it is the decisive property.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 knot vector and predict the curve's behaviour from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knot multiplicity controls continuity.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weights add and why NURBS can represent conics exactly.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Bézier, B-spline, and NURBS for a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 with Bézier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Degree tied to control count, and every point affects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B-splines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Degree is decoupled from control point count.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can have fifty control points and still a cubic curve.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Local support.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control point influences only a few spans. Moving one changes the curve nearby and nowhere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Continuity is automatic.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degree-p B-spline is C^(p−1) at every internal join, by construction — no constraints to maintain by hand.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cost is a new object to understand: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knot 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all the subtlety lives.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same shape, a different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C(t)  =  Σᵢ  Nᵢ,ₚ(t) Pᵢ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Still a weighted sum of control points. Only the basis changed.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Nᵢ,ₚ has support on [uᵢ, uᵢ₊ₚ₊₁]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Local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: non-zero over only p+1 knot spans.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Σᵢ Nᵢ,ₚ(t)  =  1,   Nᵢ,ₚ ≥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Still a convex combination — so the hull property survives.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Everything good about Bézier curves is retained because the basis is still non-negative and sums to one. Only the support changed.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Knot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part everyone finds confusing, and the part that does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KNOTS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knot vector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non-decreasing list of parameter values: U = {u₀, u₁, …, uₘ}.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It partitions the parameter domain into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spans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says where one polynomial piece ends and the next begins.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 = n + p + 1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knots = control points + degree + 1.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Get this wrong and nothing works. Check it first when debugging.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Uniform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knots — evenly spaced.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Clamped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first and last repeated p+1 times, so the curve touches its endpoints.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MULTIPLICITY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Repeating a knot reduces continuity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Multiplicity k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Continuity there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C^(p−1)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normal smooth join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C^(p−2)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Less smooth; curvature may break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visible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corner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p+1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Discontinuous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curve splits; used at the ends to clamp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Multiplicity is how you put a corner in a smooth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USEFUL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designer wants a curve that is smooth everywhere except at one deliberate sharp point. With Bézier segments you would break the curve into two objects and manage the join yourself.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 a B-spline you repeat one interior knot p times. The curve remains a single object with a single control polygon, and it has a corner exactly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Clamping is the same mechanism applied at the ends: repeating the first and last knots p+1 times makes the curve interpolate P₀ and Pₙ, recovering Bézier's endpoint behaviour.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Bézier curve is a B-spline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no interior knots and clamped ends. The general object contains the special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 Boor — de Casteljau's generalisation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de_boor(int k, float t, const vector&lt;float&gt;&amp; U,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vector&lt;vec3&gt; P, int p)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k = the knot span containing t: U[k] &lt;= t &lt; U[k+1]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Only p+1 control points matter -- LOCAL SUPPORT in action.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vector&lt;vec3&gt; d(P.begin() + k - p, P.begin() + k + 1);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(int r = 1; r &lt;= p; r++)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for (int j = p; j &gt;= r; j--)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float a = (t - U[j + k - p]) /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(U[j + 1 + k - r] - U[j + k - p]);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d[j] = (1 - a) * d[j - 1] + a * d[j];   // repeated lerp again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d[p];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Repeated linear interpolation, exactly as in de Casteljau — but the interpolation parameters come from the knots rather than being t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NURBS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Weights, and the one thing polynomials cannot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NURBS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Rational: a ratio of polynomials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C(t)  =  Σ wᵢ Nᵢ,ₚ(t) Pᵢ  /  Σ wᵢ Nᵢ,ₚ(t)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control point gains a weight wᵢ &gt; 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wᵢ = 1 for all i  ⇒  an ordinary B-spline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denominator becomes 1. NURBS strictly generalise B-splines.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wᵢ ↑  ⇒  the curve is pulled toward Pᵢ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direct, intuitive handle for designers.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division is the whole point: it makes the curve a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rational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function, and rational functions can do things polynomials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 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things weights buy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Exact conics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No polynomial curve is exactly a circular arc.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quadratic NURBS with the right weights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exactly.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w = cos(θ/2) at the middle control point.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Which is why CAD is built on NURBS: a cylinder must be a cylinder, not an approximation.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Projective invariance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Affine invariance was Module 03's property.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Rational curves are invariant under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perspective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too.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Transform the weighted control points; the projected curve is exact.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Exactly the homogeneous-coordinate trick from CSCE 641 Module 02.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Bézier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Short segments, font outlines, animation keys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Simple; direct endpoint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B-spline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Long editable curves, camera paths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Local control; automatic C^(p−1)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NURBS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CAD, exact conics, surfaces of revolution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Exactness; the industry standard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Subdivision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Organic models, arbitrary topology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Module 06 — no patch layout needed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games do not use NURBS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HONEST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NURBS are superb for engineered shapes and poor for organic ones. A character's head is not naturally a grid of rectangular patches.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Covering an arbitrary closed surface with NURBS patches requires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trimming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careful cross-patch continuity management, both of which are difficult and fragile.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Subdivision surfaces (Module 06) handle arbitrary topology natively with a single control mesh, which is why film and games went that way while CAD stayed with NURBS.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a genuine split by application, not one camp being behind the 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B-splines decouple degree from control point count, give local support, and make C^(p−1) continuity automatic.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basis is still non-negative and sums to one, so the convex hull and affine invariance properties carry over from Bézier unchanged.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 = n + p + 1. Knots = control points + degree + 1. Check this first when spline code misbehaves.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Continuity at a knot is C^(p−k) for multiplicity k — one mechanism gives both smooth joins and deliberate corners.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NURBS add weights, making the curve rational. This buys exact conics and invariance under perspective.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NURBS dominate CAD; subdivision dominates entertainment. The dividing line is arbitrary topology.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