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operations break the exact distance property. Knowing which is the practical skill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transform inversion is a common bug source and worth highlighting.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'exact outside, bound inside' caveat matters for sphere tracing and is usually glossed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usually sells the representation better than any argument about inside/outside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Grazing rays are the pathological case: many small steps near a surface without hitting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complexity-not-coverage point is the key limitation and explains why games do not render primarily this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sharp-feature failure is the main practical limitation and the reason dual contouring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pipelines use both: SDFs for collision, soft shadows, and GI; meshes for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Implicit Surfaces and Distance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Defining shape by a function instead of by primitives.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signed distance fields and their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Compose shapes with CSG and smooth blending operators.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sphere tracing to render implicit surfaces.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Extract a mesh with marching cubes and state its limitations.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implicit and explicit for a given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Signed distance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implicit representation that carries extra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More than just a zero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f(x) = 0 on the surface,  &lt; 0 inside,  &gt; 0 outside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Any implicit function does this much.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|f(x)|  =  distance to the nearest surface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signed distance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field. The magnitude is meaningful.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|∇f|  =  1  everywhere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eikonal property — and ∇f is the surface normal.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distance property is what makes sphere tracing possible and gives offsetting for free. It is worth preserving.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Exact distance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sphere(vec3 p, float r)   { return length(p) - r;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box(vec3 p, vec3 b)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vec3 q = abs(p) - b;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length(max(q, 0.0)) + min(max(q.x, max(q.y, q.z)), 0.0);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                                  //  ^ outside        ^ inside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torus(vec3 p, vec2 t)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length(vec2(length(p.xz) - t.x, p.y)) - t.y;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Transforms apply to the POINT, inverted: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transformed(vec3 p) { return sphere(inverse(M) * p, r);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Non-uniform scale breaks the distance property -- it is then a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bound, not a distance.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is a closed-form exact distance. The box formula handles inside and outside with one expression, which is why it looks cryptic.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operations that are trivial here and awful on meshes.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Boolean operations in one line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min(fₐ, fᵇ)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outside; a bound inside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Intersection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max(fₐ, fᵇ)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inside; a bound outside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max(fₐ, −fᵇ)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Subtract b from 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Offset / shell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f(x) − 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Grow or shrink by d. Free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Infinite repeat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f(mod(p, c) − 0.5c)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Unbounded detail, O(1)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Smooth union — what meshes cannot do at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Hard union: a visible crease where the shapes meet.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d = min(da, db);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Smooth minimum: a controllable fillet, for free.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smin(float a, float b, float k)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h = clamp(0.5 + 0.5*(b - a)/k, 0.0, 1.0);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mix(b, a, h) - k*h*(1.0 - h);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k controls the blend radius. There is no mesh equivalent --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you would have to construct the fillet geometry explicitly,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which is exactly what CAD fillet operations do and why they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are difficult and fragile.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Smooth blending is the operation implicit surfaces make trivial and meshes make hard. It is the main reason procedural modelling uses SDFs.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Sphere tracing — marching by the distance you know is 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SPHERE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 the distance property enables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float trace(vec3 ro, vec3 rd) {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float t = 0.0;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for (int i = 0; i &lt; MAX_STEPS; i++) {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float d = scene(ro + rd * t);   // distance to NEAREST surface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if (d &lt; EPS)   return t;        // hit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if (t &gt; FAR)   break;           // miss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t += d;                         // &lt;- step by d: provably safe,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}                                   //    nothing is closer than 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return -1.0;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Normals from the gradient, by central differences: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vec3 n = normalize(vec3(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scene(p + e.xyy) - scene(p - e.xyy),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scene(p + e.yxy) - scene(p - e.yxy),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scene(p + e.yyx) - scene(p - e.yyx)));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step size is the distance field's value, which is exactly why the distance property matters. A mere inside/outside function would force tiny fixed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SPHERE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gives and what it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Gives: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exact surfaces at any resolution, no tessellation, no LOD, trivial CSG and blending.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Gives: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cheap soft shadows and ambient occlusion — both fall out of the distance field.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Costs: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pixel evaluates the whole scene function. Cost scales with scene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complexity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with screen coverage.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Costs: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grazing rays take many tiny steps near a surface without converging.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So: excellent for procedural and demo content, poor for large artist-authored scenes.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Converting to a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Marching cubes, and what it 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MARCHING CUBES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Extracting a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Sample f on a regular grid. Each cell has 8 corners, each inside or outside: 256 configurations.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lookup table gives the triangles for each configuration.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Vertices are placed on edges by linear interpolation of f.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Loses sharp features.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cube corner becomes rounded, because the vertex can only lie on a grid edge.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Dual contouring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fixes this: place a vertex anywhere in the cell, using gradient information to recover the corner.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Implicit or explicit?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Favours implicit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Favours mesh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Booleans, blending, offsetting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Artist-authored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Procedural and infinite content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Texture mapping and UVs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Collision and distance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Rasterised rendering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Topology changes during simulation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Animation and skinning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Compact storage of smooth shapes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Fine control over every vertex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SDFs show up in engines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PRACTICAL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Soft shadows: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cheap by marching toward the light and tracking the closest approach.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Ambient occlusion: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sample the field at a few points along the normal.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Global illumination: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Unreal's distance field GI traces coarse SDFs of the scene.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Collision: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penetration depth and contact normals come straight from f and ∇f.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Text and decals: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signed distance textures give resolution-independent sharp edges at any magnification.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will meet all of these in CSCE 641's successors. Meshes render; SDFs answer questions about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signed distance field carries distance, not just inside/outside, and satisfies |∇f| = 1 with ∇f as the normal.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Booleans are min and max; offsetting is subtraction; infinite repetition is a modulo. All trivial, all hard on meshes.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Smooth blending has no mesh equivalent and is the main reason procedural modelling uses SDFs.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Sphere tracing steps by the distance value, which is provably safe — and is exactly why the distance property is worth preserving.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Cost scales with scene complexity rather than screen coverage, which limits implicit rendering to procedural content.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Marching cubes loses sharp features because vertices lie on grid edges; dual contouring recovers them using gradients.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