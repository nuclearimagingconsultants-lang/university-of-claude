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teams reach for multi-leader before they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overlap argument is one line and makes quorums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causal-is-the-ceiling result is the one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sets up Modules 09-11.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Replication and Consistency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Several copies, and what you promise about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replication strategies on their failure behaviour.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linearizability and distinguish it from serialisability.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the consistency models in order of strength.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session guarantees and why they are enough.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consistency model deliberately.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Replication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writes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replicate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Failure behaviour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Single leader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 writes to one node, replicated 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Simple; the leader is a bottleneck and a SPOF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Multi-leader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Several accept writes; reconcile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Write conflicts are now your problem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Leaderless (quorum)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Write to w, read from r nodes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failover; needs repair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quorum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 + r &gt;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Write to w replicas, read from r, out of n. Then any read set overlaps any write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n=3, w=2, r=2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Tolerates one failure for both reads and writes. The usual choice.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w=n, r=1  /  w=1, r=n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Fast reads with slow fragile writes, or the reverse. Pick by workload.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Overlap is the whole mechanism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read set that intersects every write set must see the latest write.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Quorums are weaker than they 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CAVEAT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 + r &gt; n guarantees overlap, not linearizability.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Concurrent writes can still be applied in different orders at different replicas.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read can see a newer value and then an older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it contacts different replicas on successive attempts.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failed write may have reached some replicas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is neither applied nor not applied.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Read repair and anti-entropy converge things eventually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'eventually' is doing real work in that sentence.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 need linearizability, you need consensus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06), not a quorum.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read is allowed to return.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Consistency models, strongest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Linearizable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Behaves like one copy, in real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Consensus; a round trip minimum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Sequential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order, agreed; not necessarily real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Cheaper; surprising to 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Causally related ops are ordered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Available under partition. The sweet spot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Eventual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Replicas converge if writes stop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Cheapest; says almost nothing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Read-your-writes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 see your own writes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session guarantee, not a global 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Monotonic reads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Time never goes backwards for you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Session-level; cheap and valuable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Linearizability: the system behaves like one copy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 WORTH GETTING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operation appears to take effect at a single instant between its invocation and its response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order respects real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if A's write completes before B's read begins, B sees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Even on a different client, even on a different replica.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recency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guarantee about single objects.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Serialisability is an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isolation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guarantee about multi-object transactions (CSCE 608).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are different and orthogonal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combining both is strict serialisability.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at least one round trip to a quorum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it is unavailable during a partition.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Session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Weak globally, consistent enough locally.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user-visible anomalies are session anomalies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 posted a comment and it vanished' is a read-your-writes violation.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user hit a replica that had not received their write.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'The count went 5, 7, 5' is a monotonic reads violation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reads landed on replicas at different stages.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are fixable cheaply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route a user's reads to the replica that took their write, or pass a version token the replica must have reached.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can leave the system eventually consistent and still eliminate the anomalies people actually notice.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usually a much better trade than global strong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Deliberately, and per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needs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Account balance, inventory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Linearizable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Double-spend is unacceptable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Unique username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Linearizable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Uniqueness is a global invariant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Social feed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reply must not precede its parent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Like / view counters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Eventual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Nobody can tell, and nobody cares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Session state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Read-your-writes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Only that user observes 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Game world state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4754879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94176" y="4791455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Single authority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 consistency model — a referee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game server sidesteps the whole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NETCODE LOOKS DIFFERENT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exactly one authoritative copy of the world: the server's.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Clients hold predictions, not replicas.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there is no consistency model to choose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quorum, no conflict resolution, no convergence. There is an authority and there are guesses.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Clients are allowed to be wrong, and are corrected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10). That is a completely different bargain from replication.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works because a game has a natural trusted party and a bounded world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stops working the moment you need two authoritative servers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sharding a game world is genuinely hard.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Single-leader replication is the right default because it eliminates write conflicts, which are the expensive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 + r &gt; n guarantees that read and write sets overlap, but overlap is not linearizability — quorums still permit reordering and non-monotonic reads.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Linearizability is a recency guarantee about single objects; serialisability is an isolation guarantee about transactions. They are orthogonal.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Causal consistency is the strongest model available during a partition, which is why the research concentrated there.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Most anomalies users actually notice are session anomalies, and those are cheap to fix without global strong consistency.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Consistency is chosen per operation, not per system — and a game server sidesteps it entirely by having one authority and no replicas.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