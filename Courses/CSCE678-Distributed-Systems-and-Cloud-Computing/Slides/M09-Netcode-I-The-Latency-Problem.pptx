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authority; the rest are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compounding-divergence point explains why desync is catastrophic rather than cosmetic.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Netcode I: The Latency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Distributed systems with a 16 millisecond deadline.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netcode architectures and their failure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authority question and why it decides everything.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deterministic lockstep and its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state synchronisation and its bandwidth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architecture from the game's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none of the previous eight modules applies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game is a distributed system with three extra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NETCODE LOOKS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hard deadline.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16.7 ms at 60 Hz, and a frame that misses it is visible. There is no option to wait.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adversarial participant.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client runs on hardware the attacker owns (Module 01 §3). Byzantine, by default.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continuous state.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 a log of discrete operations but positions and velocities changing every tick.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consensus is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quorums are out, and CRDTs are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§3).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remains is a referee and a lot of educated guessing.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Who decides what is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arrangements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Authority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Authoritative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server, entirely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Cheat-resistant; server cost; input 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Listen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player's machine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Free; that player has zero latency. Unfair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Deterministic lockstep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Everyone, by agreement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Tiny bandwidth; input delay; desync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Peer-to-peer trusted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client owns its objects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Trivially cheatable. Co-op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Rollback (GGPO)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Lockstep + 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 feel; needs cheap rollback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authority question comes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 EVERYTHING FOLLOWS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Who decides whether the shot hit?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Whoever does is the authority, and everyone else is guessing.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client decides, it can lie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will (Module 11). There is no cryptography that fixes this, because the client legitimately possesses everything it would need to lie convincingly.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server decides, the player waits a round trip to see the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unless the client predicts (Module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server authority plus client prediction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answer for any competitive game, and the next module is entirely about making that feel instantaneous.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Lockstep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Send inputs, simulate identically.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LOCKSTEP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Deterministic lockstep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Send only INPUTS. Every client runs the identical simulation.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tick N:  gather local input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broadcast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WAIT for every other player's input for tick 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simulate tick N with all inputs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-&gt; every client computes the identical world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BANDWIDTH: a few bytes per player per tick, regardless of how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many units exist. An RTS with 2000 units costs the same as one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with 5. This is why RTS games use it.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TWO PROBLEMS: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1. INPUT DELAY. You cannot simulate tick N until everyone's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input arrives, so every player waits for the SLOWEST.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Mitigation: run tick N with inputs gathered at tick N-3,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so there is slack. That is 3 ticks of input lag, always.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2. DESYNC. Determinism must be EXACT and bit-identical.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Float differences across compilers or CPUs, map iteration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order, uninitialised memory, or one un-seeded random call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diverge the simulations -- and the divergence COMPOUNDS.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Detect with a periodic state checksum; the only recovery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is to resynchronise or drop the player.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Module 06's replicated state machine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with no consensus layer — same determinism requirement, same failure when it is violated.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State synchronisation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Send the world,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 sync: the server sends what it decided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server simulates authoritatively and sends snapshots of the world state.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Clients display what they are told.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determinism requirement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clients need not agree with each other, only receive updates.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 waiting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client that misses a snapshot uses the next one. Loss degrades smoothly instead of stalling.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bandwidth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scales with the amount of state rather than the number of players.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shooters use state sync and strategy games use lockstep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state size differs by orders of magnitude.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BANDWIDTH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state sync stays affordable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Relevance / interest management.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Send only what this client can see.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largest single saving by far.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Delta compression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against the last acknowledged snapshot — send what changed.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Quantisation.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position does not need 32-bit floats; 16 bits over a bounded range is invisible.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Prioritisation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nearby and recently-changed objects update more often than distant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is unreliable UDP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02), so a lost snapshot costs nothing.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Delta compression must therefore be against an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acknowledged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baseline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the last one 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That last point is the subtle one: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deltas against an unacknowledged baseline break permanently when a packet is lost.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DECISION, WITH REASONS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Few entities, many players, competitive: state sync with an authoritative server.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Shooters, MMOs, battle royales.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Many entities, few players, bandwidth-constrained: lockstep.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RTS, and anything with thousands of units.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 players, frame-perfect input matters: rollback netcode.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Fighting games, and GGPO changed the genre.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Co-operative only, trust is acceptable: peer-to-peer.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be honest that it is cheatable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fine when the only victim is a friend who chose to play with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game adds three constraints to distributed systems: a hard deadline, an adversarial participant, and continuous rather than discrete state.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Consensus, quorums, and CRDTs are all unusable, leaving a referee and a lot of educated guessing.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authority question decides everything else — bandwidth, cheat resistance, and how the game feels all follow from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Lockstep sends only inputs, so bandwidth is independent of entity count — at the cost of permanent input delay and catastrophic desync risk.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State sync needs no determinism and degrades smoothly under loss, but bandwidth scales with world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Delta compression must be against an acknowledged baseline, or one lost packet breaks it permanently.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