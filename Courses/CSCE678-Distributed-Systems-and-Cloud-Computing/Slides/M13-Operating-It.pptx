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add one thing: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retry amplification point is the most actionable thing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Operating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Observability, failure, and what you can honestly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Instrument a system with metrics, logs, and traces.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tail latency dominates user experience.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SLOs and error budgets and use them to decide.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cascading failure and the patterns that prevent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distributed system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signals, and what each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Metrics, logs, and traces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something wrong, and since when?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Cheap; aggregated; low cardinality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exactly happened to this request?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Expensive at volume; sample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did the time go across services?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one that actually finds latency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Where did the CPU go inside a service?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Continuous profiling is now practical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Trace context must be propagated or tracing is useless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IMPLEMENTATION DETAIL THAT DECIDES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trace works because every service passes along the trace ID it received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attaches its own span to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service that drops the header breaks the trace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remainder of the request becomes invisible — which is usually the part you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propagation must be in the shared framework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in each service's code, and it must cross queues and async boundaries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W3C Trace Context and OpenTelemetry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vendor format.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standard exists precisely so that one service in a different language does not break the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Tail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average is the wrong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tail is the experience, and fan-out amplifies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 THAT CHANGES HOW YOU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one service call has a 1% chance of being slow, and a request makes 100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 chance that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slow is 0.99¹⁰⁰ ≈ 37%.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63% of requests hit at least one slow call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request is as slow as its slowest component.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p99 of a component becomes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median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a fanned-out request.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whole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measure p99 and p99.9, never the mean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fixes are hedged requests, tied requests, and reducing fan-out.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CSCE 735's 'report the distribution' and CSCE 650's 'worst frame' argument,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SLOs and error budgets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TURNING RELIABILITY INTO A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SLO is a target: 99.9% of requests succeed in under 200 ms, measured over 30 days.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error budget is what remains: 0.1%.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roughly 43 minutes a month of permitted failure.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Budget remaining ⟹ ship. Budget exhausted ⟹ stop shipping and fix reliability.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argument about whether to prioritise features or stability becomes arithmetic.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100% is the wrong target.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unattainable, unaffordable, and the last nine costs more than it is worth.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unused error budget means you are shipping too slowly.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Cascading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a small problem becomes an outage.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1. one service slows down slightly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2. its callers' requests take longer, so their threads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connections are held longer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3. the callers' pools exhaust -- now THEY are slow, for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requests that have nothing to do with the original service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4. their callers exhaust, and so on upstream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5. clients time out and RETRY, multiplying the load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6. the original service, now receiving several times its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normal traffic, fails completely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7. it restarts with a cold cache and fails again immediately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PATTERNS THAT BREAK THE CHAIN: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TIMEOUTS        bound how long anything can be held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(and they must be SHORTER upstream than down)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BULKHEADS       separate pools per dependency, so one slow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dependency cannot exhaust everything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CIRCUIT BREAKER after N failures, fail FAST without calling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BACKPRESSURE    reject early rather than queue forever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LOAD SHEDDING   drop low-priority work to protect the rest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JITTERED BACKOFF  so retries do not synchronise into a wave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Retries without backoff and jitter CAUSE outages.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thundering herd is self-inflicted.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Step 5 is the one that turns a degradation into an outage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entirely self-inflicted.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 the failures, because they will not test themselves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 paths are the least-exercised code in the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most important. They are also, by definition, never run in normal operation.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inject failures deliberately: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kill nodes, partition the network, add latency, exhaust disks, and do it in staging, continuously.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Deterministic simulation is better than chaos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you can manage it — FoundationDB's approach runs the whole system in one process with a controlled clock and scheduler, so a failure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reproducible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reproducibility is the 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distributed bug you cannot reproduce is a bug you cannot fix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most of them are not reproducible by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the semester, and the program,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distributed system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'Linearizable for single-key operations; causal across keys.'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Specific, and it tells a caller what they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'Tolerates f failures of 2f+1 nodes, assuming crash-recovery and no Byzantine behaviour.'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With the model stated.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'99.9% of reads under 50 ms, measured at the client over 30 days.'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 percentile, a vantage point, and a window.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'Verified with a linearizability checker over 10,000 fault-injected histories.'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The evidence, not the hope.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what you cannot say: 'highly available' or 'never loses data'.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Say the number, the model, and the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course in this program ended 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not a coincidence — it is the one habit that transfers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reason about partial failure, choose a consistency model deliberately, implement consensus, and build netcode that feels instant while remaining authoritative.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that the impossibility results are narrower than their reputations, that the ambiguity of a timeout is the root of nearly everything, and that most systems are distributed before they need to 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Semester 5 built what the degree assumed: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620 the geometry, 605 the compiler, 678 the network.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Fifteen courses, 195 modules.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thread running through all of them is the same: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 it, state what you established, and do not claim more than you tested.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Metrics say something is wrong, logs say what happened to one request, and traces say where the time went — tracing is the signal that distinguishes distributed operations.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Trace context must be propagated by the shared framework, including across queues, or one service breaks the chain.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With 100 calls at 1% slow each, 63% of requests hit a slow one — a component's p99 becomes a fanned-out request's median.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error budget turns the features-versus-stability argument into arithmetic, and an unused budget means you are shipping too slowly.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Retries without backoff and jitter cause outages — the thundering herd is self-inflicted.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Deterministic simulation beats chaos testing because a distributed bug you cannot reproduce is one you cannot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