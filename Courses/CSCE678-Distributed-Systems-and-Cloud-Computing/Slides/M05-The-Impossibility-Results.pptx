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author had to publish a correction is the most persuasive evidence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PACELC is the better tool and is much less widely 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Connecting it back to M01 closes the loop on the course's organising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678 — Distributed Systems and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Impossibility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they actually say, and what they are quoted as saying.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678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CAP precisely and say what it does not claim.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FLP precisely and explain why consensus still works.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PACELC and why it is the more useful framing.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two generals and the coordinated attack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these results being misused.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most misquoted theorem in computing.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CAP does not say 'pick two'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THE THEOREM ACTUALLY STATES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claim is narrower: a system that is partitioned cannot be both consistent and available.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'Consistent' means linearizable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04) — not 'correct', not ACID, not any weaker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'Available' means every non-failing node answers every request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far stronger than 'mostly up'.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partitions are not optional.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 do not choose whether to tolerate them; the network chooses.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choice is only what to do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during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'CA' is not a category you can select.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MISREADINGS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people say, and what is 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1901952"/>
            <a:ext cx="7132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56816"/>
            <a:ext cx="6912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Actually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'Pick two of three'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2377440"/>
            <a:ext cx="7132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414016"/>
            <a:ext cx="6912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 is not optional. You pick C or A during a partition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'NoSQL is AP, SQL is CA'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8848" y="2852928"/>
            <a:ext cx="7132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2889504"/>
            <a:ext cx="6912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Both are configurable; most are neither purely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'We chose availability'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3328416"/>
            <a:ext cx="7132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3364992"/>
            <a:ext cx="6912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Usually means 'we did not think about it'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'CAP forbids strong consistency'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98848" y="3803904"/>
            <a:ext cx="7132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3840480"/>
            <a:ext cx="6912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during a partition. Spanner is linearizable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'Eventual consistency is required'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8848" y="4279392"/>
            <a:ext cx="7132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4315968"/>
            <a:ext cx="6912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Causal is stronger and also partition-available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deeper result, and a narrower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FLP: no deterministic consensus in an asynchronous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a fully asynchronous system with even one possible crash failure, no deterministic algorithm guarantees consensus.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'Asynchronous' means no bound on message delay or processing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 slow node is indistinguishable from a dead one (Module 01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proof constructs an infinite execution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which the algorithm never decides. It does not say it decides wrongly — it says it may never decide.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impossibility is about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termination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not safety.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distinction is what leaves room for every practical algorithm.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Raft and Paxos work anyway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THE RESULT IS ESCAPED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never violate safety.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Two conflicting values are never decided, under any delays whatsoever. That part is unconditional.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sacrifice guaranteed liveness.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Under pathological timing they can fail to make progress — which is exactly what FLP says must be possible.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add randomness.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Randomised election timeouts break symmetry, so progress occurs with probability 1 even though it is not guaranteed.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Real networks are partially synchronous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usually timely, occasionally not.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Algorithms are designed to be safe always and live during the good periods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correct engineering response to an impossibility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PACELC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framing that is actually useful.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PACELC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more complete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if Partition: choose Availability or 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This is CAP, and it is the rare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Else: choose Latency or 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This is the common case, and CAP says nothing about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Spanner: PC/EC.  Dynamo: PA/EL.  MongoDB: PA/EC (tunable).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Two decisions, not one — and the second one is made every 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'else' branch is where you live.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Partitions are rare; the latency–consistency trade is continuous.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generals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oldest result, and the most directly useful.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GENERALS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no agreement is certain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Two generals must attack simultaneously. They communicate by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messengers who may be captured. Can they agree on a time?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 sends "attack at dawn"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-- but A does not know it arrived, so A cannot commit.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B acknowledges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-- but B does not know the ACK arrived, so B cannot commit.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 acknowledges the acknowledgement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-- but A does not know THAT arrived...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NO FINITE PROTOCOL ACHIEVES CERTAINTY. The last message is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always unacknowledged, and whoever sent it cannot know it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landed. This is provable, and it holds for any number of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messages.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WHAT YOU DO INSTEAD: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accept at-least-once + idempotence (Module 01)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use a third party both trust (a transaction coordinator,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or in a game, THE SERVER -- Module 11)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accept a probability of disagreement and bound it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restructure so agreement is not needed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last one is usually the best and is usually not tried.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This is Module 01's timeout ambiguity, proved.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It is the oldest result here and the one that bites most often.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recognise these being misused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'CAP means we cannot have transactions'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no, it means not during a partition, and only for linearizability.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'FLP means consensus is impossible'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no, it means guaranteed termination is impossible in a fully asynchronous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'We are AP so consistency is not our problem'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availability during partitions says nothing about what you do the other 99.9% of the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Ask three questions: which consistency model, under what timing assumptions, and during a partition or otherwise?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Most invocations of these theorems do not survive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CAP says a partitioned system cannot be both linearizable and fully available; P is not optional, so 'pick two' is wrong.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FLP says no deterministic algorithm guarantees consensus in a fully asynchronous system — the impossibility is about termination, not safety.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Raft and Paxos are always safe, sacrifice guaranteed liveness, and use randomness to make progress with probability 1.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PACELC adds the else-branch — latency versus consistency when there is no partition — which is the trade you make every day.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Two generals proves no finite protocol gives certain agreement, because the last message is always unacknowledged.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Ask which consistency model, under what timing assumptions, and during a partition or not — most invocations of these theorems fail those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