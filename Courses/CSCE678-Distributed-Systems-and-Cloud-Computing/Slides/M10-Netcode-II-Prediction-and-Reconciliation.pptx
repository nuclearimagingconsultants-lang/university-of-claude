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snap without replaying, which throws away the player's recent input and feels terrible.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artifacts as trade-offs rather than bugs is the useful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Netcode II: Prediction and Reconciliation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Feeling instant while waiting for permission.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client-side prediction.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server reconciliation with input replay.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entity interpolation and state the buffer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rollback netcode and its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the characteristic artifacts of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Act now, ask permission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client simulates its own actions immediately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FIRST HALF OF THE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prediction, pressing forward does nothing for a full round trip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input to server, server simulates, state back. At 100 ms that is unplayable.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prediction, the client applies the input to its own copy immediately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simultaneously sends it to the server.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movement feels instantaneous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locally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client is usually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runs the same movement code the server does, so in the absence of interaction with others the prediction matches.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interesting case is when it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happens when the server disagrees.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Replay the unacknowledged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CLIENT keeps a buffer of inputs it has sent but not yet seen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acknowledged, each tagged with a sequence number.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send input #42, #43, #44, #45 ...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apply each locally as it is sent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SERVER replies with authoritative state AND the last input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sequence number it has processed: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"here is the world, as of your input #43"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CLIENT then: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1. snap its own state to the server's authoritative state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2. DISCARD inputs #43 and earlier from the buffer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3. RE-APPLY inputs #44, #45 ... on top of that state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4. the result is a corrected prediction that still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includes everything the player has done since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If the prediction was right, step 3 reproduces exactly what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client already had -- and NOTHING VISIBLY HAPPENS.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If it was wrong, the error is corrected, and only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divergence since #43 is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replay is what makes correction invisible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when the prediction was right — which is almost always.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Smooth the correction, do not snap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DETAIL THAT DECIDES HOW IT FEELS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visible snap is jarring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small corrections happen constantly from ordinary floating-point and timing differences.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blend toward the corrected position over a few frames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teleporting to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large errors must snap.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Smoothing a two-metre correction means the player is wrong about where they are for half a second, which is worse.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threshold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~10 cm, blend; over it, snap.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log the large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rising rate of large corrections means a prediction bug or a cheater.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Other players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predict what you cannot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Interpolate remote entities; do not predict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ASYMMETRY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your own input, so you can predict yourself. You do not know anyone else's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predicting them means extrapolating, and extrapolation is wrong whenever they change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render remote entities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 the past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buffer snapshots and display the interpolated state from 100 ms ago, between two snapshots you already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is perfectly smooth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guessing and no correction artifacts.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you see everyone else slightly 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exactly the unfairness that lag compensation (Module 11) exists to address, and it creates problems of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Each technique's characteristic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Seen 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Misprediction 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Rubber-banding; being pulled 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smoothing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Visible snap every correction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Jitter on your own character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Over-smoothing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Slow convergence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Floaty, disconnected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Interpolation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Remote players are delayed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Shots that look like hits and miss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Extrapolation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Wrong on direction change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Warping; players snapping 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 small a buffer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Runs out of snapshots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Stuttering remote players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Prediction applied to 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Rollback netcode predicts other players too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FIGHTING-GAME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Assume the remote player's input is the same as last frame, and simulate forward immediately.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waiting, no interpolation delay.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the real input arrives and differs, roll the simulation 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that frame and re-simulate everything since, with the correct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both players see an instant response to their own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occasional visual corrections of the other.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requires the simulation to be deterministic, cheaply re-runnable, and fully snapshot-able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several times per frame.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Easy for two fighters; infeasible for a large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rollback beats input delay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EMPIRICAL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alternative is adding input delay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until the remote input reliably arrives in time — so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players' controls become less responsive.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Rollback instead keeps local response instant and makes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remote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character occasionally correct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Players tolerate the second far better than the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Your own character feeling sluggish is immediately noticeable; your opponent flickering occasionally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 human-factors result, not a technical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the same observation as CSCE 650's on VR latency: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coupling between your own action and the response is what people detect.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Client-side prediction applies input locally and immediately, so movement feels instant while the server remains authoritative.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Reconciliation snaps to the server state and replays unacknowledged inputs, which makes correction invisible whenever the prediction was right.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Smooth small corrections over a few frames and snap large ones; log the large ones, because a rising rate means a bug or a cheater.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 can predict yourself because you know your input, and must interpolate others from the past because you do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characteristic artifact — rubber-banding, warping, stuttering — is a correct implementation showing its trade-off.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Rollback keeps local response instant and lets the remote character correct itself, which players tolerate far better than added input delay.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