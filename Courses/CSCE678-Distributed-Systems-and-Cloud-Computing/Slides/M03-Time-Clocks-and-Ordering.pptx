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reframing — concurrency as 'no possible influence' —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'NOT' line is the one students miss and then misuse Lamport clocks.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HLC is underused relative to how well it solves the actual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Time, Clocks, and Ordering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There is no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physical clocks cannot be trusted.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happens-before relation.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Lamport and vector clocks and state what each captures.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hybrid logical clocks and TrueTime.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timestamps are the wrong conflict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Physical time 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assumption you have about clocks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Ways the wall clock betrays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Clocks drift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cheap crystal is off by seconds per day, and temperature changes the 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NTP steps them backwards.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Two readings can decrease, so a measured duration can be negative.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Leap seconds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repeated or smeared, differently by different vendors on the same day.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Virtual machines pause.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VM can lose seconds to migration or to a host under pressure.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garbage collection pauses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(CSCE 605 M12) — the process stops, the clock does not, and it wakes up in the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Use a monotonic clock for durations and the wall clock only for displaying times to humans.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Mixing them is a very common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clock reading is a range, not a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RIGHT MENTAL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Even perfectly synchronised, a reading has uncertainty.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NTP over the internet gives tens of milliseconds; inside a datacentre, perhaps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'this happened at 10:00:00.000' means 'somewhere in a window around then'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comparing two such readings from different machines may be meaningless.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systems ignore the uncertainty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compare timestamps as if they were exact — which silently produces wrong answers when the gap is smaller than the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Spanner's TrueTime does the opposite: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returns an explicit interval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waits out the uncertainty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committing.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Correctness bought with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honest trade and a rare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Logical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Ordering without clocks.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HAPPENS-BEFORE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Lamport's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→ b  if a and b are in the same process and a comes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Program order within a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→ b  if a is a send and b is the matching 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Causality across processes.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→ b  if a → c and c → b    (transitive)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And if neither a → b nor b → a, the events are CONCURRENT.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Concurrent does not mean simultaneous.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means neither could have influenced the other, which is the only thing you can actually determine.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Lamport and vector clocks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LAMPORT CLOCK -- one integer per process.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a local event:   c = c + 1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send:            c = c + 1; attach c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receive(t):      c = max(c, t) + 1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GUARANTEE:   a -&gt; b  implies  C(a) &lt; C(b)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NOT:         C(a) &lt; C(b) implies a -&gt; b     &lt;-- the catch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So it gives a total order, and CANNOT detect concurrency.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VECTOR CLOCK -- one integer PER PROCESS, at every process.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a local event:   V[self] += 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send:            V[self] += 1; attach the whole V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on receive(W):      V = elementwise max(V, W); V[self] += 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V(a) &lt; V(b) elementwise, strictly somewhere  &lt;=&gt;  a -&gt; b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neither &lt;= the other                         &lt;=&gt;  CONCURRENT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So vector clocks DETECT concurrency exactly. The cost is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O(n) space and bandwidth per message, for n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Lamport clocks order; vector clocks detect concurrency.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difference decides which you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Hybrids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Wanting both properties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clock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Captures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Physical (NTP)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Roughly real time; no causality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Free, and wrong at fine grain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Lamport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consistent total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integer; no concurrency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Causality exactly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 per message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Hybrid logical (HLC)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Causality + close to real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Small. Widely used now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time with bounded error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GPS and atomic clocks; commit wait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Version vectors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Causality over replicas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O(replicas); used by Dynamo-likes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Last write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conflict resolution that silently loses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'Last write wins' decides by a clock that 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WARNING OF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replicas accept concurrent writes; on merge, keep the one with the later timestamp.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Simple, and it is everywhere.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timestamps came from different machines with unsynchronised clocks.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one is 200 ms fast, its write always wins — including when it was genuinely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data is discarded silently.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error, no log line, and no way to recover the lost write afterwards.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alternatives: detect the conflict with version vectors and surface it; use a CRDT that merges without choosing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 serialise through consensus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LWW is acceptable only when losing a write is genuinely acceptable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should be a stated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matters in a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NETCODE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Clients disagree about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when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everything happened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each sees the world at a different delay.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server defines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single authoritative tick number replaces wall-clock time entirely — it is a Lamport clock with a designated owner.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Clients estimate their offset from server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timestamp inputs with the server tick they believe they are acting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lag compensation rewinds the world to the tick the shooter saw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 — which is only possible because there is one authoritative timeline to rewind.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Clocks drift, step backwards, smear leap seconds, and jump after VM or GC pauses — use a monotonic clock for durations.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clock reading is a range, not a point; TrueTime makes the uncertainty explicit and waits it out, buying correctness with latency.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Happens-before captures possible influence, and 'concurrent' means neither event could have affected the other.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Lamport clocks give a total order but cannot detect concurrency; vector clocks detect it exactly at O(n) cost per message.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Hybrid logical clocks are the practical default — causality plus near-real time in a few bytes.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Last-write-wins discards data silently using clocks that disagree; use it only when losing a write is an accepted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