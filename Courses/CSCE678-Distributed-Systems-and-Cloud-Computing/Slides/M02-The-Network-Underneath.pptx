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Resist the 'TCP is reliable so use TCP' reflex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BDP explains a lot of otherwise-mysterious throughput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cost argument is the one that decides architectures.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'don't roll your own' advice matters most for congestion control, which is subtle.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678 — Distributed Systems and Cloud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Network Underneath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 wire actually gives you, and what it charges.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678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TCP and UDP on the properties that matter.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head-of-line blocking and when it is fatal.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Reason about bandwidth-delay product and congestion control.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NAT traversal and why peer-to-peer is hard.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transport and justify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TCP and UDP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answers to the same unreliable network.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TRANSPORTS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gives and withholds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TCP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UDP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Reliable, retransmitted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Best effort; you retry or you do not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Ordering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order — and that is the problem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order; you sequence yourself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Framing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byte stream; you frame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Datagrams, preserved whole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Congestion control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Built in, and mandatory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Yours to implement, and you must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Head-of-line blocking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Yes. One lost packet stalls 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Connection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Handshake; stateful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4204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1775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Stateless; NAT hates 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TCP's ordering guarantee is what makes it wrong for games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KEY INSIGHT OF THE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TCP delivers bytes in order.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if packet 7 is lost, packets 8, 9, and 10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arrive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but are held in the kernel buffer until 7 is retransmitted and arrives.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one extra round trip of delay on data you already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a file transfer this is exactly right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need all the bytes and the order is the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a game it is exactly wrong.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Position update 7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obsolete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moment update 8 exists.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Waiting for stale data before showing fresh data is the worst possible trade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TCP's central promise.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 real games send UDP and rebuild what they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Unreliable-unordered for state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positions, orientations. A dropped one is replaced by the next anyway.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Reliable-ordered for events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chat message, a weapon pickup, a death. Implemented over UDP with sequence numbers and acknowledgements.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you rebuild a subset of TCP, per channel, with the semantics each channel actually needs.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what ENet, QUIC, and every game networking library do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QUIC is the acknowledgement that this was right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since HTTP/3 abandoned TCP for exactly the head-of-line reason.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Bandwidth, delay, and the product of the two.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Bandwidth-delay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BDP = bandwidth × round-trip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number of bytes 'in flight' on the wire at full utilisation.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100 Mb/s × 100 ms = 1.25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you must have 1.25 MB unacknowledged to saturate that link.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Window &lt; BDP ⟹ you cannot fill the pipe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Throughput becomes window / RTT, no matter how fast the link 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This is why a fast link to a distant server is slow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until the window scales — and why TCP slow start hurts short connections.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Bufferbloat: latency from too much buffer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COUNTERINTUITIVE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Loss-based congestion control (Reno, CUBIC) speeds up until packets drop.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Loss is its only congestion signal.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fills every buffer between the endpoints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before it backs off — and consumer routers have very large buffers.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Full buffers mean queueing delay.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saturated link can show RTTs of seconds, with no packet loss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a download ruins a game on the same connection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BBR, CoDel, and fq_codel exist — they target delay rather than loss.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More buffer made latency worse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worth remembering generally.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peer-to-peer is harder than it should 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two clients cannot just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Both peers are behind NAT. Neither has a public address.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Neither can accept an inbound connection. There is no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address for either to dial.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TECHNIQUES, in order of preference: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STUN  -- ask a public server "what address do you appear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to come from?"  Learn your own mapped endpoint.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HOLE PUNCHING -- both peers send to each other's mapped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endpoint simultaneously. Each outbound packet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creates a NAT mapping that lets the other's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inbound packet through. Works for CONE NATs.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TURN  -- relay everything through a public server.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ALWAYS works. Costs you bandwidth and adds a hop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of latency. This is the fallback, not the plan.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ICE   -- try all of the above, in parallel, pick what works.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   WebRTC does this and you should too.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SYMMETRIC NAT assigns a DIFFERENT external port per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destination, so the address STUN taught you is wrong for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any other peer. Hole punching fails. ~8-20% of users.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You need TURN, and you will pay for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Symmetric NAT is why every P2P system needs relay servers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so 'peer-to-peer saves server costs' is only partly true.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decision, with reasons.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build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834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Real-time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156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UDP, unreliable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Stale data is worthless; no HOL blocking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Real-time + 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0156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129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UDP + reliability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ENet, GameNetworkingSockets, QUIC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RPC between services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1129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gRPC over HTTP/2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Streams, deadlines, tooling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Web-facing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0156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1129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HTTP/3 (QUIC)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Solves HOL; 0-RTT resumption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834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Bulk transfer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0156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1129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TCP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Ordering is what you want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834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6151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Browser real-time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01568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1296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WebRTC data channels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93408" y="4754879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4791455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only UDP a browser gets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Measure on a bad network or you have not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Localhost has 0.05 ms latency, no loss, no jitter, and infinite bandwidth.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Nothing you learn there transfers.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Test at 50, 150, and 300 ms RTT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1%, 5%, and 10% loss, and with jitter — because mobile networks deliver all of these.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test asymmetry and reordering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both of which are common and both of which break naive implementations.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same rule as CSCE 735's 'measure the real thing'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CSCE 620's 'random input proves nothing'.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clean case is not the informative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TCP's in-order delivery means one lost packet stalls everything behind it — right for files, wrong for games where stale data is worthless.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Real games send UDP and rebuild per-channel reliability, which is what ENet and QUIC do; HTTP/3 abandoning TCP is the acknowledgement that this was right.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Bandwidth-delay product is how many bytes must be in flight to saturate a link; a window below it caps throughput at window/RTT.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Bufferbloat makes latency worse by adding buffer — loss-based congestion control fills every queue before backing off.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Symmetric NAT defeats hole punching for 8–20% of users, so every P2P system needs paid relay servers.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Localhost has no latency, loss, or jitter, so anything measured there has not been measured.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678 · Distributed Systems and Cloud Computing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