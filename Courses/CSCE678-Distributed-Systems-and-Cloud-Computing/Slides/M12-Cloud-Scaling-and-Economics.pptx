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managed-database advice saves more pain than anything else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hybrid conclusion is what most studios actually land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678 — Distributed Systems and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Cloud, Scaling, and Economics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it costs, and what the bill is actually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678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elasticity and what it is worth.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the compute abstractions and their trade-offs.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data gravity and egress economics.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autoscaling and why it is harder than it looks.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Decide honestly between cloud and owned hardware.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you are buying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Elasticity, not cheap compute.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cloud sells elasticity, and it is expensive per unit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ECONOMICS, STATED PLAINLY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Rented compute costs several times owned compute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amortised over three years. That is not a secret and it is not the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you are buying is the ability to have zero servers on Monday and four hundred on Friday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to pay for neither when you do not need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cloud wins when load is variable, unpredictable, or growing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launch, a seasonal peak, an experiment, a startup that might fail.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loses when load is steady and known.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game with a stable player count running 24/7 is the textbook case for owned hardware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several large companies have repatriated for exactly this reason.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ABSTRACTIONS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compute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Abstraction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You manage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Bare metal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Everything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Steady load; latency-critical; GPUs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OS and 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default; flexible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Containers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image; a scheduler runs 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Most services. Kubernetes if you must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Serverless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function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Spiky, stateless, short. Cold starts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Managed services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Configuration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Databases, queues. Usually right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the bill comes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where people expect.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Egress and data gravity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TWO THINGS THAT DOMINATE REAL BILLS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Ingress is usually free; egress is charged, and it adds up fast.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game streaming state to a hundred thousand clients pays per byte, continuously.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cross-zone and cross-region traffic is charged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inside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the cloud too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chatty microservice architecture spread across availability zones pays for its own internal chatter.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Data gravity: once a petabyte is in one provider, moving it costs more than leaving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egress charge is the lock-in mechanism, whether or not it was designed as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compute is portable and data is not.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Architect for that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measure egress from the first week, because nobody budgets for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Autoscaling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Harder than the marketing suggests.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Autoscaling reacts to a signal that lags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IS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By the time CPU is high, users are already waiting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 new instance takes 30 seconds to several minutes to be useful.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scaling on a lagging metric is always late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scaling on a leading one (queue depth, request rate) requires knowing the relationship.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can oscillate.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Scale up, load per node falls, scale down, load rises, scale up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hysteresis and cooldowns exist to prevent 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must be tuned.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Worse: scaling can make things worse.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New instances with cold caches, or that all reconnect to the database at once, can deepen the incident they were meant to relieve.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actually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Scale on a leading indicator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queue depth or request rate, not CPU.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Pre-warm for predictable peaks.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game's evening peak is known; scale on the clock, not on the symptom.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Scale up fast, down slow.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costs are asymmetric — being too small is an outage, being too large is a line item.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Set a maximum.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runaway autoscaler responding to a bug produces a very large bill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it has happened to many people.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load-shed rather than collapse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serving 90% of users beats serving none.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maximum is the one people skip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and then learn about from their invoice.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Game servers specifically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unusual workload.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game hosting is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901952"/>
            <a:ext cx="7772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8496" y="1956816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Consequence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Stateful sessions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58768" y="2377440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8496" y="2414016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Cannot move a match mid-game; no simple load balancing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Latency-bound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58768" y="2852928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2889504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Must be near players — many regions, each small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Sharply peaked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8768" y="3328416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3364992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Evenings and weekends; 5–10× the trough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Launch spikes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8768" y="3803904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8496" y="3840480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Day one can be 50× month two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Long-lived processes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58768" y="4279392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68496" y="4315968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Serverless does not fit at 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CPU-bound simulation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58768" y="4754879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8496" y="4791455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Cores matter more than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Deciding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QUESTION TO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is the ratio of your peak to your trough?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Under 2:1, owned hardware probably wins. Over 10:1, the cloud probably does.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How predictable is the peak?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Predictable peaks can be pre-provisioned either 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How much data leaves?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Egress at scale can exceed the compute bill entirely.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what is your team's time worth?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Managed services buy back operational attention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for a small team is usually the dominant term — and is the argument least often made explicitly.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cloud sells elasticity at a premium per unit; it wins on variable or unpredictable load and loses on steady known load.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Prefer managed services for stateful things — operating a database correctly is a specialism.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Egress and cross-zone traffic dominate real bills, and the egress charge is the lock-in mechanism.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Autoscaling reacts to a lagging signal, can oscillate, and can deepen the incident it was meant to relieve.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Scale on a leading indicator, pre-warm predictable peaks, scale up fast and down slow, and always set a maximum.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Game hosting is stateful, latency-bound, and sharply peaked, so hybrid — own the baseline, burst for peaks — is the usual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