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indirect probe directly attacks the false-positive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Refutation is the detail that makes gossip membership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Failure Detection and Membership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Deciding who is alive, when you cannot know.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perfect failure detection is impossible.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heartbeat and phi accrual detectors.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gossip and SWIM and their scaling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timeouts must be tuned against tail latency.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membership that tolerates false positives.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impossibility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cannot tell, and you must decide anyway.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cannot distinguish dead from slow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MODULE 01, RESTATED AS A DESIGN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node that has not responded might be crashed, overloaded, paused, or unreachable.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observation separates these (Module 01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failure detector is necessarily a guess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will be wrong in both directions.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false positive declares a live node dead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triggers a needless failover, and the 'dead' node is still running and may still 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false negative keeps a dead node in the cluster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requests to it hang, and recovery is delayed.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tune the trade; you do not escape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timeout is a bet about the 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TO CHOOSE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short and you declare healthy nodes dead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whenever latency spikes — which it does, routinely.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Too long and real failures go undetected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requests pile up against a corpse.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set it from the measured latency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from a round number. The p99.9, with margin, is the usual starting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remember GC pauses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605 M12): a 200 ms heartbeat timeout on a service with 500 ms pauses declares failures that are not failures.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two numbers must be chosen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Detectors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Better than a fixed threshold.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Phi accrual: a suspicion level, not a boolean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BETTER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Record the distribution of heartbeat inter-arrival times and fit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Then compute how surprising the current silence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Output φ = −log₁₀(probability of this delay or longer)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continuous suspicion level rather than alive or dead.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different consumers can use different thresholds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cheap action at φ = 1, an expensive failover at φ = 8.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adapts automatically.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link that is normally slow raises the bar; one that is normally fast lowers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Cassandra and Akka use this, and it is strictly better than a fixed timeout.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DETECTORS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Scaling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Central heartbeat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report to one monitor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O(n); the monitor is a SPOF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All-to-all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Everyone pings everyone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O(n²). Dies past ~100 nodes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Gossip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Random peers exchange membership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O(log n) rounds to spread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SWIM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Random probe + indirect probe via k peers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 per node per round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Ring / neighbour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Each watches its successors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O(1); slow to detect regions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Lease-based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Hold a lease or lose authority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Self-expiring. Pairs with fencing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Gossip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Spreading information without coordination.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GOSSIP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protocol, and why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Every T milliseconds, each node: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picks a RANDOM peer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exchanges its membership table with that peer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merges: for each node, keep the entry with the higher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version / incarnation number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PROPERTIES: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information reaches all n nodes in O(log n) rounds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each node sends O(1) messages per round -- constant,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regardless of cluster size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no coordinator, no single point of failure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robust to message loss: the next round retries implicitly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eventually consistent membership, by construction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COST: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eventual, not immediate -- there is a propagation delay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O(n) state at every node (the full membership table)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conflicting information must be ordered, which needs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version or incarnation numbers (Module 03)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 node declared dead can REFUTE it by broadcasting a higher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incarnation number. This is how SWIM handles false positives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without a central arbiter.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refutation mechanism is what makes false positives survivable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wrongly-accused node can simply say 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Designing for false positives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they will happen.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tolerate being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Make failover idempotent and reversible.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node declared dead that returns must rejoin cleanly.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Fence every side effect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06 §3) — so a wrongly-evicted node cannot corrupt anything when it resumes.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suspicion, not a binary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act proportionally to confidence.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Require a quorum to agree a node is dead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rather than trusting one observer.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rate-limit failover.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detector that flaps causes more damage than the failures it detects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repeated failover is an outage.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Flapping is the real danger.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Most failure-detection incidents are the detector overreacting, not the detector missing something.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a game, disconnection is a product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NETCODE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client that stops sending might have crashed, lost connection, rage-quit, or be exploiting the ambiguity to avoid a loss.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server cannot tell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unlike an internal cluster, it has no quorum of peers to consult.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policy is a design question: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freeze the character, let an AI take over, or remove it — and how long to wait before each.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choice is exploitable.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Freezing lets players escape damage by pulling the cable; immediate removal punishes genuine connection loss.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 correct answer, only a stated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No observation distinguishes a dead node from a slow one, so a failure detector is a tunable guess that is wrong in both directions.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timeout is a bet about the latency tail, and it must be chosen against the measured distribution and the GC pause time together.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Phi accrual outputs a continuous suspicion level instead of a boolean, adapts to the link, and lets different consumers use different thresholds.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SWIM's indirect probe asks k other nodes to try before declaring death, which separates 'unreachable from me' from 'dead'.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Gossip spreads in O(log n) rounds with O(1) messages per node, and incarnation numbers let a wrongly-accused node refute.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Flapping detectors cause more damage than the failures they detect, so rate-limit failover and make it reversible.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