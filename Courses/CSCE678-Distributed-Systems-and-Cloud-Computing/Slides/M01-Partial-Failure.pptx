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Spend real time here. If this lands, the rest of the course is explanation.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egress-cost row is the one that surprises people with a cloud bill.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game connection makes Byzantine concrete rather than exotic.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678 — Distributed Systems and Cloud Computing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Partial Failure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thing that makes all of this hard.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678 · Module 01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partial failure and why it has no single-machine analogue.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a timeout cannot distinguish the cases it must.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the eight fallacies and give a consequence of each.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Distinguish the failure models and say which to assume.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Decide honestly whether to distribute at all.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central difficulty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Components fail independently, and nobody can tell.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678 · Distributed Systems and Cloud Computing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On one machine, everything fails together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SIMPLIFICATION YOU ARE GIVING 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function call either returns, or the process dies and the question is moot.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There is no third outcome.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single-machine error handling has two cases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one of them you do not have to handle.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In a distributed system, components fail independently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the ones still running must continue without knowing what happened to the others.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That is partial failure, and it has no single-machine analogue at all.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It is not a harder version of a familiar problem; it is a new 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THE AMBIGUITY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a timeout actually tells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You send a request. The timeout expires. What happened?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(a) the request was lost on the way out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      -&gt; the server never saw it. Safe to retry.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(b) the server received it, executed it, and the REPLY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  was lost on the way back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      -&gt; already done. Retrying does it TWICE.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(c) the server is still working on it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      -&gt; retrying may run it CONCURRENTLY with itself.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(d) the server is dead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      -&gt; retry elsewhere, if there is an elsewhere.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(e) the network is partitioned and the server is fine,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  serving other clients perfectly well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      -&gt; you are the one who is cut off. Retrying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         achieves nothing until the partition heals.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THESE ARE INDISTINGUISHABLE FROM THE CALLER. There is no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measurement, no protocol, and no amount of waiting that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separates them, because the evidence you need is on the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other side of the thing that is broken.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A longer timeout does not help. It only makes you slower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to be wrong.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Every difficulty in this course descends from this slide.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Idempotence, consensus, and exactly-once are all responses to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responses, and what each actually buys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HOW THE SUBJECT ANSWERS THE AMBIGUITY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Make operations idempotent.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Then (a) and (b) stop differing, because doing it twice equals doing it once.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cheapest fix available, and it should be the default.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Assign a unique request ID and deduplicate.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Idempotence for operations that are not naturally idempotent.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Use consensus to agree what happened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06) — expensive, and it makes the ambiguity someone else's problem.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Or accept it and reconcile later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what eventual consistency (Module 04) and netcode (Module 10) both do.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'Exactly once' delivery does not exist;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at-least-once plus idempotence is what people mean by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fallacies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Eight assumptions that are all false.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678 · Distributed Systems and Cloud Computing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FALLACIES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eight fallacies of distributed computing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560320" cy="438912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340863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Assumption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127248" y="1901952"/>
            <a:ext cx="3840480" cy="438912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36976" y="1956816"/>
            <a:ext cx="362102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Reality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67728" y="1901952"/>
            <a:ext cx="4663440" cy="438912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77456" y="1956816"/>
            <a:ext cx="4443983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Consequence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40864"/>
            <a:ext cx="2560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377440"/>
            <a:ext cx="2340863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network is reliable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27248" y="2340864"/>
            <a:ext cx="3840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6976" y="2377440"/>
            <a:ext cx="362102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Packets are lost routinely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67728" y="2340864"/>
            <a:ext cx="46634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77456" y="2377440"/>
            <a:ext cx="4443983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Every call needs a failure path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779776"/>
            <a:ext cx="2560320" cy="438912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16352"/>
            <a:ext cx="2340863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Latency is zero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27248" y="2779776"/>
            <a:ext cx="3840480" cy="438912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36976" y="2816352"/>
            <a:ext cx="362102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Physics: ~100 ms round the world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67728" y="2779776"/>
            <a:ext cx="4663440" cy="438912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77456" y="2816352"/>
            <a:ext cx="4443983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Chatty interfaces collapse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218688"/>
            <a:ext cx="2560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255264"/>
            <a:ext cx="2340863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Bandwidth is infinite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27248" y="3218688"/>
            <a:ext cx="3840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36976" y="3255264"/>
            <a:ext cx="362102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It is shared and metered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67728" y="3218688"/>
            <a:ext cx="46634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77456" y="3255264"/>
            <a:ext cx="4443983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Payload size is a design decision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657600"/>
            <a:ext cx="2560320" cy="438912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694176"/>
            <a:ext cx="2340863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network is secure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27248" y="3657600"/>
            <a:ext cx="3840480" cy="438912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36976" y="3694176"/>
            <a:ext cx="362102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It is not, inside or 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67728" y="3657600"/>
            <a:ext cx="4663440" cy="438912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77456" y="3694176"/>
            <a:ext cx="4443983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Authenticate; assume hostility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096512"/>
            <a:ext cx="2560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133088"/>
            <a:ext cx="2340863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Topology does not change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27248" y="4096512"/>
            <a:ext cx="3840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36976" y="4133088"/>
            <a:ext cx="362102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It changes constantly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67728" y="4096512"/>
            <a:ext cx="46634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77456" y="4133088"/>
            <a:ext cx="4443983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Discovery, not configuration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535424"/>
            <a:ext cx="2560320" cy="438912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572000"/>
            <a:ext cx="2340863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There is one administrator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27248" y="4535424"/>
            <a:ext cx="3840480" cy="438912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36976" y="4572000"/>
            <a:ext cx="362102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There are many, uncoordinated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967728" y="4535424"/>
            <a:ext cx="4663440" cy="438912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077456" y="4572000"/>
            <a:ext cx="4443983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Version skew is permanent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" y="4974336"/>
            <a:ext cx="2560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6656" y="5010912"/>
            <a:ext cx="2340863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Transport cost is zero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127248" y="4974336"/>
            <a:ext cx="3840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36976" y="5010912"/>
            <a:ext cx="362102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Serialisation and egress cost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67728" y="4974336"/>
            <a:ext cx="46634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77456" y="5010912"/>
            <a:ext cx="4443983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Cloud bills are mostly egress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66928" y="5413248"/>
            <a:ext cx="2560320" cy="438912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76656" y="5449824"/>
            <a:ext cx="2340863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network is homogeneous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127248" y="5413248"/>
            <a:ext cx="3840480" cy="438912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36976" y="5449824"/>
            <a:ext cx="362102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Nothing is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967728" y="5413248"/>
            <a:ext cx="4663440" cy="438912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077456" y="5449824"/>
            <a:ext cx="4443983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Protocols must negotiate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01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Latency is a physics problem, and it does not improve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FALLACY WORTH DWELLING 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Light in fibre travels about 200,000 km/s.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New York to London and back is roughly 56 ms at best, and real routes are not great circles.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Bandwidth has improved by orders of magnitude; latency has not and cannot.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It is bounded by the speed of light and the route.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a design that makes ten sequential round trips costs ten times the RTT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no matter how fast the link is.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Batch, pipeline, and move computation to the data.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This is the same argument as CSCE 735 Module 10's α + nβ model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latency is per message and is paid regardless of size.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Failure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you assume can go wrong.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678 · Distributed Systems and Cloud Computing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kind of failure are you tolerating?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6517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3218688" y="1901952"/>
            <a:ext cx="40233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28416" y="19568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Nodes may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42048" y="1901952"/>
            <a:ext cx="43891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51775" y="1956816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651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Crash-stop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18688" y="2377440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28416" y="24140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Stop, and never come back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42048" y="2377440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51775" y="2414016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Simplest. Often unrealistic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651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Crash-recovery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18688" y="2852928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28416" y="2889504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Stop and return, possibly amnesiac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42048" y="2852928"/>
            <a:ext cx="4389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51775" y="2889504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Needs durable state. The usual model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651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Omission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18688" y="3328416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28416" y="3364992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Drop messages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42048" y="3328416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51775" y="3364992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Covered by retries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651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Byzantine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18688" y="3803904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28416" y="3840480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Behave arbitrarily, including maliciously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42048" y="3803904"/>
            <a:ext cx="4389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51775" y="3840480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Needs 3f+1 nodes, not 2f+1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651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Fail-stop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18688" y="4279392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28416" y="4315968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Stop </a:t>
            </a:r>
            <a:r>
              <a:rPr sz="1150" b="0" i="1">
                <a:solidFill>
                  <a:srgbClr val="3C4555"/>
                </a:solidFill>
                <a:latin typeface="Calibri"/>
              </a:rPr>
              <a:t>detectably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42048" y="4279392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51775" y="4315968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Convenient and rarely available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Whether to distribute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question to answer first.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678 · Distributed Systems and Cloud Computing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Distribution is a cost you pay for a specific benefit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legitimate reasons: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data or the load exceeds one machine; the users are geographically spread and latency matters; or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system must survive a machine failing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illegitimate ones: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it seems more professional; microservices are the default; the team is large so the system should be too.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What it costs: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partial failure, no global clock, debugging that spans processes, and an operational burden that never goes away.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single machine with 2 TB of RAM and 128 cores handles a great deal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this is the third time this program has made that argument — CSCE 608 M13 and CSCE 735 M10 both got there independently.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to have working before Module 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Go or Rust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and a trivial TCP and UDP echo client and server in it.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 network impairment tool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56" b="0" i="0">
                <a:solidFill>
                  <a:srgbClr val="3C4555"/>
                </a:solidFill>
                <a:latin typeface="Consolas"/>
              </a:rPr>
              <a:t>tc netem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Clumsy, or your own proxy.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Add 200 ms and 5% loss to your echo and watch it suffer.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Wireshark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and a capture of your own echo traffic. Look at the actual bytes once.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 latency plotting setup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that shows percentiles, not means.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Docker Compose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so you can run five nodes on one machine from the start.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impairment tool is the important one.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Everything in this course behaves differently on a real network, and localhost lies.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On one machine everything fails together; in a distributed system components fail independently and the survivors cannot tell what happened.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A timeout cannot distinguish a lost request, a lost reply, a slow server, a dead server, or a partition — and no longer timeout helps.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Idempotence is the cheapest response and should be the default; 'exactly once' delivery does not exist.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Latency is bounded by physics and has not improved like bandwidth has, so sequential round trips are the thing to design away.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Assume crash-recovery for internal systems and Byzantine wherever a participant may be an adversary — which in a game is every client.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Distribute for data size, geography, or fault tolerance; not for appearances. One large machine still goes a long way.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678 · Distributed Systems and Cloud Computing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