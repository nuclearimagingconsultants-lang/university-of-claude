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arithmetic is the whole motivation for consistent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'holds locks while stuck' detail is what makes blocking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local/global invariant distinction is the clean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Distributed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Splitting it up, and putting it back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partitioning schemes and their rebalancing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consistent hashing and virtual nodes.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two-phase commit and why it blocks.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sagas and compensating actions.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CRDTs and when they genuinely apply.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Deciding where each key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split the keyspace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Contiguous key ranges per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Hot spots; sequential keys all land together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hash(key) mod 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Changing n remaps nearly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Consistent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 onto a ring; take the next node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1/n moves. Needs virtual nodes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 explicit lookup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Flexible; the directory is a SPOF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 tenant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of one customer together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Simple; one huge tenant breaks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Consistent hashing, and why virtual nodes are mandatory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Hash both keys and nodes onto a 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key belongs to the first node clockwise from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Adding a node steals keys only from its successor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roughly 1/n of the data moves instead of nearly all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with one point per node the load is badly uneven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random placement gives some nodes far larger arcs than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each physical node gets 100–200 virtual points on the 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variance averages out, and removing a node spreads its load across many others rather than dumping it on one.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virtual nodes, consistent hashing does not work in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Transactions across partitions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Atomicity when the data is in several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2PC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Two-phase commit, and why it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PHASE 1 -- PREPARE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coordinator -&gt; all participants: "can you commit?"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each participant does the work, makes it durable,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replies YES or NO. A YES is a PROMISE it cannot retract.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PHASE 2 -- COMMIT or ABORT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if all said YES: coordinator -&gt; all: "commit"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otherwise:       coordinator -&gt; all: "abort"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PROBLEM: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 participant that voted YES and then hears nothing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STUCK. It cannot commit -- someone may have voted NO.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It cannot abort -- it promised. It cannot ask the other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participants, because they may not know either.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It must HOLD ITS LOCKS AND WAIT for the coordinator.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 the coordinator is a single point of failure that can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block the system indefinitely. This is Module 01's timeout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ambiguity, with locks held.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THREE-PHASE COMMIT removes the blocking under a synchrony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assumption that real networks do not satisfy. Modern systems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instead make the COORDINATOR itself fault-tolerant, by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running it on consensus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2PC is an atomicity protocol, not a fault-tolerance protocol.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Those are different problems and it only solves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Sagas: give up atomicity, keep the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Split the transaction into local transactions, each with a defined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compensating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Execute them in order; on failure, run the compensations backwards.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Book the flight, book the hotel; if the hotel fails, cancel the flight.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isolation.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Intermediate states are visible — someone can see the flight booked before the hotel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compensation is not rollback.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cannot un-send an email; you send an apology.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business decides what compensation means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sagas are a domain modelling exercise rather than an infrastructure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CRDTs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Merging without choosing.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CRDTs converge without coordination, by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merge operation is commutative, associative, and idempotent, replicas converge regardless of message order or duplication.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 coordination is needed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consensus, no locks, no conflict resolution, and no lost writes (Module 03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Examples: a grow-only counter (merge = max per replica), a grow-only set (merge = union), a last-writer register with a tiebreak, and sequence CRDTs for text.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not every datatype has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metadata can grow — tombstones for deletions must be kept so a late-arriving add does not resurrect a removed element.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CRDTs apply, and where they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Works?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79008" y="1901952"/>
            <a:ext cx="5852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8736" y="19568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Collaborative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008" y="2377440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24140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Sequence CRDTs. This is the flagship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Presence, sets, counters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9008" y="2852928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2889504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Natural merge semantics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Shopping cart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Mostly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9008" y="3328416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3364992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Dynamo's example; deleted items can resurrect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Bank balance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9008" y="3803904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88736" y="3840480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'Never go negative' is not mergeable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Unique username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79008" y="4279392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88736" y="4315968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Uniqueness is a global invariant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Game world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417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79008" y="4754879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88736" y="4791455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a referee, not convergence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try,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Keep it on one node.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partition boundary you do not have costs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Partition so that transactions stay within one partition.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Co-locate by tenant, by user, by game session.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Use a CRDT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the invariant is local.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Use a saga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explicit compensations, if the business can define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Use 2PC over a consensus-backed coordinator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correct, slow, and a real option.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6. Reconsider the requirement.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is often negotiable and is rarely asked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2 is where the leverage is.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Most cross-partition transactions are an artifact of the partitioning choice, not of the domain.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hash(key) mod n remaps nearly everything when n changes; consistent hashing moves only 1/n, and needs 100–200 virtual nodes per machine to balance.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Two-phase commit blocks: a participant that voted yes and lost the coordinator must hold its locks and wait.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2PC is an atomicity protocol, not a fault-tolerance one — modern systems make the coordinator itself consensus-backed.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Sagas trade isolation for progress, and compensation is not rollback: the business defines what undoing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CRDTs converge without coordination when the merge is commutative, associative, and idempotent — which covers local invariants and not global ones.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Most cross-partition transactions are an artifact of the partitioning choice rather than the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