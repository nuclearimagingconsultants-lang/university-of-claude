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outcomes before the content. Every slide that follows exists to serve one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That both players are right is the point. Say it plainly.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That clean split is the most useful thing in the module.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 even-handed here; it's a real trade with real objections.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UNIVERSITY OF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A9B4C4"/>
                </a:solidFill>
                <a:latin typeface="Calibri"/>
              </a:rPr>
              <a:t>CSCE 678 — Distributed Systems and Cloud Computing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6B68"/>
                </a:solidFill>
                <a:latin typeface="Calibri"/>
              </a:rPr>
              <a:t>MODULE 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Trust, Cheating, and Fairness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526280"/>
            <a:ext cx="2377440" cy="41148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>
                <a:solidFill>
                  <a:srgbClr val="9AA5B5"/>
                </a:solidFill>
                <a:latin typeface="Calibri"/>
              </a:rPr>
              <a:t>Byzantine participants, and a referee that cannot see everything.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60807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E697A"/>
                </a:solidFill>
                <a:latin typeface="Calibri"/>
              </a:rPr>
              <a:t>CSCE 678 · Module 11 of 13 · original material, share freely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MODULE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you will be able to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Apply the authoritative-server principle consistently.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lag compensation and the unfairness it creates.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Classify cheats by what they exploit.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why information hiding beats detection.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Reason about anti-cheat trade-offs honestly.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678 · Distributed Systems and Cloud Computing  —  Module 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The principle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What a client may be permitted to decide.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678 · Distributed Systems and Cloud Computing  —  Module 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client may report intent, never outcome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ONE RULE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'I am pressing forward' is intent.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The server decides whether that results in movement.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'I moved to (x, y, z)' is an outcome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accepting it is a teleport hack waiting to be written.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'I fired at this angle on tick 4821' is intent.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'I hit the enemy for 40 damage' is an outcome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accepting it is an aimbot that does not even need to aim.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Every single exploit is this rule being broken somewhere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usually for a good reason, under deadline, with a comment saying it will be fixed later.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678 · Distributed Systems and Cloud Computing  —  Module 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the server must check on every input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Is this movement physically possible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from the last known position in the elapsed time?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Is the action permitted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— is the weapon owned, the ability off cooldown, the player alive?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Is the rate plausible?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Inputs arriving faster than real time are a speedhack.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Is the target reachable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— line of sight, range, and not through a wall?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And is the tick number sane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— not in the future, not far in the past, not repeated.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1">
                <a:solidFill>
                  <a:srgbClr val="798290"/>
                </a:solidFill>
                <a:latin typeface="Calibri"/>
              </a:rPr>
              <a:t>These checks are the entire security model.</a:t>
            </a:r>
            <a:r>
              <a:rPr sz="1050" b="0" i="1">
                <a:solidFill>
                  <a:srgbClr val="798290"/>
                </a:solidFill>
                <a:latin typeface="Calibri"/>
              </a:rPr>
              <a:t> Everything else is making them harder to work around.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678 · Distributed Systems and Cloud Computing  —  Module 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Lag compensation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Fair for the shooter, unfair for the target.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678 · Distributed Systems and Cloud Computing  —  Module 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REWIND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Lag compensation, and its cost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3904487"/>
          </a:xfrm>
          <a:prstGeom prst="rect">
            <a:avLst/>
          </a:prstGeom>
          <a:solidFill>
            <a:srgbClr val="1B2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201168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C29B3F"/>
                </a:solidFill>
                <a:latin typeface="Consolas"/>
              </a:rPr>
              <a:t>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84832"/>
            <a:ext cx="10515600" cy="3630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THE PROBLEM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    the shooter sees the target where it was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        (their latency) + (interpolation delay) ago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    so aiming at what they see and firing MISSES, because the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    server has since moved the target. Shots that visually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    connect are scored as misses.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LAG COMPENSATION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    the server keeps a HISTORY of every player's position,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    one entry per tick, for ~1 second.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    when a shot arrives tagged with tick N: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        REWIND every other player to their tick-N position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        perform the hit test against that rewound world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        restore the present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    -&gt; the shot hits what the shooter actually saw. Fair.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THE COST -- "SHOT AROUND A CORNER"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    the target has, in the meantime, moved behind cover.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    On THEIR screen they are safe. They take damage anyway,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    because at tick N they were not safe.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BOTH PLAYERS EXPERIENCED THE GAME CORRECTLY AND THEY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DISAGREE. This is not a bug. It is the irreducible cost of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a shared world with no shared present (Module 03).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5971031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1">
                <a:solidFill>
                  <a:srgbClr val="798290"/>
                </a:solidFill>
                <a:latin typeface="Calibri"/>
              </a:rPr>
              <a:t>You cannot have both.</a:t>
            </a:r>
            <a:r>
              <a:rPr sz="1250" b="0" i="1">
                <a:solidFill>
                  <a:srgbClr val="798290"/>
                </a:solidFill>
                <a:latin typeface="Calibri"/>
              </a:rPr>
              <a:t> Favouring the shooter or the target is a design decision, and it must be made deliberately.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678 · Distributed Systems and Cloud Computing  —  Module 11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Who to favour is a design decision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HOW GAMES ACTUALLY CHOOSE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Favour the shooter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full lag compensation. Shots land where they looked.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Most competitive shooters choose this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because aiming that does not work is intolerable.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Favour the target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no compensation. Taking cover always works.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Shots feel unreliable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players blame on the game.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Bound the rewind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compensate up to 200 ms and no further.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This is the usual compromise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it caps how much a high-latency player can exploit.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some games favour the target for melee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and the shooter for ranged, because the perceptual expectations differ.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There is no correct answer, only a stated one.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678 · Distributed Systems and Cloud Computing  —  Module 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Cheats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Classified by what they exploit.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678 · Distributed Systems and Cloud Computing  —  Module 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TAXONOMY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cheats exploit, and what stops them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246888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2249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Cheat</a:t>
            </a:r>
          </a:p>
        </p:txBody>
      </p:sp>
      <p:sp>
        <p:nvSpPr>
          <p:cNvPr id="8" name="Rectangle 7"/>
          <p:cNvSpPr/>
          <p:nvPr/>
        </p:nvSpPr>
        <p:spPr>
          <a:xfrm>
            <a:off x="3035808" y="1901952"/>
            <a:ext cx="393192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145536" y="1956816"/>
            <a:ext cx="37124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Exploits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67728" y="1901952"/>
            <a:ext cx="466344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77456" y="1956816"/>
            <a:ext cx="44439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Defence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377440"/>
            <a:ext cx="24688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2414016"/>
            <a:ext cx="2249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Speedhack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35808" y="2377440"/>
            <a:ext cx="39319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145536" y="2414016"/>
            <a:ext cx="37124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Client-controlled timing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967728" y="2377440"/>
            <a:ext cx="4663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77456" y="2414016"/>
            <a:ext cx="44439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Server validates input rate. Solved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852928"/>
            <a:ext cx="24688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2889504"/>
            <a:ext cx="2249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Teleport / fly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35808" y="2852928"/>
            <a:ext cx="39319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145536" y="2889504"/>
            <a:ext cx="37124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Accepted position updates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67728" y="2852928"/>
            <a:ext cx="46634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077456" y="2889504"/>
            <a:ext cx="44439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Server validates movement. Solved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328416"/>
            <a:ext cx="24688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" y="3364992"/>
            <a:ext cx="2249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Aimbot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035808" y="3328416"/>
            <a:ext cx="39319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145536" y="3364992"/>
            <a:ext cx="37124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Information the client has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967728" y="3328416"/>
            <a:ext cx="4663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077456" y="3364992"/>
            <a:ext cx="44439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Not solvable; only detectable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3803904"/>
            <a:ext cx="24688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3840480"/>
            <a:ext cx="2249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Wallhack / ESP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035808" y="3803904"/>
            <a:ext cx="39319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145536" y="3840480"/>
            <a:ext cx="37124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State sent but not rendered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967728" y="3803904"/>
            <a:ext cx="46634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077456" y="3840480"/>
            <a:ext cx="44439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DO NOT SEND IT. Mostly solvable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6928" y="4279392"/>
            <a:ext cx="24688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6656" y="4315968"/>
            <a:ext cx="2249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Macro / scripting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035808" y="4279392"/>
            <a:ext cx="39319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145536" y="4315968"/>
            <a:ext cx="37124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Input is input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967728" y="4279392"/>
            <a:ext cx="4663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077456" y="4315968"/>
            <a:ext cx="44439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Undetectable in principle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66928" y="4754879"/>
            <a:ext cx="24688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76656" y="4791455"/>
            <a:ext cx="2249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Lag switch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035808" y="4754879"/>
            <a:ext cx="39319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145536" y="4791455"/>
            <a:ext cx="37124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Disconnection ambiguity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967728" y="4754879"/>
            <a:ext cx="46634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077456" y="4791455"/>
            <a:ext cx="44439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Rate limits; penalise the pattern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678 · Distributed Systems and Cloud Computing  —  Module 11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Information hiding beats detection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MOST EFFECTIVE DEFENCE AVAILABLE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 wallhack works because the client was sent the position of a player it cannot see.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The renderer hides them; the memory does not.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do not send it.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Server-side visibility determination — the relevance filtering of Module 09 §4 — means the data is not there to extract.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This converts an arms race into an architecture decision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is a far better position to be in.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It costs server CPU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it is imperfect (a player about to come into view must be sent slightly early),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and it is still the single most effective anti-cheat measure available.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678 · Distributed Systems and Cloud Computing  —  Module 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Anti-cheat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What the remaining options cost.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678 · Distributed Systems and Cloud Computing  —  Module 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APPROACHES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Anti-cheat, honestly assessed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256032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Approach</a:t>
            </a:r>
          </a:p>
        </p:txBody>
      </p:sp>
      <p:sp>
        <p:nvSpPr>
          <p:cNvPr id="8" name="Rectangle 7"/>
          <p:cNvSpPr/>
          <p:nvPr/>
        </p:nvSpPr>
        <p:spPr>
          <a:xfrm>
            <a:off x="3127248" y="1901952"/>
            <a:ext cx="384048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36976" y="1956816"/>
            <a:ext cx="36210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Catches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67728" y="1901952"/>
            <a:ext cx="466344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77456" y="1956816"/>
            <a:ext cx="44439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Costs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377440"/>
            <a:ext cx="25603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2414016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Server validation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127248" y="2377440"/>
            <a:ext cx="38404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36976" y="2414016"/>
            <a:ext cx="36210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All outcome forgery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967728" y="2377440"/>
            <a:ext cx="4663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77456" y="2414016"/>
            <a:ext cx="44439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CPU. Non-negotiable; do this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852928"/>
            <a:ext cx="25603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2889504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Information hiding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127248" y="2852928"/>
            <a:ext cx="38404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36976" y="2889504"/>
            <a:ext cx="36210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Wallhacks, ESP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67728" y="2852928"/>
            <a:ext cx="46634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077456" y="2889504"/>
            <a:ext cx="44439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CPU. Do this too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328416"/>
            <a:ext cx="25603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" y="3364992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Statistical detection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127248" y="3328416"/>
            <a:ext cx="38404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36976" y="3364992"/>
            <a:ext cx="36210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Aimbots, by behaviour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967728" y="3328416"/>
            <a:ext cx="4663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077456" y="3364992"/>
            <a:ext cx="44439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False positives ban real players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3803904"/>
            <a:ext cx="25603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3840480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Kernel anti-cheat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127248" y="3803904"/>
            <a:ext cx="38404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236976" y="3840480"/>
            <a:ext cx="36210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Known client tampering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967728" y="3803904"/>
            <a:ext cx="46634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077456" y="3840480"/>
            <a:ext cx="44439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Ring 0 on the user's machine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6928" y="4279392"/>
            <a:ext cx="25603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6656" y="4315968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Player reporting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127248" y="4279392"/>
            <a:ext cx="38404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236976" y="4315968"/>
            <a:ext cx="36210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What humans notice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967728" y="4279392"/>
            <a:ext cx="4663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077456" y="4315968"/>
            <a:ext cx="44439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Brigading; abuse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66928" y="4754879"/>
            <a:ext cx="25603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76656" y="4791455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Hardware bans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127248" y="4754879"/>
            <a:ext cx="38404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236976" y="4791455"/>
            <a:ext cx="36210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Repeat offenders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967728" y="4754879"/>
            <a:ext cx="46634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077456" y="4791455"/>
            <a:ext cx="44439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Spoofable; collateral damage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678 · Distributed Systems and Cloud Computing  —  Module 11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is actually achievable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HONEST POSITION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You can make outcome forgery impossible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that is a solved problem and it is entirely within your control.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You can make information-based cheats much harder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by not sending the information.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You cannot stop a sufficiently motivated attacker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who controls the machine. An external aimbot reading the screen and moving the mouse is indistinguishable from a skilled player at the protocol level.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the goal is to raise the cost above what most people will pay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to make the remainder detectable by behaviour.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'Unhackable' is not on offer, and claiming it is how trust gets lost.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678 · Distributed Systems and Cloud Computing  —  Module 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FFFFF"/>
                </a:solidFill>
                <a:latin typeface="Georgia"/>
              </a:rPr>
              <a:t>What to carry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371600" cy="320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1.  A client may report intent and never outcome; every exploit is that rule being broken somewhere.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2.  The server must validate movement plausibility, permissions, input rate, target reachability, and tick sanity — those checks are the security model.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3.  Lag compensation rewinds the world to the tick the shooter saw, which makes shots land and lets players be shot behind cover.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4.  Both players experienced the game correctly and they disagree — that is irreducible, and who to favour is a design decision.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5.  Cheats that forge outcomes are solved by validation; cheats that exploit information or reflexes are not.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6.  Not sending information the client cannot see converts an arms race into an architecture decision, and is the most effective measure available.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678 · Distributed Systems and Cloud Computing  —  Module 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