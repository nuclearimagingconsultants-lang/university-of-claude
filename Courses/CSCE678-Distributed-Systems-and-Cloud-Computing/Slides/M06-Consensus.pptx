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take one thing: two majorities must share a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noting these are what a test suite should assert.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Consensus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Getting a group of machines to agree on one 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replicated state machine approach.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Raft leader election and log replication.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safety properties and why each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quorum intersection as the underlying mechanism.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membership change and the split-brain hazard.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Agree on a log, and everything else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Replicated state machines: agree on the log, not the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THAT MAKES CONSENSUS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every replica starts in the same state and applies the same deterministic operations in the same order, they end in the same state.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replicating a service reduces to agreeing on an ordered log of operations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one problem instead of a different one per service.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Determinism is required and is easy to lose: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map iteration order, a wall-clock read, a random number, or a floating-point difference (CSCE 735 M13) all break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also how lockstep netcode works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09) — same inputs, same simulation, same result.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idea in two very different settings.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Leader election and log replication.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algorithm, in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THREE ROLES: follower, candidate, leader. One leader per TERM.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 term is a logical clock -- an integer that only increases.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ELECTION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follower hearing nothing for its randomised timeout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becomes a CANDIDATE, increments the term, votes for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itself, and requests votes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-&gt; a node grants at most ONE vote per term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-&gt; a majority of votes makes it leader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-&gt; RANDOMISED timeouts make split votes rare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REPLICATION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clients send commands to the leader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leader appends to its log and sends AppendEntries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when a MAJORITY have stored the entry, it is COMMITTED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committed entries are applied to the state machine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CRITICAL RULE -- ELECTION RESTRICTION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node votes for a candidate only if the candidate's log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is AT LEAST AS UP TO DATE as its own.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So any node that can win an election already holds every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committed entry -- because a committed entry is on 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majority, and any two majorities intersect.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Quorum intersection is the whole safety argument.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Everything else is mechanism.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Quorum intersection is why any of this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ONE-LINE ARGUMENT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two majorities of the same set must share at least one member.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Three out of five and three out of five overlap in at least one node.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committed entry — stored on a majority — is held by at least one member of any future election's majority.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Combined with the election restriction, a new leader therefore cannot be missing a committed entry.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entire safety proof in three sentences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the same argument underneath Paxos, quorum reads (Module 04), and every majority-based protocol.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Learn it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Raft's safety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795527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Election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2377440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24140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 most one leader per term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Leader append-only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2852928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2889504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leader never overwrites its own entries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 matching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3328416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3364992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index and term ⇒ identical logs up to there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Leader completeness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803904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840480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committed entry is in every future leader's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State machine safety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5887" y="4279392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5" y="4315968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two nodes apply different commands at one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failure modes to design against.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Split brain, and fencing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HAZARD THAT CAUSES REAL OUTAGES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partitioned leader may not know it has lost leadership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may keep serving reads and accepting writes.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Majority writes stop automatically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cannot reach a quorum — but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local reads and any external side effects do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lease, a GC pause, or a VM pause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§1)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can leave a stale leader acting with authority it lost minutes ago.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Fencing tokens are the fix: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operation carries a monotonically increasing token, and the resource rejects anything older than the highest it has seen.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resource enforces it, not the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Membership change is where implementations break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UNDERESTIMATED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Changing the cluster from three nodes to five cannot be done atomically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for a moment different nodes disagree about who the members 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old and new majorities do not intersect, two leaders can be elected simultaneously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safety argument's premise has been removed.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Raft's joint consensus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uses a transitional configuration requiring majorities of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old and new sets.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Single-server changes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add or remove one at a time — are simpler and are what most implementations do.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Membership change is the most commonly broken part of real Raft implementations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where to focus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consensus is for, and what it is not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consensus actually gets used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Leader election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some other system — the most common use by far.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Configuration and metadata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the data is small and correctness matters absolutely.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Distributed locks and leases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with fencing tokens, per Part 3.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Replicated logs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are then the input to everything else.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 for bulk data.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write costs a round trip to a majority, so throughput is bounded by the slowest quorum member.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Use etcd, ZooKeeper, or Consul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rather than writing your own — and implement Raft once anyway, to understand what they promise.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consensus is wrong for a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 TO MODULES 09–11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Consensus costs at least one round trip to a majority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anything is decided.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60 Hz the budget is 16.7 ms, and a round trip is 50 to 150.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arithmetic does not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games do not reach agreement before acting.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client predicts immediately and is corrected later (Module 10), and the server decides unilaterally.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a weaker guarantee bought for a hard deadline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the right trade, because an authoritative answer that arrives after the frame is worth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Replicating a service reduces to agreeing on an ordered log, provided the operations are deterministic — which is easy to lose.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Raft elects at most one leader per term using randomised timeouts, and commits an entry once a majority has stored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election restriction plus quorum intersection is the entire safety argument: any two majorities share a member.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partitioned leader cannot commit writes but can still serve stale reads and cause side effects — fencing tokens enforced at the resource are the fix.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Membership change is the most commonly broken part of real Raft implementations, because the old and new majorities may not intersect.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Consensus costs a round trip to a majority, which is why it is wrong for bulk data and wrong for a 16.7 ms frame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