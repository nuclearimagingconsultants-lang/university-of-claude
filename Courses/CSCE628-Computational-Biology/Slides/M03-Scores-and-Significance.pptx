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log-odds framing explains why scores are summed and why some must be negative.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E-values are multiple testing, built into the tool.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628 — Computational Biology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Scores and Significance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A number is not a finding until it has a null model.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628 · Module 03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how substitution matrices are derived.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a score needs a null distribution.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E-values and what they do and do not say.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effect of database size on significance.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Build an empirical null and use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628 · Computational Biology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Substitution matrices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are log-odds ratios, and that is the whole idea.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628 · Computational Biology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SCORING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Where the numbers come from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s(a,b) = log [ p(a,b) / (q(a) · q(b))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log-odds of seeing a aligned with b under relatedness, versus under independence. Positive means more likely than chance; negative means less.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PAM: estimated from closely related proteins, then extrapolated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A model of evolution over time, with PAM250 being PAM1 applied 250 times. The extrapolation is the weak part.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BLOSUM62: counted directly from blocks at ≤62% identity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No extrapolation — counted at the divergence you care about. Which is why it replaced PAM for most purposes.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A substitution score is a log-odds ratio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, so </a:t>
            </a:r>
            <a:r>
              <a:rPr sz="1250" b="1" i="1">
                <a:solidFill>
                  <a:srgbClr val="798290"/>
                </a:solidFill>
                <a:latin typeface="Calibri"/>
              </a:rPr>
              <a:t>adding scores along an alignment multiplies likelihood ratios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which is why summing is the right operation.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628 · Computational Biology  —  Module 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the matrix encodes an assumed divergence, so using the wrong one costs real accuracy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THERE IS MORE THAN ONE MATRIX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matrix tuned for closely related sequences penalises substitutions heavily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;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one tuned for distant relatives tolerates them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the right choice depends on what you are looking for.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using BLOSUM80 to find remote homologues finds fewer of them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using BLOSUM45 for close matches gives noisier alignments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both of which are measurable effects rather than preferences.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means the matrix is a stated assumption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Project 1 asks you to align one pair under two and report the difference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the difference is frequently larger than expected.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expected score for a random pair must be negative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otherwise longer alignments always score higher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local alignment is meaningless (Module 02 §2).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628 · Computational Biology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null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Without which a score means nothing.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628 · Computational Biology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score is only interpretable against the distribution of scores from unrelated sequences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CENTRAL METHODOLOGICAL POINT OF THE MODULE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412 is meaningless alone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question is how often a pair of unrelated sequences of these lengths and compositions scores 412 or better.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that distribution is computable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for local alignment, optimal scores follow an extreme value (Gumbel) distribution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where the E-value formula comes from.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Or it is measurable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shuffle one sequence a few thousand times, realign, and plot the scores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takes minutes and makes no distributional assumption.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Project 1's requirement, and the habit this module is for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score without a null is not a result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in this field or any other (CSCE 658 §09).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628 · Computational Biology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E-values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the number in a BLAST report actually means.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628 · Computational Biology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E-VALUES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Reading a database search result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E = K · m · n · exp(-lambda · S)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S     the alignment score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m, n  query length and DATABASE length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K, lambda  constants of the scoring system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WHAT IT MEANS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the expected NUMBER of alignments scoring at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least S that would occur by chance in a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database of this size.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SO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E = 10 means expect ten such hits by chance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E = 1e-50 means essentially never by chance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E depends on DATABASE SIZE: the same alignment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   has a worse E-value in a larger database,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   which is correct and surprises people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AND NOTE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E is not a p-value, though for small E they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nearly coincide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E says nothing about whether the hit is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   biologically meaningful (Part 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The same alignment has a worse E-value in a larger database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, which is correct multiple-testing accounting and surprises people every time.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628 · Computational Biology  —  Module 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Significant and meaningless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two ways a good E-value misleads.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628 · Computational Biology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CAVEATS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a significant hit does not establish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Low-complexity regions produce spurious significance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 run of the same residue matches every other such run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and the null model assumed composition that the sequence does not have.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Which is why filtering is on by default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and why turning it off changes results dramatically.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statistical significance is not homology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convergent evolution and shared short motifs both produce real matches without common ancestry.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Nor is homology function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related sequences routinely do different things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and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annotation transfer by similarity propagates errors through databases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So the chain is: score → significance → homology → function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and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each arrow is an inference somebody has to defend.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Annotation transfer by similarity propagates errors through databases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a mislabelled entry becomes the evidence for the next 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628 · Computational Biology  —  Module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the general lesson, which outlives the biology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Every method in the rest of this course produces a score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every one of them needs the same question asked: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what would this look like if there were nothing there?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the empirical null, and it is almost always available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permute, shuffle, or randomise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costs a rerun (Module 01 §4).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is the one technique that catches errors in the parts of the pipeline you did not think about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because it tests the whole thing rather than the model you have in mind.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habit: build the null before interpreting the score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CSCE 676 §13's framing and CSCE 658 §09's discipline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is the single most transferable thing in this course.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628 · Computational Biology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 substitution score is a log-odds ratio, which is why scores are summed along an alignment.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The expected score of a random pair must be negative, or longer alignments always score higher.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A score is only interpretable against the distribution of scores from unrelated sequences.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The same alignment has a worse E-value in a larger database, which is correct multiple-testing accounting.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Statistical significance is not homology, and homology is not function — each arrow is a separate inference.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Annotation transfer by similarity propagates errors through databases.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628 · Computational Biology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