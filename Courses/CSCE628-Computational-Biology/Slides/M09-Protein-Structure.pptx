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Protein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problem that changed, and the parts that did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folding problem and why it was hard.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classical approaches and their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learned predictors changed.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honestly what remains unsolved.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Interpret a predicted structure and its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resisted for fifty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sequence determines the structure, and the mapping was not computable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CLASSICAL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Anfinsen's experiment showed a denatured protein refolds to the same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information is in the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made prediction a well-posed goal.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search space is astronomical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Levinthal's point: random search would take longer than the universe's 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yet folding takes milliseconds, so the landscape must be funnelled.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Physical simulation from first principles was attempted for decades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force fields were not accurate enough over the required timescales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an honest summary.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field split: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homology modelling where a related structure existed, and threading or fragment assembly where one did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of which used known structures as the real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the change actually consisted 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Learned predictors reached experimental accuracy for many proteins, using coevolution as the key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RESULT, STATED CAREFULLY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Residues that contact each other coevolve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substitution at one is compensated at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deep alignment of a family contains contact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08 §4's covariation in three dimensions.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Extracting it required disentangling direct from indirect correlations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was the key methodological step before the learned models — and it worked before deep learning did.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deep models combined that signal with learned structural priors and end-to-end training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reaching accuracy comparable to experiment for a large fraction of targets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genuine and large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a result about structure prediction, which is narrower than 'the folding problem is solved'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remains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more than the headlines suggested.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structure predictor does not give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folding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process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predictors produce a structure without simulating how it is reached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misfolding and folding kinetics are untouched.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Proteins without deep alignments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accuracy depends on the family's depth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orphan sequences and designed proteins are much harder.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Disordered regions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have no single structure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predictors flag them with low confidence, which is the right behaviour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is often ignored.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Complexes, conformational change, and ligand-bound states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protein's function frequently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is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its motion between states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function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structure is not a mechanism, and predicting the fold does not predict what it does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03 §4's chain).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structure is not a mechanism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distance from a predicted fold to a biological claim is the same distance this course has been measuring throughout.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a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With its confidence attached.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predicted structure comes with per-residue confidence, and using it without the confidence is the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predictors emit a per-residue confidence score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low-confidence regions are frequently disordered rather than merely uncertain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information rather than a disclaimer.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figure showing the whole predicted structure at equal visual weight is misleading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colour by confidence, which the standard viewers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679 §09).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predicted structures are now in the databases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alongside experimental ones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predicted-versus-measured distinction has to travel with the identifier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Module 07 §4's problem at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version of the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predicted structure, with this confidence, from this model version'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three things, and a citation usually gives none.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Anfinsen showed the information is in the sequence; Levinthal showed the landscape must be funnelled.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Physical simulation from first principles was attempted for decades and the force fields were not accurate enough.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Residues in contact coevolve, so a deep family alignment contains contact information — covariation in three dimensions.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Structure prediction reaching experimental accuracy is narrower than 'the folding problem is solved'.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Accuracy depends on alignment depth, so orphan and designed proteins remain 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structure is not a mechanism, and predicting the fold does not predict the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