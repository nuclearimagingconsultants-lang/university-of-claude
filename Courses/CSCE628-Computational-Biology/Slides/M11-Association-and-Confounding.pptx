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Population structure is the field's canonical confounder, and the corrections are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Association and Confounding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Finding variants, and the structure that fakes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association study design.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population structure as a confounder.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linkage disequilibrium and what it costs you.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effect sizes and missing heritability.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an association establishes.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simple, and that is the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 every variant for association with the trait, which is a million tests and a correlational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SETUP AND ITS TWO STRUCTURAL WEAKNESSES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Genotype many individuals at a million or more variant positions, and test each for association with the trait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10 §3's multiple testing at a larger 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why the field uses a 5 × 10⁻⁸ threshold.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threshold is a Bonferroni correction for about a million independent tests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derived rather than conventional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point in the field's favour.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design is observational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intervention, so any association may be confounded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Part 2.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genotype is not randomised in the population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correlated with ancestry, which is correlated with environment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the specific confounder this field had to solve.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Population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confounder that produced famous false positives.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CONFOUNDING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ancestry fakes an association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MECHANISM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allele frequencies differ between ancestral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populations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so does almost every trait, for reasons of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environment, diet, access, and history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sample both populations unevenly across cases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controls, and EVERY differentiated variant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associates with the trait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CLASSIC ILLUSTRATION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variant common in one ancestry group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"associates" with a trait more common in that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group, with no causal relationship at all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CORRECTIONS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principal components of the genotype matrix,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included as covariates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linear mixed models with a relatedness matrix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these work well for broad structure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less well for fine-scale or recent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structure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WHICH IS WHY ANCESTRY MUST BE REPORTED, always.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corrections work well for broad structure and less well for fine-scale structure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so residual confounding is expected rather than excluded.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Linkage disequilibrium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what makes the design work and what limits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Nearby variants are inherited together, so a tested variant stands in for its neighbours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DOUBLE-EDGED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Recombination is rare over short distances, so variants near each other are correlated across a population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linkage disequilibrium.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genotyping a million variants covers a three-billion-base genome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tested variant tags a block of its neighbours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what makes the design affordable.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the associated variant is usually not the causal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correlated with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fine-mapping to find the actual causal variant is a separate and difficult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most associated variants are non-coding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regulatory rather than protein-altering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makes the mechanism harder to establish than the association.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Effect sizes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small, and that has consequences.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results look like, and what follows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Individual effect sizes are tiny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odds ratios near one, explaining a fraction of a percent of variance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so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 single variant predicts anything about an individual.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why enormous sample sizes are needed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hundreds of thousands — and why the field consolidated into large consortia.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polygenic scores aggregate many small effects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predictive at the population level, weakly so for individuals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they transfer poorly across ancestries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direct consequence of Parts 2 and 3.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Plus missing heritability: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known variants explain far less than twin studies suggest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rare variants, interactions, and heritability estimates themselves are all candidate explanations.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heritability estimate is population- and environment-specific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most misunderstood statistic in biology.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heritability estimate is specific to a population and an environment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not a property of a trait, and reading it as one is the characteristic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what an association establishes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'A variant in this region is statistically associated with this trait, in this cohort, after correcting for this much population structure'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real and useful finding.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not: that this variant is causal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the mechanism is known, or that it predicts anything for a person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honest chain is: association → causal variant → gene → mechanism → intervention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arrow is years of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the association does not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§3's chain at its longest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reason this field's results are so frequently overstated in reporting is that the first link is cheap and the rest are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genome-wide threshold is a Bonferroni correction for about a million independent tests, derived rather than conventional.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Population structure fakes associations: differentiated variants associate with any trait that differs between groups.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corrections work for broad structure and less well for fine-scale, so residual confounding is expected.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Linkage disequilibrium is what makes the design affordable and means the associated variant is usually not the causal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Effect sizes are tiny, so no single variant predicts anything about an individual.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heritability estimate is specific to a population and an environment, not a property of a trait.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