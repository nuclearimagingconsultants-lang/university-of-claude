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fast search method has an assumption of this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Space, not time, is what decided which structure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Search and Indexing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When quadratic is too slow, and what you give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04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seed-and-extend heuristics.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BLAST trades for its speed.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suffix structures and their space cost.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BWT and the FM-index.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search strategy from the requirement.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Seed and extend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heuristic that made database search practical.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BLAST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idea, and the assumption inside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PROBLEM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Smith-Waterman against a 40-billion-base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database is O(query x database). Too slow.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HEURISTIC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1  break the query into short words (seeds)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2  find exact (or near-exact) word matches in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an index of the database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3  extend each hit outward without gaps while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the score improves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4  keep the good ones, then do a full gapped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alignment only on those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ASSUMPTION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a real alignment contains at least one exact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word match of length w.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WHICH IS USUALLY TRUE AND NOT ALWAYS. Raising w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makes it faster and less sensitive; lowering w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does the reverse. That dial IS the trade.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word length is the sensitivity dial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the assumption — that a true alignment contains an exact word match — is what can fail.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So a heuristic search can miss true alignments, and the miss rate is rarely reported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STATEMENT ABOUT EVERY TOOL IN THIS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BLAST is not guaranteed to find the optimal local alignment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finds alignments that contain a seed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different set.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remote homologues are exactly the cases most likely to be missed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they are the ones least likely to contain a long exact match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misses are not random.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profile methods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profile uses the whole family's conservation pattern rather than one 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finds what pairwise search cannot.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'no significant hits' means 'this tool with these parameters found none'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much weaker statement than it is usually taken to be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Module 13's point in miniature.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Suffix structures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Exact matching in linear time, at a price.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exact-match structures and their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9260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Query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Suffix tree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O(m) for a pattern of length 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~20 bytes per base. Too much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Suffix array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93008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O(m log n), or O(m) with extras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~4-8 bytes per 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926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FM-index (BWT)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93008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2736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O(m), backward 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Under 1 byte per 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9260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066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k-mer hash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93008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2736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O(1) per word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Large, and fixed word length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reversible permutation that happens to be searchable.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it works, in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CONSTRUCTION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take all rotations of the string (plus a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terminator), sort them, and take the last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column. That column is the BWT.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WHY IT IS USEFUL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identical characters cluster, so it compresses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well -- which is why it was invented, for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compression, not for biology.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SEARCH PROPERTY (LF-mapping)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i-th occurrence of character c in the last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column corresponds to the i-th occurrence of c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in the first column. That correspondence lets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you walk backwards through the text.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 BACKWARD SEARCH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match the pattern right to left, maintaining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the range of rows prefixed by the matched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suffix. O(m), with a small index.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IT IS REVERSIBLE: the original string 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recoverable, which is what makes it an index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rather than a lossy summary.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BWT was invented for compression and turned out to be searchable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the index is smaller than the text it indexes.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By what the task actually requires.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questions that decide the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Exact or approximate matching?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exact is solved and cheap; approximate is where all the difficulty is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every method handles mismatches by backtracking or by seeding.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One query or millions?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 index pays off across many queries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is wasted on one (Module 05's read mapping is the many case).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Is the reference fixed?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if so, build the index once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; if the database changes constantly, indexing cost matters.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How sensitive must it be?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sets the seed length, and should be chosen from the expected divergence rather than from the default.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what will you report when it finds nothing?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1) — which is the question this module most wants asked.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'No significant hits' is a statement about a tool and its parameters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not about the biology — and it is reported as though it were the latter.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pattern to carry forward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Exact is quadratic, and everything faster assumes something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02 §4)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the assumption is that a true alignment contains an exact seed.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assumption is usually reasonable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these tools work, and the field depends on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it is so easy to stop noticing that it is an assumption.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discipline is to name it when reporting a negative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'BLASTP with default parameters found no significant hits' is checkable, and 'there is no homologue'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program's rule applied to a search tool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ran, and do not promote the tool's output into a biological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Seed-and-extend assumes a true alignment contains an exact word match, and the word length is the sensitivity dial.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heuristic search can miss true alignments, and the misses are concentrated in remote homologues rather than random.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'No significant hits' means this tool with these parameters found none, which is much weaker than it sounds.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Space rather than time is what decided which index structure won.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BWT was invented for compression and turned out to be searchable, which is why the index is smaller than the text.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An index pays off across many queries and is wasted on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