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assumption column is the one to read before believing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Multiple Alignment and Phylogeny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error compounds, and the tree looks more certain than it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exact multiple alignment is intractable.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progressive alignment and its error mode.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distance and character-based tree methods.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bootstrap support and what it measures.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critique a phylogeny.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Multiple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Exponential in principle, heuristic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Exact multiple alignment is exponential in the number of sequences, so every tool is a heuristic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SITUATION, STATED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dynamic programming generalises to k sequences as a k-dimensional 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O(n to the k) time and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infeasible beyond three or four.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problem is NP-hard under the usual scoring schemes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no exact method is coming (CSCE 629 §12).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progressive alignment is used: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align the most similar pair, then add sequences one at a time in guide-tree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fast and is greedy.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greedy means early errors are permanent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'once a gap, always a gap'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characteristic failure of every progressive aligner and is why iterative refinement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circularity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worth being explicit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guide tree needs an alignment and the alignment needs a guide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GENUINE CIRCULARITY, HANDLED BY ITERATION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Progressive alignment orders the sequences by a guide tree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built from pairwise distances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are themselves alignment scores.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alignment depends on a rough tree, and the final tree is built from the alignment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means the tree is not independent evidence for the alignment.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iterative methods alternate between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until stable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converges to something, not necessarily to the right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§04's local optima).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good example of a dependency that is easy to miss when reading a figure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alignment and the tree in the same paper are not two independent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Building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families of method, with different failure 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trees are built, and what each assumes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UPGMA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Cluster by average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molecular clock. Usually 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Neighbour-joining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Minimise total branch length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Additive distances. Fast, widely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Maximum parsimony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Fewest character changes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Changes are rare. Long-branch attraction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Maximum likelihood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tree under an evolutionary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model. Slow, and principled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Bayesian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Posterior over trees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model and the prior. Gives intervals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a bootstrap value actually measures.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the numbers on the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bootstrap resamples alignment columns with replacement and rebuilds the tree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support value is the fraction of replicates containing that branch.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measures whether the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alignment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supports the branch consistently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not whether the branch is true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two come apart when the model is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systematic error gives high support for the wrong tree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long-branch attraction being the classic case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more data increases confidence in the error.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alignment's own uncertainty is excluded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1)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bootstrap resamples columns of a fixed alignment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treating it as given.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means published support values are optimistic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structurally, and should be read as a lower bound on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bootstrap treats the alignment as given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so it excludes the largest source of uncertainty in the whole procedure.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tree is a hypothesis drawn with great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phylogeny is rendered as a clean branching diagram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visual claim of certainty that the underlying inference does not support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679 §09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errors compound along the pipeline: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alignment error feeds tree error, and the tree is then used to interpret the alignment.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presentation shows support values, states the model, and collapses poorly supported branches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routine practice and is not universal.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version of the program's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draw the uncertainty, name the model, and do not let a tidy diagram do the claiming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Exact multiple alignment is exponential and NP-hard, so every tool is a heuristic.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Progressive alignment is greedy, so early errors are permanent — once a gap, always a gap.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guide tree needs an alignment and the alignment needs a guide tree, so they are not independent evidence.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tree method assumes something not exactly true; the question is whether the assumption's failure would produce this tree.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bootstrap value measures whether the alignment supports the branch consistently, not whether the branch is true.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bootstrap treats the alignment as given, excluding the largest source of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