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Mapping and Assembly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Reconstructing from fragments, and where repeats break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read mapping and its error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 Bruijn graph assembly.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repeats are the fundamental obstacle.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coverage and why it must be uneven.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Interpret assembly quality metrics critically.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 already have a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Mapping places each read on a reference, and the hard cases are the ones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TASK, AND WHERE IT GOES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Hundreds of millions of short reads against a fixed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04's many-queries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what the FM-index was adopted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most reads map uniquely and easily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problem is the minority that do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reads from repeats, from regions absent in the reference, and from structural variants.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multi-mapping read is usually assigned arbitrarily or discarded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both choices bias the result against repetitive regions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systematically.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reference bias: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read carrying a variant maps slightly worse than one matching the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variants are systematically under-detected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measured effect and a serious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 do not have a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 BRUIJN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Assembly as a graph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GRAPH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nodes: every (k-1)-mer seen in the reads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edges: every k-mer, joining its prefix to its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suffix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 assembly is a path using each edge 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 Eulerian path, which is tractable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(Hamiltonian, on the overlap graph, is not)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WHY k MATTERS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small k   more overlaps found, more false ones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graph is tangled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large k   cleaner graph, but needs higher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coverage and loses low-coverage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regions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WHAT BREAKS IT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sequencing errors create spurious nodes 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removed by coverage thresholds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repeats longer than k create ambiguous paths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that NO amount of data resolves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uneven coverage makes the threshold a guess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THE OUTPUT IS CONTIGS, not a genome: pieces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that could be ordered many 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output is contigs, not a genome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pieces that the data could order in many ways, and the ordering is a separate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fundamental obstacle, and it is informational.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repeat longer than your read length is not resolvable by more reads of that length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NOT AN ENGINEERING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same sequence appears twice and is longer than a read, no read spans from unique sequence through it to unique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connection is absent from the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merely hard to find.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an information-theoretic limit rather than an algorithmic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more coverage does not help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clearest such limit in the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roughly half of a human genome is repetitive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short-read assembly of mammalian genomes stayed poor for a decade.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fix is longer reads, or paired reads with known separation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changing the measurement rather than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this semester's recurring shape (CSCE 640 §13 §3).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the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Critically, because the usual one is gameable.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assembly statistics say and hide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N50: the contig length such that half the assembly is in contigs at least that long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standard metric, and it rewards aggressive joining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whether or not the joins are 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 a wrong assembly can have a better N50 than a correct one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makes it a proxy with the usual proxy problem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(CSCE 676 §13).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Total length against the expected genome size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too large means uncollapsed duplicates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too small means collapsed repeats.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completeness by conserved single-copy genes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measures something you care about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is the metric to prefer.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Plus: does it agree with an independent measurement?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optical maps, linkage, or a related species.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wrong assembly can have a better N50 than a correct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N50 rewards joining — which is the proxy problem in its sharpest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reference genome is an assembly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all of this behind it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01 §1's construct, now with the construction visible.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reference bias means your variant calls are biased toward the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matters most for populations least represented in the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known and consequential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pangenome references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graph rather than a single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current direction and is harder computationally.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thing to carry: your coordinates refer to a particular assembly of a particular set of individuals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12 §2's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Most reads map easily; the problem is the minority from repeats, missing regions, and structural variants.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Reference bias means a read carrying a variant maps slightly worse, so variants are systematically under-detected.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Assembly output is contigs, not a genome — pieces the data could order many ways.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repeat longer than your read length is not resolvable by more reads of that length; the information is absent.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fix is longer reads or paired reads — changing the measurement rather than the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wrong assembly can have a better N50 than a correct one, because N50 rewards joining.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