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Pipelines and Reproducibility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An unreproducible result is not a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computational biology is hard to reproduce.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reference and annotation versioning.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reproducible pipeline.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silent failure modes.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reproducibility does and does not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Specifically, because the causes are enumerable.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breaks a computational analysis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Tool versions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aligners and callers change their defaults and their algorithms between releases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output changes with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Reference and annotation versions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coordinates from one genome build silently mean something else in another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Part 2 and is the worst of these.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Undocumented manual steps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file somebody edited once, the sample excluded for a reason nobody wrote down.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Randomness without a seed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clustering, subsampling, and any stochastic optimiser.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environment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library versions, locale settings, and floating-point differences across platforms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are small and occasionally decisive.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'It worked last year' is the characteristic failure 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tools move faster than the papers, and nothing warns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References and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specific failure worth its own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genomic coordinate is meaningless without the assembly it refers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ERROR THAT PRODUCES WRONG ANSWERS SILENTLY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Chromosome 7, position 117,120,017 is a different base in different genome builds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nothing in the number says which build you meant.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mixing files from two builds produces plausible, wrong results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error, no warning, and the genes are simply the wrong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lifting coordinates between builds is lossy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some regions have no equivalent, and some map to multiple places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conversion itself needs reporting.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annotation versions move independently of assembly versions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'GRCh38' is not sufficient; the annotation release matters too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§1's check-first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Building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reproducible pipeline actually requires.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requirements, in order of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1  VERSION CONTROL for the analysis code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including the small scripts, which are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where the undocumented decisions live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2  PINNED ENVIRONMENT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exact tool versions, in a lock file or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container. "conda install bwa" is not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version.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3  NAMED REFERENCE AND ANNOTATION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the build, the release, and the download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URL or checksum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4  A WORKFLOW MANAGER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Snakemake or Nextflow: declares inputs,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outputs, and dependencies, so a rerun is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one command and a partial rerun is correct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5  SEEDS for everything stochastic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6  AND A TEST: run it on a tiny dataset in CI, so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that breakage is found when it happens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rather than at submission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FIRST FOUR COST A DAY. THE LAST TWO COST 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HOUR AND ARE SKIPPED MOST OFTEN.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workflow manager makes a rerun one command and a partial rerun correct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what a shell script does not give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Reproducible means somebody gets the same answer from the same data, which is not the same as being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Computational reproducibility is the weakest of the three standards and the only one you fully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same data, same code, same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Replication is stronger: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new data, same question, same conclusion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the scientific claim actually requires.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reproducible pipeline can reproduce a confounded result perfectly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10 §4's batch effect survives any amount of version pinning.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reproducibility is necessary and not sufficient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exactly the shape of CSCE 632 §07 §3's conformance claim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right way to describe a floor.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'It worked last year' is the characteristic failure: the tools move faster than the papers, and nothing warns you.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genomic coordinate is meaningless without the assembly it refers to, and mixing builds produces plausible wrong results silently.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Annotation versions move independently of assembly versions, so naming the build is not sufficient.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workflow manager makes a rerun one command and a partial rerun correct, which a shell script does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Seeds and a CI test cost an hour and are the most frequently skipped steps.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reproducible pipeline can reproduce a confounded result perfectly.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