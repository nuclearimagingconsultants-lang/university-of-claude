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alphabet sizes are what make the algorithms behave as they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Knowing what the instrument emits prevents most interpretation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628 — Computational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What Is Actually Measured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biology you need, and the gap this course is about.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628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molecular objects and the central dogma.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what the common measurement technologies output.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gap between measurement and biological claim.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ground truth is usually unavailable.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this course's 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molecules and one flow of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strings in this course represent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Object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Alphabet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0368" y="1901952"/>
            <a:ext cx="5394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0096" y="1956816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C G 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0368" y="2377440"/>
            <a:ext cx="5394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0096" y="2414016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stored sequence; double-stranded and complementary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C G 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0368" y="2852928"/>
            <a:ext cx="5394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0096" y="2889504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transcribed copy; also folds and acts (M08)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Protein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20 amino acids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0368" y="3328416"/>
            <a:ext cx="5394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0096" y="3364992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Translated from RNA; folds into a shape (M09)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30368" y="3803904"/>
            <a:ext cx="5394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0096" y="3840480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region that is transcribed; the definition is contested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Genome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30368" y="4279392"/>
            <a:ext cx="5394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0096" y="4315968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whole sequence; 3 billion bases in a human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is enough biology to start, and the exceptions matter later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THIS COURSE ASSUMES AND SUPPLIES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Most of this course is string algorithms and statistics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biology needed is the vocabulary and the measurement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both of which this module supplies.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exceptions are where the errors live: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genes overlap, are spliced into multiple products, and are defined differently by different annotations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'the gene' is frequently ambiguous.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reference genome is a construct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assembled from a few individuals, revised repeatedly, and not any particular person's sequence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has consequences in Module 12 §2.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rule is to look up what you are assuming rather than to learn biology in advance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assumption to check first is always 'which version of which annotation'.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the instruments produce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further from the biology than people assume.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common technologies and their actual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SHORT-READ SEQUENCING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output: millions of 100-300 base fragments,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each with per-base quality scores, from random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positions, with PCR duplicates and errors.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NOT a genome. Assembly or mapping comes next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(Module 05).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LONG-READ SEQUENCING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tens of kilobases, higher error rate, better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across repeats. Different trade, same shape.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RNA SEQUENCING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reads from transcripts, counted per gene.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count depends on expression AND on length,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AND on the library prep. Normalisation is not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optional (Module 10).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MICROARRAYS AND MASS SPEC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intensities and spectra -- analogue signals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with their own calibration problems.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IN EVERY CASE THE OUTPUT IS COUNTS OR INTENSITIES,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the biological quantity is inferred from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In every case the output is counts or intensities, and the biological quantity is inferred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gap this course keeps returning 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Between the measurement and the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result in this field is a chain of inferences, and the chain is usually reported as a single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COURSE'S ORGANISING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'Gene X is upregulated in disease' means: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reads mapped to an annotation, counted, normalised, modelled, and tested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five steps, each with choices, applied to tissue from a particular set of people.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each step has defensible alternatives that change the answer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different aligners, annotations, normalisations, and models give overlapping but different gene lists.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not a scandal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what analysis of noisy data looks like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a reason to report the chain rather than the conclusion alone.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this course's habit is to name the chain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every time — which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679 §13's five-clause caption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676 §13's proxy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arriving in a field where the stakes are medical.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 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structural difficulty of the subject.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you usually cannot check your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sorting algorithm's output is checkable in linear time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 inferred gene function is not checkable at all without an experiment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that may take years.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the field validates by proxy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agreement with other methods, known positive controls, held-out data, and eventual experimental follow-up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each partial.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agreement between methods is weak evidence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when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methods share assumptions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they usually do (CSCE 676 §11's multiplicity problem).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makes negative controls disproportionately valuable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permutation that should find nothing and does is the strongest cheap evidence available.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it is why Project 2 requires one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fails without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permutation that should find nothing and does find nothing is the strongest cheap evidence available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costs one rerun with shuffled 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 the position this course 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algorithms are the easy part and they are worth learning properly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Modules 02 to 09 are genuinely beautiful dynamic programming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this course does not short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inference is where the errors 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Modules 10 to 12 are about multiple testing, confounding, and reproducibility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where published findings actually fail.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the honest acknowledgement: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large fractions of published findings in several subfields have failed to replicate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causes are statistical and procedural rather than biological.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Module 13 exists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'we found an association' is a claim about a model and a cohort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distance to the biological claim is what this course makes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DNA to RNA to protein is the central dogma, and every arrow has exceptions.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reference genome is a construct assembled from a few individuals, not any particular person's sequence.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Sequencing outputs millions of short fragments with errors and duplicates — not a genome.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In every technology the output is counts or intensities, and the biological quantity is inferred from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Every result is a chain of inferences reported as a single step, and each step has defensible alternatives that change the answer.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permutation that should find nothing and does find nothing is the strongest cheap evidence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