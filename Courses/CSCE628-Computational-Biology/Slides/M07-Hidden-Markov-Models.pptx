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can write Needleman-Wunsch you can write Viterbi.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Hidden Markov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Alignment's recurrence, with probabilities and hidden 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an HMM and its three standard problems.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Viterbi and the forward algorithm.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profile HMMs and remote homology detection.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gene finding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and apply an HMM.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States you cannot see, emitting symbols you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HMM, and the three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states S, transitions a(i,j), emissions e_i(x), start 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Markov chain over hidden states, each emitting an observable symbol. You see the symbols; the states are what you want.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decoding: argmax over paths of P(path | sequence)  — Viterbi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single most likely state path. Dynamic programming, with the max-of-predecessors structure of Module 02.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evaluation: P(sequence) summed over all paths  — 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Same recurrence with sum in place of max. Gives the likelihood, which is what scoring and comparison need.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Viterbi is max and forward is sum, over the same recurrence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whole relationship between the two.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third problem is learning the parameters, which is where it gets delicate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TRAINING, AND ITS FAILURE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Given sequences and no labels, Baum-Welch (expectation-maximisation) estimates the parameters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converges to a local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633 §07).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initialisation matters, and different starts give different models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should be reported and usually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with labelled data it is just counting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pseudocounts to avoid zero probabilities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far more reliable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what profile HMMs 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general preference: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estimate from labelled examples where you have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treat unsupervised structure discovery as the weaker claim (CSCE 676 §05).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Viterbi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Module 02's recurrence with a different alphabet of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VITERBI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recurrence, and the two implementation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v_k(i) = e_k(x_i) * max over j of [ v_j(i-1) * a(j,k) ]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v_k(i)  best probability of any path ending in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state k having emitted the first i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  symbols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traceback pointer: which j achieved the max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COMPARE Module 02: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max over three predecessors -&gt; max over states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substitution score         -&gt; emission prob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gap penalty                -&gt; transition prob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SAME SHAPE.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TWO RULES FOR IMPLEMENTING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1  work in log space. Products of thousands of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probabilities underflow to zero in double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precision, silently.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2  for the forward algorithm, summing in log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space needs a log-sum-exp with the max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factored out, or it overflows.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THESE TWO BUGS ACCOUNT FOR MOST BROKEN HMM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Work in log space, and use log-sum-exp for the forward algorithm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these two bugs account for most broken HMM implementations.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Profile HMMs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find what pairwise search cannot.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profile HMM encodes a family's position-specific conservation, which is strictly more information than any one 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BEATS PAIRWISE SEARCH FOR REMOTE HOMOLOGY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Match, insert, and delete states per alignment column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position-specific emission and gap probabilities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estimated from the family's alignment.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position that is absolutely conserved across the family scores a mismatch heavily, and a variable position barely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a single substitution matrix cannot express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profile methods find remote homologues that BLAST misses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04 §1) — the information is in the family, not in any member.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iterated search builds the profile as it goes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powerful, and it can drift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false hit incorporated into the profile recruits more like itself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specific and known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Gene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classic application, and what it does 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GENE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HMM gene finder does and does not establish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States for coding, intron, intergenic, and the signal sites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Viterbi labels every base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 complete and plausible annotation of the whole sequence.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is very good at this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it is how most genome annotation starts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why the caveats matter.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But Viterbi always returns a path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most likely one, however unlikely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so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produces a gene model whether or not a gene is there.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predicted gene is a hypothesis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why annotations are flagged as predicted versus experimentally supported — and why that distinction gets lost downstream.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Module 03 §4's chain again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prediction → annotation → cited fact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with the qualifier dropped at each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Viterbi always returns a path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most likely one, however unlikely — so the method cannot say 'there is nothing here' without being asked separately.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thing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HMMs are the clearest example in this course of a principled probabilistic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score is a likelihood, which means it composes and can be compared across models.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recurrence is Module 02's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this module is short: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already knew the algorithm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general caution: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model that always returns an answer needs a separate test for 'nothing here'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null model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§2) in a third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log space, labelled training where possible, and a null to compare against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three rules that cover most of what goes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Viterbi is max and forward is sum, over the same recurrence — and that recurrence is Needleman-Wunsch's.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Work in log space, and use log-sum-exp for the forward algorithm; these two bugs account for most broken HMM code.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Baum-Welch converges to a local optimum, so initialisation matters and should be reported.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profile HMM encodes position-specific conservation, which a single substitution matrix cannot express.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Iterated profile search can drift: a false hit incorporated into the profile recruits more like itself.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Viterbi always returns a path, so a gene finder produces a model whether or not a gene is there.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