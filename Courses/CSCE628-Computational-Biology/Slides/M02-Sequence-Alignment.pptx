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recurrence to be able to write from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three-state formulation is the one to implement.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628 — Computational Biology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Sequence Alignment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Dynamic programming at its clearest.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628 · Module 02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Derive the global alignment recurrence.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Derive local alignment and say when to use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affine gap penalties and implement them.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space and time trade-offs.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and verify an alignment engine.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Global alignment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recurrence, and what each term means biologically.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NEEDLEMAN-WUNSCH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recurrence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F(i,j) = max of three terms, over prefixes of length i and 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best score for aligning the first i characters of one sequence with the first j of the other.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F(i−1,j−1) + s(xᵢ, yⱼ)   — align the two characters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 match or a mismatch, scored by the substitution function s (Module 03 §1).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F(i−1,j) + g   or   F(i,j−1) + g   — a gap in one sequence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An insertion or a deletion, with gap penalty g. Three cases, one max, O(mn) time and O(mn) space with traceback.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Three cases, one max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and the traceback pointer recovers the alignment itself rather than just the score.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each term corresponds to an evolutionary event, which is why the model is credible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ALIGNMENT SCORES MEAN ANYTHING AT 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match or mismatch is a position that was conserved or substituted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;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gap is an insertion or a deletion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alignment is a hypothesis about what happened.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the scoring parameters are a model of evolution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arbitrary constants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Module 03 §1 derives them from observed substitution frequencies.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optimal alignment is the most likely history under that model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not the true history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unavailable (Module 01 §4).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thing to remember is: alignment is inference under a model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model's assumptions are where the disagreements between tools come from.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Local alignment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One change to the recurrence, and a different question.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Smith-Waterman adds zero to the max, which lets an alignment start anywhere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CHANGE, AND WHY IT MATTERS MORE THAN IT LOOKS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Add 0 as a fourth case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a negative running score resets rather than persisting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start the traceback from the maximum cell rather than the corner.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finds the best-matching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region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rather than the best whole-sequence correspondence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that is almost always the biologically relevant question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conservation is domain-wise rather than whole-sequence.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So: global for sequences you believe are related along their whole length, local otherwise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local is the default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including for database search (Module 04).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scoring must allow negative scores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matrix where every entry is positive makes local alignment degenerate into global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real implementation trap.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Gaps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the simple model is clearly wrong.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AFFINE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one gap of ten beats ten gaps of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linear: cost of a gap of length k is k·g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Simple, and biologically wrong: a single indel event of length 10 is far more likely than 10 separate events.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affine: cost is open + k·extend,  with open ≫ extend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One expensive opening and cheap extension. This matches what is observed, and is what every real tool uses.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three matrices: M, I_x, I_y  — one per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Match state, gap-in-x state, gap-in-y state. Still O(mn), with three recurrences instead of one. Gotoh's algorithm.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Three state matrices, still O(mn)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and the affine recurrence is where hand implementations usually break (Project 1).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the trick that removes the quadratic memory.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practical considerations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score alone needs only two rows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O(min(m,n)) space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because each cell depends only on the previous row and the current one.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But the traceback needs the whole matrix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the quadratic cost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for two human chromosomes that is not available.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Hirschberg's divide-and-conquer recovers the alignment in linear space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by finding the midpoint crossing with two linear-space passes and recursing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at twice the time.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banded alignment restricts to a diagonal band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correct only if the true alignment stays inside the band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an assumption to state.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is the pattern: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exact is quadratic, and everything faster assumes something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04).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Exact alignment is quadratic, and everything faster assumes something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is the sentence that organises Modules 02 through 05.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thing to carry forward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recurrence is the most reused idea in the field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Modules 07 and 08 are the same dynamic programming on richer state spaces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recognising that is most of the work.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Viterbi is alignment with probabilities instead of scores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07 §2)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max-of-three structure is identical.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RNA folding is the same idea on intervals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08 §2)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with a different decomposition and the same discipline.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implement this one carefully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three later modules are variations on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the debugging habits transfer entirely.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Three cases, one max — and the traceback pointer recovers the alignment rather than just the score.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Each term corresponds to an evolutionary event, so the scoring parameters are a model rather than arbitrary constants.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optimal alignment is the most likely history under the model, not the true history.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Smith-Waterman adds zero to the max and starts traceback from the maximum cell, which finds the best region.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Affine gaps need three state matrices and are where hand implementations usually break.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Exact alignment is quadratic, and everything faster assumes something.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