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FDR for screens, FWER when a single false positive is costly.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Expression and Multiple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computation is easy and the inference is where everything goes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expression data is and why normalisation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count model and the small-sample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multiple testing correction and explain the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batch effects and how to detect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an expression dataset defensibly.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raw counts are not comparable.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count depends on expression, on transcript length, and on how much was sequenced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NORMALISATION IS MANDATORY RATHER THAN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Twice as many reads for a gene may mean twice the expression, a transcript twice as long, or a library sequenced twice as deeply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raw number does not distinguish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normalisation by library size is mandatory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by length when comparing genes within a sample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when comparing one gene across samples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distinction worth getting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composition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one gene dominates a sample, every other gene's share falls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simple proportions mislead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robust methods estimate a size factor instead.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679 §08 §3's normalisation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count map is a population map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arriving in a field where the denominator is itself estimated.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problem of three replicates.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differential expression analysis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Counts are modelled as negative binomial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Poisson plus extra variance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because biological replicates vary more than counting noise alone.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the variance must be estimated per gene from three replicates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hopeless on its own — so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methods share information across genes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shrinking each estimate toward a fitted trend.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Which is the key statistical idea in the field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borrowing strength across thousands of parallel tests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and it works well and is an assumption.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Then a test per gene, and a p-value per gene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twenty thousand of them, which is Part 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the effect size matters as much as the p-value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tiny fold change can be highly significant with enough samples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significance is not importance.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Shrinking per-gene variance estimates toward a fitted trend is the key statistical idea 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borrowing strength across thousands of parallel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Multiple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arithmetic, which is not optional.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twenty thousand tests costs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ARITHMETIC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20,000 tests at alpha = 0.05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=&gt; 1,000 expected false positives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if you report 1,200 "significant" genes, most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of your list is noise.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BONFERRONI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use alpha / m. Controls the probability of ANY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false positive (family-wise error rate).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Correct, and far too strict here: you will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find almost nothing.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BENJAMINI-HOCHBERG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controls the FALSE DISCOVERY RATE: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expected PROPORTION of your reported list that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is false. q = 0.05 means ~5% of your hits are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expected to be wrong.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Which is the right target for a screen whose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output is a list for follow-up.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COUNT OF TESTS MUST INCLUDE THE ONES YOU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RAN AND DISCARDED. Everybody omits those.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count of tests must include the ones you ran and discarded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everybody omits, and which is the honest part of the correction.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Batch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failure that produced a replication crisis.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your cases and controls were processed on different days, you cannot separate biology from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CONSEQUENTIAL DESIGN ERROR IN THE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Processing date, technician, reagent lot, and instrument all produce systematic differences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frequently larger than the biological effect you are looking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if batch is confounded with the condition, no statistical method can separate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information is not in the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05 §3's kind of limit in a statistical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fix is in the design: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randomise or balance samples across batches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record the batch metadata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free and is often not done.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detection is cheap: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cluster the samples and colour by batch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they separate by batch rather than by condition, you have your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any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general shape of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computation here is trivial and the inference is where everything fails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opposite of Modules 02 to 09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why this module is placed after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failures are systematic: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unnormalised counts, uncorrected testing, and confounded batches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named errors that account for a large share of irreproducible findings.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three are detectable in an afternoon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somebody who knows to look — which is the practical value of this module.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normalise, correct, and plot the samples coloured by batch before anything else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steps, and Project 2 requires all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count depends on expression, transcript length, and sequencing depth, so normalisation is mandatory.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Normalise by length when comparing genes within a sample, not when comparing one gene across samples.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Shrinking per-gene variance toward a fitted trend borrows strength across thousands of parallel tests.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20,000 tests at alpha 0.05 gives 1,000 expected false positives; FDR is the right target for a screen.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count of tests must include the ones you ran and discarded, which everybody omits.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batch is confounded with condition, no method can separate them — the information is not in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