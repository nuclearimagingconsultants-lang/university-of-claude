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Intervals rather than prefixes: that is the whole structural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RNA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Dynamic programming on intervals, and a model that is honestly incomplete.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folding problem and the base-pairing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Nussinov recurrence.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energy minimisation and why it is better.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pseudoknots and why they are excluded.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predicted structure establishes.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RNA structure is worth predicting.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RNA folds back on itself, and the shape determines 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Complementary bases pair: A with U, G with C, and G with U more weakly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single strand pairs with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producing stems, loops, and bulges.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matters because structure is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ribosomal and transfer RNA, for regulatory elements, and for the many non-coding RNAs whose role is structural.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structure is conserved where sequence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compensatory mutations preserve a pair while changing both bases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evidence of function that sequence comparison misses.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computational problem is: given a sequence, predict the set of pairs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combinatorial optimisation with a physically motivated objective.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Nussinov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simplest version, and the recurrence worth deriving.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NUSSINOV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Maximise the number of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N(i,j) = max over four cases, on the interval i..j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subproblem is an interval rather than a prefix — which is the structural difference from Module 02.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N(i+1,j),  N(i,j−1),  N(i+1,j−1) + δ(i,j)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Leave i unpaired, leave j unpaired, or pair i with j (δ = 1 if they can pair).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max over k of N(i,k) + N(k+1,j)   — bifurcation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Split the interval in two. This case is what makes it O(n³) rather than O(n²), and it is the one people forget.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bifurcation case is what makes it cubic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the case most often omitted in a first implementation.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maximising pair count is the wrong objective, which the next model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NUSSINOV IS A TEACHING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Pairs do not contribute equally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stacked pairs in a helix are stabilising and isolated pairs are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counting pairs rewards structures that do not 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Zuker's algorithm minimises free energy instead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experimentally measured parameters for stacking, loops, and bulges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same interval decomposition, better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good example of the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algorithm was easy and the scoring function was the research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as in Module 03 §1.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energy parameters are measured, which makes the prediction physically grounded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within the model's assumptions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Part 3 names.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model excludes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Explicitly, because the exclusion is load-bearing.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assumptions that make the recurrence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pseudoknots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pairs may not cross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what makes the interval decomposition valid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pseudoknots exist and are functionally important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Allowing them makes the problem NP-hard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in general, so the exclusion is not laziness — and specialised heuristics handle restricted classes.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One sequence, one structure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whereas real RNA interconverts between conformations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some regulatory elements work precisely by switching.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 ligands, no proteins, no 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magnesium in particular stabilises structures the model cannot see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minimum free energy structure is frequently not the one that forms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the partition function and base-pair probabilities are reported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minimum free energy structure is frequently not the one that forms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report base-pair probabilities from the partition function rather than a single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Doing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 comparative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Comparative folding beats single-sequence folding, because conservation is evidence the energy model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several related sequences fold to the same structure, and compensatory mutations preserve pairs, that is independent evidence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the energy model does not provide.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better methods fold an alignment rather than a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combining thermodynamics with covariation — and they are measurably more accurate.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move as Module 07 §3's profiles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family carries information no member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a second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honest claim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minimum free energy structure under this parameter set, with these base-pair probabilities'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'the structure of this RNA'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an experiment.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Structure is conserved where sequence is not, and compensatory mutations are evidence of function that sequence comparison misses.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subproblem is an interval rather than a prefix, which is the structural difference from alignment.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bifurcation case makes the recurrence cubic and is the one most often omitted.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Maximising pair count is the wrong objective; the algorithm was easy and the scoring function was the research.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 pseudoknots is what makes the decomposition valid, and allowing them makes the problem NP-hard.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minimum free energy structure is frequently not the one that forms, so report base-pair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