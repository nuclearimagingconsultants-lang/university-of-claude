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correction names a step the claim skipped.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model-from-outside framing is the semester's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628 — Computational Biology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Claiming a Biological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What the analysis established, and what it did not.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628 · Module 13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the inference chain behind a typical claim.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Identify the standard overclaims.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a negative control is required.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Place this course in the semester and the program.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an honest methods and claims section.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long, and is reported as one step.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computational biology result is a statistical statement about a model applied to a particular cohort's measurements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READING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measurement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what the instrument emitted, with its biases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01 §2).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processing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alignment, annotation version, normalisation, and filtering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each of which has alternatives that change the result (Modules 04, 05, 10, 12).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model and the test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with the number of tests and the correction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10 §3).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population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who was measured, and whether the batch and ancestry structure was examined or merely unexamined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(Modules 10 §4, 11 §2).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Five things, and a typical abstract names none.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OVERCLAIMS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standard overclaims, corrected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claim</a:t>
            </a:r>
          </a:p>
        </p:txBody>
      </p:sp>
      <p:sp>
        <p:nvSpPr>
          <p:cNvPr id="8" name="Rectangle 7"/>
          <p:cNvSpPr/>
          <p:nvPr/>
        </p:nvSpPr>
        <p:spPr>
          <a:xfrm>
            <a:off x="4407408" y="1901952"/>
            <a:ext cx="6217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1956816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correction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'We identified the gene for X'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2377440"/>
            <a:ext cx="6217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2414016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variant in a region associated with X (M11 §3)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'Gene Y is upregulated'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7408" y="2852928"/>
            <a:ext cx="6217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2889504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Counts assigned to an annotation, normalised how? (M10 §1)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'This protein functions as Z'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8" y="3328416"/>
            <a:ext cx="6217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7136" y="3364992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Predicted structure, or measured activity? (M09 §3)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'BLAST found no homologue'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8" y="3803904"/>
            <a:ext cx="6217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3840480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These parameters, this database version (M04 §1)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'The tree shows that...'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07408" y="4279392"/>
            <a:ext cx="6217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17136" y="4315968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Under this model, with this support (M06 §4)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'The results are reproducible'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07408" y="4754879"/>
            <a:ext cx="6217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17136" y="4791455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Same data, or new data? (M12 §4)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negative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required, and why.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Run the analysis on data where the answer should be nothing, and report what it gives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CHEAPEST AND MOST INFORMATIVE CHECK AVAILABLE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Permute the labels, shuffle the sequence, or use a comparison that should show no difference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run the entire pipeline on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a simplified version.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Because it tests the whole chain including the parts you did not think about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leak, a filter applied after the split, an index built on the wrong file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pipeline that finds two hundred significant genes in permuted labels has told you something decisive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no amount of careful reasoning would have.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Module 03 §2's empirical null, generalised to a pipeline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it is why Project 2 fails without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whatever else it found.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honest write-up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a methods section has to carry.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state, and the one extra thing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DATA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source, accession, and what was excluded and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why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PIPELINE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tool versions, reference build AND annotation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release, parameters that differ from defaults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STATISTICS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the model, the number of tests INCLUDING the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discarded ones, the correction, and the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effect sizes alongside the p-values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CONTROLS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the negative control and its result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any positive control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THE STRUCTURE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batch and ancestry: examined, or stated as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unexaminable from the available metadata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AND THE ARTEFACT ACCOUNT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"if this were batch structure it would look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 like X, and here is whether it does"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which is the sentence that distinguishes an</a:t>
            </a:r>
          </a:p>
          <a:p>
            <a:pPr algn="l">
              <a:lnSpc>
                <a:spcPct val="105000"/>
              </a:lnSpc>
            </a:pPr>
            <a:r>
              <a:rPr sz="824" b="0" i="0">
                <a:solidFill>
                  <a:srgbClr val="E4E8EF"/>
                </a:solidFill>
                <a:latin typeface="Consolas"/>
              </a:rPr>
              <a:t>      analysis from a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artefact account is what distinguishes an analysis from a result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say what the finding would look like if it were not real.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semester and the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this course sits.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SEMESTER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courses, one shape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031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Course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670048" y="1901952"/>
            <a:ext cx="34747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9568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external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4476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5449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it costs you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640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377440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9776" y="2414016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Physics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4476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One measurement, and interference is the only resource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1031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628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2852928"/>
            <a:ext cx="34747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79776" y="2889504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Biology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449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Noisy data, and no ground truth to check against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18836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CSCE 717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3328416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9776" y="3364992"/>
            <a:ext cx="32552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Strategic agents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4476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Inputs chosen to benefit whoever sent them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this course leaves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 derive and implement the core algorithms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alignment, Viterbi, folding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recognise that they are three variations on one recurrence.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know where the scores come from and what a null model is for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03)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habit that transfers furthest beyond this subject.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you know the inference failures that actually sink findings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multiple testing, batch, confounding, and irreproducible pipelines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part a pure algorithms course omits.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closing rule is the program's: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state what you measured, state what you assumed, and never claim more than you established.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Here it is the five-part methods section and the artefact account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'we found a gene' is a claim about a pipeline.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628 · Computational Biology  —  Module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result is a statistical statement about a model applied to a particular cohort's measurements — five things, and a typical abstract names none.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'The gene for X' asserts causality, specificity, and mechanism, and an association study establishes none of them.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negative control tests the whole chain including the parts you did not think about.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pipeline that finds two hundred significant genes in permuted labels has told you something no reasoning would have.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artefact account — what the finding would look like if it were not real — distinguishes an analysis from a result.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All three Semester 12 courses take their model from outside computer science, and the rules are not negotiable.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628 · Computational Biology  —  Module 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