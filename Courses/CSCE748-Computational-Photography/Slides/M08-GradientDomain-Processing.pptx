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derivation matters: it shows the method is a least-squares fit rather than an arbitrary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Recognising it as a Laplacian system connects it to the pressure solve in CSCE 649 Module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changing only v gives a different application is the elegant part and is worth demonstrating.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'seamless and obviously wrong' failure is worth showing. The method fixes seams, not plausibility.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Gradient-Domain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Editing derivatives instead of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humans perceive gradients rather than absolute values.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Poisson equation from a least-squares gradient fit.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seamless cloning.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gradient-domain methods beyond compositing.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Solve the resulting linear system efficiently.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gradients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visual system does not measure absolute brightness.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Vision responds to local differences, not absolute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PERCEPTUAL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Retinal cells are differencing operators.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centre-surround receptive field computes a local contrast, not an intensity.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simultaneous contrast illusions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identical grey patches look different against different surrounds.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you can read a page in sunlight and in a dim room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despite a thousandfold difference in absolute luminance.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if you preserve the gradients, the result looks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even if every absolute value has changed. This is the entire premise of the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seam is a gradient discontinuity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Pasting a region creates a visible boundary because the values jump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the edge — a large gradient where the scene has none.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instead you copy the source's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gradients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force the boundary values to match the destination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 discontinuity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interior absolute values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pasted region takes on the destination's colour and brightness.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exactly what you want.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face pasted from a sunlit photograph into a shaded one should become shaded.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Poisson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it comes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least squares to Poisson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∫∫ ‖∇f − v‖² over the region 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Find the function f whose gradient best matches a guide field v, in a least-squares sense.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subject to  f = f* on ∂Ω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 the boundary values fixed to the destination image. These constraints are what make the solution unique.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⟹  ∇²f = ∇·v     (the Poisson equation)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Euler-Lagrange condition. A linear PDE, discretised into a sparse linear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variational problem whose solution is a standard PDE. Discretised, it is one equation per pixel.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linear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For each INTERIOR pixel p in the region: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|N(p)| · f(p)  -  SUM over neighbours q in interior: f(q)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=  SUM over ALL neighbours q: v(p,q)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+ SUM over BOUNDARY neighbours q: f*(q)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     ^ known destination values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where v(p,q) = g(p) - g(q)   from the SOURCE image's gradients.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This is A x = b with: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A  sparse, symmetric, positive definite (a Laplacian matrix)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x  the unknown interior pixel values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b  the divergence of the guide field, plus boundary terms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One system per colour channel. Solve with conjugate gradient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or a multigrid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Five non-zeros per row. The matrix is the graph Laplacian of the pixel grid, which is why the solvers are so well developed.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system as the fluid pressure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CONNECTION WORTH NOTICING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649 Module 11 solved ∇²p = ∇·u* to project a velocity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module solves ∇²f = ∇·v to integrate a gradient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Same matrix, same solvers, same scaling behaviour.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Sparse, symmetric, positive definite; conjugate gradient with a preconditioner, or multigrid for speed.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Poisson problems recur throughout computational science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recognising one saves you from reinventing its solution. Multigrid is the asymptotically optimal answer in both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More than compositing.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GUIDE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v and get a different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Guide field v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Source gradients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Seamless cloning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 of source and destination gradients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Mixed cloning — preserves destination texture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Source gradients, attenuated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Softened insertion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Object removal — smooth interpolation inward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Destination gradients with colour changed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recolouring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Attenuated large gradients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Tone mapping (Module 04)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Mixed gradients preserve what is underneath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USEFUL 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Plain seamless cloning replaces the destination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within the region — including any texture that was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Mixed cloning takes, at each pixel, whichever gradient is larger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source's or the destination's.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strong destination texture survives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source's content is laid over it rather than replacing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you paste writing onto a brick wall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have the brick texture show through. It is a one-line change and it looks like magic.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it fails, and how to solve it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gradient-domain compositing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Very different colours.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Forcing the boundary to match can shift the interior drastically — a dark object pasted into a bright scene washes 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Strong structure crossing the boundary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does not continue — the solution smears to reconcile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Large regions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influence of the boundary decays, so the interior can drift.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Mismatched texture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no amount of boundary matching fixes. The composite is seamless and obviously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is not fast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global solve per 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Solving it fast enough to be interactive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Direct sparse Cholesky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works for modest regions and can be factored once if the region does not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Conjugate gradient with a preconditioner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standard choice — the matrix is symmetric positive definite (Module 02 of CSCE 608's CG discussion applies).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Multigrid is asymptotically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O(n) rather than O(n^1.5), and it is what makes megapixel edits interactive.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approximate: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mean-value coordinates give a closed-form result that is visually close for a fraction of the cost, and is what several interactive tools actually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Vision responds to local differences rather than absolute levels, so preserving gradients preserves appearance even when every value changes.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visible seam is a gradient discontinuity; copying gradients and fixing the boundary to the destination removes it by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Minimising the squared difference between the result's gradient and a guide field, with Dirichlet boundary conditions, gives the Poisson equation.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Discretised it is a sparse symmetric positive definite system — the same matrix as the fluid pressure solve in CSCE 649.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Changing the guide field changes the application: source gradients clone, zero removes objects, attenuated large gradients tone map.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Mixed gradients take whichever is larger, so destination texture survives — which is how writing is pasted onto a brick wall.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