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halo problem is the defining difficulty of local operators and the reason edge-aware filters matter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log-average luminance is the standard way to set exposure automatically and is worth knowing.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'compress base, keep detail' structure recurs in nearly every local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accurate-versus-preferred distinction is well established and worth stating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Tone Mapping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Showing a million to one on a display that does two hundred.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tone mapping is underdetermined.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global tone mapping operator.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local operator and explain halos.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gradient-domain tone mapping.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tone mapping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There is no correct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Tone mapping is underdetermined and therefore a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must map 20 stops onto 8.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Information will be lost; the only question is which.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no objectively correct mapping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goal is not fidelity to the radiance — the display cannot produce it — but fidelity to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impression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perceptual and aesthetic criterion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numerical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tone mapping operators are proposals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evaluated by how images look, and the literature is correspondingly unsettled. This is the same honest position as CSCE 647's tone mapping section, reached from the capture 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Global and local 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Global (tone curve)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One function applied to every pixel.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Same input value → same output value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everywhere.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No halos, no artefacts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and fast.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Cannot preserve local contrast in both highlights and shadows.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Reinhard global, gamma, filmic curves.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Local (spatially varying)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mapping depends on the neighbourhood.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Dark regions brightened, bright regions compressed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independently.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Preserves local contrast everywhere.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250" b="1" i="0">
                <a:solidFill>
                  <a:srgbClr val="798290"/>
                </a:solidFill>
                <a:latin typeface="Calibri"/>
              </a:rPr>
              <a:t>Halos</a:t>
            </a:r>
            <a:r>
              <a:rPr sz="1250" b="0" i="0">
                <a:solidFill>
                  <a:srgbClr val="798290"/>
                </a:solidFill>
                <a:latin typeface="Calibri"/>
              </a:rPr>
              <a:t> at strong edges, and it can look unnatural.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Durand–Dorsey, Fattal, exposure fusion.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Global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Simple, safe, and limited.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REINHARD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global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L_scaled = (a / L̄) ·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Scale by a key value a divided by the log-average luminance, which sets the overall exposure.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L_display = L_scaled / (1 + L_scaled)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compressive curve. Maps [0,∞) to [0,1), so nothing ever clips.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with white point:  L(1 + L/L_white²) / (1 + 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Allows very bright values to burn out deliberately, which often looks better than compressing everything.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lines, no parameters to speak of, and it never fails. Which is why it remains a reasonable default.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Operate on luminance, not on colour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MISTAKE THAT DESATURATES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Applying a compressive curve to R, G, and B independently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compresses the differences between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saturated colours desaturate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they brighten, and bright regions drift toward white.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Instead: compute luminance, tone map it, and scale the colour channels by the ratio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output to input luminance.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apply a saturation correction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power on the chroma — because compressing luminance reduces perceived colourfulness even when the ratios are preserved.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Local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More contrast, and the halo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Halos are what happens when the base layer crosses an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CHARACTERISTIC ARTEFACT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Local operators split the image into a base layer (large-scale) and a detail layer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compress the base, and recombine.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base layer is a Gaussian blur, it smears across strong 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near a bright/dark boundary the base is wrong on both sides.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result is a bright halo on the dark side and a dark halo on the bright side.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fix is an edge-aware base layer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 — bilateral or guided filtering.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main reason the bilateral filter was invented for graphics.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DURAND-DORSEY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Bilateral tone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1. L = luminance of the HDR image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2. log_L = log(L)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3. base   = bilateral_filter(log_L)      &lt;-- EDGE-AWARE, not Gaussian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detail = log_L - base                     so no halos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4. base_compressed = (base - max(base)) * compression_factor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             ^ compress ONLY the base; detail is untouched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5. log_out = base_compressed + detail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L_out   = exp(log_out)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6. restore colour:  RGB_out = (RGB_in / L) * L_out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        then a saturation power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Local contrast (the detail layer) is fully preserved.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Only the large-scale range is compressed. That is the whole idea.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Compress the base, keep the detail. The bilateral filter is what makes the decomposition respect edges.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Gradient domain: compress the gradients instead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DIFFERENT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Fattal's insight: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problem is large gradients, because those are what exceed the display's range.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attenuate large gradients and leave small ones alone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compressing the big transitions while preserving texture.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integrate the modified gradient field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back into an image, by solving a Poisson equation (Module 08).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handles enormous ranges gracefully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the same machinery as seamless cloning — which is why Module 08 follows this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Judging something with no ground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evaluate tone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There is no ground truth image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display cannot show the radiance map, so there is nothing to compare against.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comparisons are perceptual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means showing images side by side under controlled conditions and asking people.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Report the operator and its parameters.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comparison between two renderers with different tone mapping is a comparison of tone mapping.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Show what was lost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clipped regions, the compressed ranges — rather than only the pleasing result.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distinguish 'accurate' from 'preferred'.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They are measurably different and people usually prefer the less accurate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HDR displays change the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THIS IS GOING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display capable of 1000+ nits and deep blacks needs far less compression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perhaps 12 stops rather than 8.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tone mapping becomes a smaller intervention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content can be closer to the measurement.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does not disappear.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Scenes still exceed any display, and the mapping must now target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display capabilities.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HDR standards carry metadata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describing the content's range, letting each display decide — moving the decision to the last possible moment, exactly as CSCE 647 Module 13 recommended.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Tone mapping is underdetermined: 20 stops must become 8, information is lost, and which to lose is a perceptual choice rather than a computation.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Global operators apply one curve everywhere — no artefacts, and they cannot preserve local contrast in both highlights and shadows.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Apply the curve to luminance and scale the colour channels by the ratio; per-channel compression desaturates as it brightens.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Local operators split base from detail and compress only the base; a Gaussian base layer smears across edges and produces halos.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 edge-aware base layer fixes halos, which is largely why the bilateral filter entered graphics.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Gradient-domain tone mapping attenuates large gradients and integrates by solving a Poisson equation — the same machinery as seamless cloning.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