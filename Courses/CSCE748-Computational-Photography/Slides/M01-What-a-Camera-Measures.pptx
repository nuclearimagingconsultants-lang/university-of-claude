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measurement/interpretation boundary is the spine of the whole course. Place it carefully.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ISO misconception is near-universal and worth correcting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irreversibility of the JPEG decisions is the practical argument for shooting raw.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shot noise is a property of light rather than of the sensor surprises people and explains a 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748 — Computational Photography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What a Camera Measures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measurement, and everything that is not in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748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Describe image formation from scene radiance to stored value.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exposure triangle in terms of what each control does to the measurement.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a raw file contains and what it does not.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noise sources and why they behave as they do.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linearity matters and where it is lost.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From the scene to a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Scene radiance to stored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scene radiance  L(x, y, lambda)          [W / m^2 / sr]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|  lens: aperture, focal length, vignetting, aberration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v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image irradiance  E(x, y, lambda)        [W / m^2]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|  shutter: integrate over exposure time t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v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photon count per sensor well             [electrons]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|  colour filter array: one channel per pixel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|  quantum efficiency, full well capacity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v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analogue voltage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|  analogue gain (ISO)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v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ADC  --&gt;  RAW INTEGER                    [12-14 bits, LINEAR]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|  demosaic, white balance, colour matrix, tone curve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v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display image                            [8 bits, NON-LINEAR]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*** The raw integer is proportional to photon count. ***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*** Everything after the ADC is interpretation. ***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raw value is a measurement. Everything below the ADC line is a series of choices, and this course is about those choices.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control actually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Changes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Side effect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Aperture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Light gathered per unit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Depth of field; diffraction when small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Shutter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Integration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Motion blur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ISO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Gain, not light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Amplifies signal AND noise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Only two controls change how many photons you collect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Aperture and shutter time determine the photon count.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ISO does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Photon count determines the noise floor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3), so image quality is set by those two alone.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ISO is a decision about where to put the measurement in the ADC's range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useful, and not a way to get more signal.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why 'expose to the right' works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collect as many photons as the highlights permit, because you cannot add them afterwards.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raw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is in it, and what is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Raw and JPEG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Raw contains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Linear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sensor values, 12–14 bits.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One colour per pixel (the CFA pattern).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No white balance applied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only recorded as metadata.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Black level, saturation point, colour matrix.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The measurement.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JPEG contains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Non-linear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, 8 bits, gamma encoded.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Three colours per pixel, demosaiced.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White balance baked in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, irreversibly.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Tone curve, sharpening, noise reduction applied.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An interpretation.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Linearity is the property that makes everything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IT MATTERS SO MUCH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raw value of 2000 corresponds to twice the light of 1000.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Exactly.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you can add, average, and scale radiance meaningfully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what HDR merging (Module 03), burst averaging (Module 10), and every physically-based operation require.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gamma-encoded JPEG value does not have this property.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Averaging two gamma-encoded pixels gives the wrong answer, and the error is not small.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do all processing in linear space and encode at the very end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exactly the rule CSCE 647 Module 13 arrived at from the rendering side.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Noise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it comes from and how it scales.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sources, and which dominates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shot noise:  σ = √N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Photon arrival is Poisson. The noise is the square root of the count — a property of light, not of the sensor.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SNR = N / √N = √N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So signal-to-noise improves as the square root of photon count. Four times the light, twice the SNR.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read noise: constant;  dark current: ∝ time, temperature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Sensor-dependent, and dominant only in very dim conditions or long exposures.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Shot noise dominates in normal conditions and cannot be engineered away — it is in the light itself.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Shot noise is why low light is hard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FUNDAMENTAL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Photons arrive as a Poisson process.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Count N on average, and the standard deviation is √N.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 bright light N is large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10,000 photons gives an SNR of 100, and the noise is invisible.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 dim light N is small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100 photons gives an SNR of 10, and the noise is the image.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 sensor improvement fixes this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noise is in the light.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only remedy is collecting more photons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larger aperture, a longer exposure, or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more frames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Module 10's entire premise.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follows for the rest of the course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Averaging n frames improves SNR by √n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because the signal adds and the noise adds in quadrature. Module 10.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Denoising is estimation under a known noise model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not guesswork. Knowing the noise is Poisson-Gaussian is what makes it tractable.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Noise is signal-dependent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so it is stronger in the highlights and more visible in the shadows.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Which means denoising must be applied in linear space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before the tone curve changes the relationship.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Applying denoising after gamma encoding is a common mistake and produces visibly worse results.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raw value is proportional to photon count. Everything after the ADC — demosaic, white balance, tone curve — is interpretation.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Aperture and shutter change how many photons you collect; ISO is gain and amplifies signal and noise alike.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Raw is linear, single-channel-per-pixel, and keeps white balance as metadata; JPEG is encoded, demosaiced, and has every decision baked in.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Linearity is what makes averaging and merging meaningful, which is why all processing happens in linear space and encoding happens last.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Shot noise is √N because photon arrival is Poisson — it is a property of light, not of the sensor, and cannot be engineered away.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SNR improves as √N, so averaging n frames gains √n — which is the entire premise of burst photography.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