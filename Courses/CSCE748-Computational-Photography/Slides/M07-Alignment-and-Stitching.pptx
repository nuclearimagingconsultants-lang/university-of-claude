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two-conditions rule for homographies is the thing people forget, and it explains most stitching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ratio test is one line and removes most bad matches. Worth emphasising.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ORB is the practical default now: fast, free, and adequate for most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Multi-band blending is why the Laplacian pyramid's invertibility matters, and it is the practical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Alignment and Stitching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Putting several photographs into one coordinate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when a homography is the correct motion model.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feature detection, description, and matching.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RANSAC and explain why robust estimation is necessary.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bundle adjustment.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seamless blending.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transform relates two images?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Transforms, from simple to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1188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164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137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Preserves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5060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 when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2377440"/>
            <a:ext cx="1188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2414016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4164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137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060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shifts; burst alignment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Euclidean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2928" y="2852928"/>
            <a:ext cx="1188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2656" y="2889504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Lengths, angles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Rotation about the optical axis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Similarity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328416"/>
            <a:ext cx="1188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364992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4164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5137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Angles, ratios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5060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Plus scale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Affine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52928" y="3803904"/>
            <a:ext cx="1188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62656" y="3840480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4164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5137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Parallelism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5060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033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Weak perspective; distant planes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Homography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52928" y="4279392"/>
            <a:ext cx="1188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62656" y="4315968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4164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5137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Straight lines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060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033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Pure rotation, OR a planar scene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Panoramas require rotation about the optical centre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YOUR PANORAMA HAS SEAMS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homography can relate two views only if there is no parallax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means either the camera rotated about its optical centre, or the scene is planar.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Translate the camera and nearby objects shift relative to distant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 single transform aligns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handheld panoramas fail on close subjects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foreground and background cannot both be aligned.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why panoramic tripod heads rotate about the nodal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the tripod screw. The distinction is a few centimetres and it is the difference between working and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Correspondence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Finding the same point in two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Detect, describe, 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Detect: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find repeatable, distinctive points. Corners, not edges — an edge is ambiguous along its length (the aperture problem).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Describe: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summarise the neighbourhood in a way that is invariant to what you expect to change — rotation, scale, illumination.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Match: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compare descriptors between images and keep the plausible pairs.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ratio test: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accept a match only if the best is substantially better than the second best.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Lowe's single most useful practical contribution.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DETECTORS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Feature detectors and descriptors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Harris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Corner response from the structure tensor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 scale invariant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Scale and rotation invariant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standard; patent expired 2020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SURF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Faster SIFT approximation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Box filters and integral images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 + BRIEF, binary descriptor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fast; free; good enough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Learned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Trained detectors and descriptors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Better on hard cases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matches are wrong, which is why RANSAC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ROBUST ESTIMATION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Even after the ratio test, a substantial fraction of matches are incorrect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repeated texture, moving objects, and plain ambiguity.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Least squares cannot tolerate this.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single gross outlier pulls the fit arbitrarily far, because the squared error grows without bound.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RANSAC: sample a minimal set, fit, count inliers, repeat.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Keep the hypothesis with the most support, then refit using all its inliers.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Four point correspondences determine a homography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minimal sample is small and the probability of an all-inlier sample is workable.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Global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Many images, one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Pairwise alignment drifts; bundle adjustment fixes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 GLOBAL SOLVE IS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Chaining pairwise homographies accumulates error.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Align 1 to 2, 2 to 3, and so on, and by image ten the error is visible.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360° panorama does not close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last image does not meet the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Bundle adjustment solves for all camera parameters simultaneously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minimising reprojection error over every correspondence at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 large sparse non-linear least squares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the same machinery that underlies structure from motion and SLAM (CSCE 650 Module 05).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BLENDING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the seam invisible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Exposure differs between frames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vignetting, auto exposure, changing light. A hard seam is always 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Feathering: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linearly blend across the overlap. Simple, and it ghosts if alignment is imperfect.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Multi-band (Laplacian pyramid) blending: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blend low frequencies over a wide band and high frequencies over a narrow one.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standard answer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Graph cut seam finding: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put the seam where the images already agree, rather than blending across a disagreement.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Gradient-domain blending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08) — the most powerful.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the seam, then blend across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COMBINATION THAT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Blending hides small differences; it cannot hide a person who moved.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Graph cut finds a seam through regions where the images already agree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routing around the moving object rather than averaging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multi-band blending across that seam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removes the residual exposure difference.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Seam selection plus blending is what production stitchers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either alone is noticeably worse.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homography is exact only for a camera rotating about its optical centre or for a planar scene — anything else has parallax.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Handheld panoramas fail on close subjects because foreground and background cannot both be aligned by one transform.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Detect corners rather than edges, describe invariantly to what will change, and apply Lowe's ratio test — one line that removes most bad matches.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Most matches are still wrong, and least squares cannot tolerate outliers, so RANSAC samples minimal sets and counts inliers.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Chained pairwise alignment drifts and 360° panoramas do not close; bundle adjustment solves all cameras simultaneously.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Choose the seam with a graph cut where the images already agree, then multi-band blend across it. Either alone is worse.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