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it as forced by constraints explains why every manufacturer converged on the same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HDR+'s actual alignment and it is simpler than most students expect.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structural point: burst processing happens BEFORE demosaicing, on linear raw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'slightly too clean' artefact is the signature of modern phone photography and is worth learning to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748 — Computational Photography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Burst Photography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your phone actually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748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bursts beat single exposures.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robust alignment for a burst.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merging that rejects misaligned content.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complete modern phone pipeline.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super-resolution from a handheld burst.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bursts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Trading time for light, without blur.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More frames is more photons without more blur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CORE ARGUMENT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long exposure collects more photons and blurs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from hand shake and from subject motion.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Many short exposures collect the same photons with no blur in any single frame.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Averaging n aligned frames improves SNR by √n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01) — the signal adds linearly, the noise in quadrature.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16 short frames are equivalent to one 16× exposure, sharp.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cost is alignment, and alignment is computation — which is cheap and getting cheaper, unlike sensor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WHY IT WON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constraints that made bursts inevitable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Constraint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901952"/>
            <a:ext cx="7406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9568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Consequence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Phone sensors are small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2377440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4140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Few photons; shot-noise limited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Apertures are fixed and small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852928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2889504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way to gather more light optically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Phones are handheld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3328416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3364992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Long exposures blur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Computation is abundant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3803904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3840480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And improves faster than optics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Users expect one button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8" y="4279392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34256" y="4315968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pipeline must be automatic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Making the frames line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Burst alignment is easier than panorama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A SIMPLER METHOD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frames are nearly identical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same exposure, same scene, milliseconds apart.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Displacement is small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hand tremor, a few pixels.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feature detection and RANSAC (Module 07) are unnecessary.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Hierarchical block matching suffices.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Align tiles rather than the whole frame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different parts of the scene may move differently — which handles subject motion as well as camera motion.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Hierarchical tile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831335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557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Build a Gaussian pyramid of the reference and each alternate frame.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For each level, coarse to fine: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for each tile in the alternate frame: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search a small window around the previous level's estimate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minimise L1 or L2 distance to the reference tile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upsample the displacement to the next level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Result: a per-tile displacement field, not a single global transform.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WHY TILES: the camera rotates (global) AND things in the scene move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(local). A single homography handles only the first.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WHY COARSE-TO-FINE (Module 02): the search window stays small at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every level, so a large displacement costs little.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978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per-tile displacement field rather than a global transform, because local motion is the normal case.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Merging must reject what does not match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ROBUSTNESS 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Alignment will fail somewhere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occlusion, a moving subject, a region with no texture to match.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Averaging a misaligned tile produces ghosting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worse than the noise it was meant to remove.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merge with a robustness test: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compare each aligned frame against the reference, and down-weight where they disagree beyond what noise explains.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HDR+ does this in the frequency domain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Wiener-like shrinkage per frequency band, which handles partial misalignment more gracefully than a per-pixel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End to end, as shipped.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HDR+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modern phone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1. CAPTURE a burst of 10-15 RAW frames, all UNDEREXPOSED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-&gt; highlights never clip; every frame is short so none blur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2. SELECT a reference frame (sharpest, usually near the middle)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3. ALIGN all others to it, per tile, hierarchically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4. MERGE with robustness -- reject tiles that disagree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5. Now a clean, LINEAR, high-bit-depth image. Then: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black level, white balance, DEMOSAIC (Module 05)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chroma denoise, local tone map (Module 04)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sharpen, colour correct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ENCODE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The user pressed one button. Roughly a second of computation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happened. The output is a photograph no single exposure could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have produced.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Steps 1 to 4 are the computational part; step 5 is the classical pipeline from Module 05 applied to a far better input.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Merge before demosaicing, in linear 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ORDERING THAT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Merging must happen on linear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01), or the averaging is wrong.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before demosaicing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demosaicing is an interpolation that invents data — averaging invented data is less useful than averaging measurements.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Merging raw also means the merged result has more bits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than any input frame, which the subsequent tone mapping can use.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burst machinery sits between the sensor and the classical pipeline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after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Super-resolution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Hand tremor as a feature.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Hand shake samples between the pixels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SURPRISING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Natural hand tremor moves the sensor by sub-pixel amounts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between frames.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each frame samples the scene at slightly different positions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Bayer pattern means different colours land on different scene points.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Combining them on a finer grid recovers detail beyond one frame's sampling limit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demosaicing becomes unnecessary — every colour is measured somewhere.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Hand tremor, normally a defect, is the mechanism.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Google's super-res zoom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adds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motion when the phone is on a tripod, because without tremor it does not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burst processing cannot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It cannot recover clipped highlights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why the frames are underexposed in the first place.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It cannot handle fast subject motion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 A moving person is taken from one frame, with that frame's noise.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It struggles in near-darkness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where even the sum of fifteen frames is photon-starved.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the characteristic artefacts are visible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once you know them: oversharpening, unnaturally even noise, and detail that is slightly too clean.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is the lead-in to Modules 12 and 13.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Many short exposures collect the same photons as one long one without blur, and averaging n aligned frames improves SNR by √n.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Every phone constraint — small sensor, fixed aperture, handheld, abundant computation — points toward capturing many frames and computing.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Burst alignment is easier than panorama alignment: hierarchical tile matching suffices, and per-tile displacement handles subject motion.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Merging must reject tiles that disagree beyond what noise explains, or misalignment produces ghosting worse than the noise removed.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Merge before demosaicing and in linear space — averaging interpolated data is less useful than averaging measurements.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Hand tremor samples between pixels, so combining frames on a finer grid gives super-resolution and removes the need to demosaic.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