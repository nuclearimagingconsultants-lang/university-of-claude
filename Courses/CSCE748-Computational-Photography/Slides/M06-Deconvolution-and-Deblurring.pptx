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up the forward model cleanly makes the inverse problem's difficulty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frequency-by-frequency behaviour is the intuition: trust the measurement where it is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sparse-gradient prior is the one with genuine empirical support and it transformed the field around 2006.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IMU point is the practical one: measurement beats inference when it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the same idea: engineer the PSF so its spectrum has no zeros, because zeros are unrecoverable.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Deconvolution and Deblurring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Undoing a blur, and why it is mostly impossible.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Model blur as convolution with a point spread function.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naive inverse filtering fails.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Wiener and Richardson–Lucy deconvolution.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blind deconvolution and why it is ill-posed.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coded apertures and flutter shutters.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Blur as convolution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forward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blur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 = k * s +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Blurred image = kernel convolved with sharp image, plus noise. The kernel is the point spread function.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 = K · S +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 the frequency domain, convolution becomes multiplication — which is why deconvolution is attempted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 = (B − N) / K     ← the naive inverse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Divide by the kernel's spectrum. And this is catastrophic, for the reason on the next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forward model is simple and exact. The inverse is where the difficulty 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Naive inverse filtering amplifies noise without bound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YOU CANNOT JUST DIVIDE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blur is a low-pass filter, so K is near zero at high frequencies.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Dividing by a near-zero number amplifies whatever is there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what is there, at those frequencies, is almost entirely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'recovered' image is dominated by amplified noise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usually by a wide margin, and looks far worse than the blurred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where K is exactly zero, the information is genuinely gone.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algorithm recovers it, because nothing was recorded. This is the fundamental limit.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Regularised deconvolution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Trading sharpness against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WIENER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Wiener deconvolution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 = B · K* / ( |K|² + 1/SNR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Divide by K, but add a term that prevents the division blowing up where K is small.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where SNR is large:  →  1/K    (full inversion)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Where the signal is strong, invert normally.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where SNR is small:  →  K* · SNR  (suppress)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Where the noise dominates, suppress rather than amplify.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optimal linear filter under a Gaussian noise assumption. One parameter, and it is the noise level.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Richardson–Lucy: iterate toward the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NON-LINEAR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iterative maximum-likelihood method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assuming Poisson noise — which is the correct model for photon counting (Module 01).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iteration compares the current estimate's blur against the observation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corrects multiplicatively.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preserves non-negativity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physically correct and which Wiener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amplifies noise as iterations increase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you must stop early.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stopping point is a tuning parameter disguised as a convergence criterion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worth being honest about.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Regularisation by image priors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Tikhonov (L2)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image is smooth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Blurs edges — wrong prior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Total variation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Piecewise constant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Preserves edges; flattens texture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Sparse gradients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Natural images have few strong edges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Matches real statistics well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Learned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Whatever the training data showed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 results; invents detail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Blind deconvolution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you do not know the blur either.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Blind deconvolution is severely ill-posed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observe b and must recover both k and 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are far more unknowns than measurements.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is a trivial wrong answer: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 = delta function, s = b. Sharp kernel, blurred image, perfect agreement with the observation.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problem is entirely driven by the priors.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What makes a plausible image, and what makes a plausible blur kernel?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Fergus et al. 2006 was the breakthrough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use the heavy-tailed gradient statistics of natural images as the prior, and the delta solution becomes unlikely.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blind deblurring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Natural image priors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sparse gradients, as above. The core idea.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Kernel priors: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motion blur kernels are sparse, connected, and non-negative. A camera shake path is a curve, not a cloud.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Coarse-to-fine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02): estimate a small kernel at low resolution, refine.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Edge prediction: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guess where the strong edges should be, and use them to constrain the kernel.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 measure the blur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 IMU records the camera shake directly, which is far easier than inferring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Coded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Change the capture so the inverse is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CODED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ways to make deconvolution tractable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Coded aperture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Put a patterned mask in the aperture.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defocus PSF becomes broadband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no zeros in its spectrum.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So deconvolution is well-conditioned.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And the PSF's scale reveals depth.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Cost: light is blocked by the mask.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Flutter shutter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Open and close the shutter in a coded sequence during exposure.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The motion blur PSF becomes broadband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instead of a box.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box kernel has zeros; a coded one does not.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Motion blur becomes invertible.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Cost: half the light, and you must know the motion.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deep idea: design the measurement, not just the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COMPUTATIONAL PHOTOGRAPHY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conventional camera is designed to form an image directly.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image is blurred, you are stuck with an ill-posed inverse.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coded camera is designed so that the inverse is easy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accepting a worse raw image in exchange for a better recoverable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central move of the whole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co-design the optics and the computation rather than treating the camera as fixed.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Light field cameras (Module 09) are the same 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is burst photography (Module 10) — capture something that is not a photograph, and compute the photograph from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Blur is convolution with a point spread function, so deconvolution is division in the frequency domain — and that division is catastrophic.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blur is low-pass, so its spectrum is near zero at high frequencies; dividing amplifies the noise that lives there.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Where the spectrum is exactly zero the information is genuinely gone, and no algorithm recovers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Wiener deconvolution adds a noise term so the division suppresses rather than amplifies where the signal is weak.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Richardson–Lucy assumes Poisson noise and preserves non-negativity, and must be stopped early — which is a tuning parameter disguised as convergence.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Coded apertures and flutter shutters engineer the PSF to have no spectral zeros: design the measurement so the inverse is easy.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