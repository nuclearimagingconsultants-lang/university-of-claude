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every method fails at boundaries is the unifying point and leads into 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the unknowns makes the need for priors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matting Laplacian is a nice third appearance of the same linear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Depth, Matting, and Synthetic Defocus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Separating a scene into layers.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 methods of obtaining depth from a camera.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matting equation and why it is underdetermined.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matting method.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physically motivated synthetic defocus.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failure modes and their causes.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Getting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approaches, with different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Sources of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Fails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Stereo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cameras; disparity gives 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Textureless regions; occlusion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Dual-pixel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photodiodes give a tiny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baseline → near field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 from defocus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Blur size indicates distance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Needs texture; ambiguous in 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Active (ToF, structured light)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Project and measure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Sunlight; range; power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monocular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network predicts depth from one image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is inference, not measurement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Dual-pixel depth is why portrait mode works on one lens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NEAT PIECE OF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photosite is split into two halves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originally for phase-detect autofocus.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two halves see slightly different parts of the aperture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stereo pair with a baseline of millimetres.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single lens yields a disparity map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free, with no extra hardware.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baseline is tiny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depth resolution is poor beyond a metre or two — which is fine, because portrait mode only needs to separate a near subject from a far background.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Learned monocular depth is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single image does not determine depth.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small near object and a large far one project identically.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monocular depth network is using priors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learned regularities about object sizes, perspective, texture gradients, and typical scene layouts.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works well because those regularities are 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fails when a scene violates them — a photograph of a photograph, or an unusual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not a criticism.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Human monocular depth is also inference. The point is to be clear about which outputs are measurements and which are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boundary is not binary.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compositing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 = α F + (1 − α)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observed pixel is a blend of foreground and background, with opacity 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3 equations, 7 unknowns  (per pixel)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colour channels observed; α, F, and B unknown. Underdetermined by four.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problem is underdetermined per pixel, so every method is a different way of adding constraints.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hard mask is wrong at every interesting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MATTING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Hair, fur, motion blur, glass, and smoke are genuinely partially transparent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pixel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binary mask produces a hard cut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reads as a cut-out, which is the single most recognisable sign of a bad composite.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pixels at a boundary are real mixtures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pixel spanning a hair strand genuinely contains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α must be continuous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recovering it is the matting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Approaches to matting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Trimap-based: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user marks definite foreground, definite background, and unknown. The classical setting.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Bayesian matting: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model local F and B colour distributions and solve for the most probable α.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Closed-form matting: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assume F and B are locally linear in colour, which makes α the solution of a sparse linear system.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Elegant, and the system is a Laplacian again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Blue screen: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constrain B to a known colour. Underdetermination removed by construction, which is why film does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Learned: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best results now, and it infers.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Synthetic defocus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Faking a lens you do not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Blurring by depth is not what a lens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NAIVE DEFOCUS LOOKS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real lens integrates over its aperture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an out-of-focus background object is spread over a disc — and light from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behind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foreground object contributes to pixels beside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Blurring the image by a depth-dependent radius does the opposite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it smears the foreground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into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background.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symptom is a halo of foreground colour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around the subject — the classic bad portrait mode.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correct approach is scatter, not gather: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source pixel contributes to a disc of destination pixels, with depth ordering respected.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GETTING IT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convincing synthetic bokeh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Scatter, with depth ordering.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Nearer contributions occlude farther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realistic aperture shape.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Real bokeh is polygonal from the diaphragm blades, not Gaussian.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Operate in linear space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01), or bright highlights do not bloom into the characteristic bright discs.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Blur radius proportional to |1/d − 1/d_focus|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actual thin-lens relation — not proportional to depth.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handle the matte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subject boundary needs α, not a hard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linear-space point is what produces the bright out-of-focus highlights people associate with fast lenses.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failures are all at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TO LOOK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Hair and fur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matting is hardest exactly where detail is finest.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Glasses and transparency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depth is ambiguous and the matte is partial.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Objects at the same depth as the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blurred or kept inconsistently.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Thin structures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railing behind a subject gets sliced.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giveaway is a uniformly blurred background with a sharply cut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no lens produces.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Stereo, dual-pixel, defocus, active sensing, and learned monocular each give depth, and all fail at hair, edges, and transparency.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Dual-pixel sensors give a millimetre-baseline stereo pair for free, which is enough to separate a near subject from a far background.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Learned monocular depth is inference from priors, not measurement — which is fine, and worth being explicit about.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matting equation has three observations and seven unknowns per pixel, so every method adds constraints.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hard mask is wrong wherever pixels genuinely mix — hair, motion blur, glass — which is every interesting boundary.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Real defocus scatters light from background around foreground; blurring by depth smears foreground outward and produces the characteristic halo.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