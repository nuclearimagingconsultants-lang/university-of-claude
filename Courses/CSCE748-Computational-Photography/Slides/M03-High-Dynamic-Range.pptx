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display row is the one that matters for Module 04 — even a perfect capture must be compressed to show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trick of taking logs to linearise is the whole idea. Make sure that step is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bullet is the honest one — modern sensors often have enough range that bracketing is unnecessary.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being direct: bracketing is now mostly a teaching exercise and a landscape-photography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748 — Computational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High Dynamic Range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Measuring more range than one exposure can hold.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748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dynamic range and where a single exposure fails.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Recover a camera response curve from bracketed exposures.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Merge exposures into a radiance map with justified weights.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ghosting from moving subjects.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modern cameras avoid bracketing entirely.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range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Scenes are wider than sensors.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Dynamic range, in stops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real scene (sunlit room)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~20+ stops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Window to shadow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Human eye, fixed adaptation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~10–14 stops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More over time, by adapting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Camera sensor, one exposure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45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42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~10–14 stops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Good sensors; less at high ISO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8-bit display image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~8 stops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What you can actually show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Print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24528" y="4279392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34256" y="4315968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~6–7 stops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Less still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One exposure forces a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BRACKETING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Expose for the highlights and the shadows go black.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Expose for the shadows and the highlights clip to white.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Clipped highlights are unrecoverable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every pixel reads the same saturation value and the information is gone.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Crushed shadows are nearly as bad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what little signal there is sits below the read noise.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take several exposures and combine them.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Each one measures a different part of the range well, and together they cover the scene.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response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Undoing the camera's interpretation.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If you have raw, you may not need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IMPORTANT CAVEAT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Raw values are already linear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01), so merging is straightforward scaling and averaging.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response curve problem exists because of JPEGs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an unknown non-linear tone curve has been applied.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Debevec and Malik's method recovers that curve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from the exposures themselves, which was essential in 1997 and is optional now.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still worth understanding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same structure — recover an unknown transform from redundant measurements — recurs throughout computational photography.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DEBEVEC-MALIK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Recovering the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Z_ij = f( E_i · Δt_j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Pixel value Z at location i in exposure j is the response f applied to radiance times exposure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g(Z) = ln f⁻¹(Z) = ln E_i + ln Δt_j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Take logs and define g. Now it is linear in the unknowns: g at each of 256 levels, and ln E at each sample location.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minimise  Σ w(Z)[g(Z_ij) − ln E_i − ln Δt_j]²  +  λ Σ w(z) g″(z)²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Least squares, with a smoothness term on g and weights that down-weight unreliable extreme values.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 overdetermined linear system: many pixels, many exposures, 256 unknowns in g. Solved with SVD.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Weight by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DETAIL THAT MAKES MERGING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Pixels near 0 are dominated by read noise.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Pixels near saturation may be clipped. Neither is trustworthy.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Mid-range values are the reliable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enough signal, no clipping.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weight each contribution by a hat function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peaking in the middle and falling to zero at both ends.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Better weights use the noise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01): weight by inverse variance, which for shot noise means weighting brighter measurements more. This is the principled version.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Ghosting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happens when the scene moves.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Anything that moves appears several times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Merging assumes the exposures are of the same scene.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person who walks between frames appears as a semi-transparent repetition.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Leaves, water, traffic, and people are the usual culprits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almost every real scene has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Detection: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compare each exposure against a reference after scaling for exposure time; large disagreement means motion.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Resolution: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moving regions, take all the data from one exposure rather than blending — accepting more noise there in exchange for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Deghosting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Reference-based selection.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Pick a reference exposure; in disagreeing regions, use only data consistent with it. Simple and effective.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Median-based.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enough exposures, the median is robust to objects that appear in a minority of frames.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Optical flow alignment.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Warp the exposures into correspondence. Powerful and it fails on occlusion boundaries.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Patch-based synthesis.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Fill moving regions with consistent content from elsewhere.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Or shoot a single raw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avoid the problem, which is increasingly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cameras actually do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Bracketing has largely been replaced.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Modern HDR does not bracket exposures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THE FIELD MOVED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HDR+ and its successors capture a burst of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identically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underexposed raw frames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short, all dark.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Underexposing protects the highlights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unrecoverable failure. Nothing clips.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Averaging the burst recovers the shadows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SNR improves as √n (Module 01). The noise that made underexposure unusable is averaged away.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identical exposures align far better than bracketed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ghosting is much easier to handle.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why phone HDR works so well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Module 10 covers it in full.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Bracketing and burst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Exposure bracketing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Underexposed burst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Frames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3–9, very different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10–15, identical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Highlights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Need the short frame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Never clipped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From the long frame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From averaging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Alignment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 — frames look different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Easy — frames match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Long frame has blur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 frames short; no blur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Total 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Long — the long exposure dominates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754879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791455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sunlit scene spans 20+ stops; a sensor captures 10–14 and a display shows about 8. Something must be compressed.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Clipped highlights are unrecoverable because every pixel reads the same saturation value; crushed shadows sit below the read noise.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Debevec–Malik recovers an unknown response curve by taking logs to linearise, then solving an overdetermined least-squares system.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With raw you may not need it — raw is already linear, and the response curve problem is an artefact of merging JPEGs.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Weight contributions by reliability: mid-range values are trustworthy, and inverse-variance weighting from the noise model is the principled version.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Modern cameras capture a burst of identically underexposed raws instead of bracketing — highlights never clip and averaging recovers the shadows.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