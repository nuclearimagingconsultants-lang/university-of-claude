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spectrum framing is more useful than any attempt to draw a line, which always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C2PA is the one with institutional momentum and is worth knowing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checklist is probably the most transferable thing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line is the course's actual thesis and the thing worth retaining.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a Photograph Is 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Measurement, inference, and what you can 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Articulate where the boundary between photography and synthesis sits.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provenance approaches and their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computational imaging claims critically.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obligations that follow for a practitioner.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Situate this course's methods against those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It was never where people thought.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Photography was never a pure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HISTORICAL CORRECTION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Film had a response curve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 spectral sensitivity, and a development process with choices in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Dodging and burning are as old as the darkroom.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Ansel Adams's prints are heavily interpreted and nobody considers them fraudulent.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'the camera does not lie' was always false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question is one of degree rather than kind.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degree has changed enormously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difference of several orders of magnitude in degree is worth treating as a difference in kind.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From measurement to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6858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Exposure, white balance, tone curve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2377440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4140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Interpretation of a measurement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Demosaicing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2852928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889504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Interpolation — 2/3 invented, constrained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Burst merging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3328416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364992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Still measurement — more of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Denoising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3803904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840480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Estimation under a noise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Learned denoising, upscaling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4279392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315968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Inference from a prior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Generative fill, sky replacement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4754879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4791455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Synthesis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Attempts to record what happened.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Establishing what an image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C2PA / Content Credentials: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cryptographically signed metadata recording capture and every edit. The most serious current effort.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Signed capture: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camera signs the raw file at the moment of capture.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Forensic analysis: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detect manipulation from sensor noise patterns, compression artefacts, and lighting inconsistency.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Watermarking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generated content, which the generator must cooperate with.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each has real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Provenance establishes history, not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LIMIT WORTH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signed chain tells you what was done to an image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whether it depicts what it appears to.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photograph of a staged scene is unmanipulated and misleading.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Signing it changes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chain breaks easily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screenshot, a re-encode, a crop by a tool that does not participate.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Absence of credentials cannot mean fake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every legitimate photograph from a non-participating camera is condemned.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the signal much weaker than it first appears.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Evaluating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Reading computational imaging results critically.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ask of any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was measured, and what was inferred?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question this whole course keeps returning to.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is the ground truth, and how was it obtained?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comparison against another algorithm is not a comparison against reality.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metric, and on which axis of the tradeoff?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12.)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are the failure cases, and were any shown?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paper with no failure figure has not looked.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comparison equal-effort?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tuned new method against an untuned baseline is not a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These generalise well beyond this subject and are worth carrying.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obligations are modest and specific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FOLLOWS FOR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Say what you did.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image is a burst merge with a learned denoiser, say so — in a caption, a methods section, or metadata.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Distinguish the pleasing result from the measurement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keep both when the measurement matters.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 not present synthesis as evidence.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upscaled licence plate is not a reading of a licence plate.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know which you are doing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requires understanding the pipeline, which is what this course was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this leaves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course,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can now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Take a raw file and produce a displayable image through code you wrote, justifying every stage.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Merge exposures, align bursts, composite seamlessly, and estimate depth.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an underdetermined problem and identify the prior being used to resolve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a computational imaging claim critically and ask the right questions of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say, of any image you produce, which parts were measured and which were inferred.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connections across the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647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computed images from scenes; this course recovered scenes from images.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Radiance invariance and linear workflow appear in 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from opposite directions.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649's Poisson solve, Module 08's seamless cloning, and Module 11's matting Laplacian are the same linear system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arrived at three times.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650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put a person inside the result;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735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makes any of it fast enough.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discipline is the same throughout: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know what your method assumes, know where it fails, and say which is which.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Photography was never a pure measurement — film had a response curve and the darkroom had choices. The change is of degree, and the degree is enormous.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spectrum runs from interpretation through interpolation and estimation to inference and outright synthesis, with no sharp line.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Provenance systems like C2PA record an image's history; they do not establish that it depicts what it appears to.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Absence of credentials cannot imply fakery, which makes the signal much weaker than it first appears.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Ask of any result: what was measured, what was inferred, what is the ground truth, which metric, and which failures were shown.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obligation is modest: say what you did, keep the measurement when it matters, and never present synthesis as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