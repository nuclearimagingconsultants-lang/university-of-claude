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Separability is the single most important practical fact in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unsharp mask insight — sharpening amplifies rather than recovers — matters for Module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invertibility of the Laplacian pyramid is what makes it useful for blending in Module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it is still just a weighted average. The conceptual step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Joint bilateral is the one with the most surprising applications and is worth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Image Processing Foundations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operations everything else is built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convolution and explain separability.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frequency-domain view and when it helps.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and use Gaussian and Laplacian pyramids.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an edge-aware filter and explain why it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aliasing in images and how to avoid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operation underneath nearly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Convolution and its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(f * g)[x,y] = Σᵢ Σⱼ f[i,j] · g[x−i, y−j]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Slide a kernel over the image, multiply, and sum. The whole operation.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* g = g * f,   (f*g)*h = f*(g*h)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Commutative and associative — so successive blurs compose into one kernel.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separable:  g(x,y) = gₓ(x) · g_y(y)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2D Gaussian is the product of two 1D ones, so an n×n blur becomes two n-tap passes: O(n) instead of O(n²).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Separability is the difference between a 31×31 blur costing 961 multiplies per pixel and costing 62.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kernels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Uniform average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Cheap; ringing in frequency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Gaussian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Weighted average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Separable; no ringing; the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Sobel / Prewitt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First derivative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 magnitude and direction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Laplacian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Second derivative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Zero crossings are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Laplacian of Gaussian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Blur then second derivative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Scale-selective edges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Unsharp mask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image + k(image − blur)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Sharpening is adding back high frequencies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frequency view explains what filters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FOURIER 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Convolution in space is multiplication in frequency.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a filter is a frequency response — it attenuates some frequencies and passes others.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blur is a low-pass filter.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Laplacian is a high-pass. Sharpening boosts high frequencies.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box filter's frequency response oscillates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box blur produces artefacts that Gaussian blur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also makes large convolutions cheap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FFT, multiply, inverse FFT, at O(n log n) regardless of kernel size. Which is how Module 06's deconvolution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Pyramids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image at many scales.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PYRAMIDS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Gaussian and Laplacian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Gaussian pyramid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Repeatedly blur and downsample by 2.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Each level is a lower-frequency version.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Blur before downsampling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or you alias (Part 3).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Used for coarse-to-fine search, mipmaps, scale-space.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Laplacian pyramid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Each level is the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difference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between a Gaussian level and the upsampled next one.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 band-pass decomposition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each level holds one octave of detail.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Invertible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sum the levels to recover the original.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Used for blending, compression, detail manipulation.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Coarse-to-fine is the standard search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PYRAMIDS APPEAR EVERYWHERE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Searching for an alignment at full resolution is expensive and gets stuck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local optima.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Solve at the coarsest level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search space is tiny and the function is smooth.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refine at each finer level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using the previous answer as the starting point. Each refinement is a small local search.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how alignment (Module 07), optical flow, and stereo all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one of the most reusable ideas in the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Edge-aware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Smoothing without destroying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Gaussian blur does not know what an edge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Gaussian weights depend only on distance.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pixel ten pixels away contributes the same whether it is the same surface or a different object.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blurring to remove noise also removes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there is no setting that separates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bilateral filter adds a range term: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weight by distance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similarity in value.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pixels across an edge contribute little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filter smooths within regions while preserving boundaries. One extra factor in the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BILATERAL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Distance and similarity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w(p,q) = G_σs(‖p−q‖) · G_σr(|I(p)−I(q)|)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Spatial Gaussian times range Gaussian. σs controls the neighbourhood; σr controls what counts as 'similar'.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output(p) = Σ w(p,q) I(q) / Σ w(p,q)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normalised weighted average, as always. Only the weights have changed.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range term makes it non-linear and signal-dependent — which is why it cannot be done with an FFT and why fast approximations exist.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edge-aware 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Bilateral filter.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original. Slow naively; fast approximations use a bilateral grid.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Joint/cross bilateral: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take the range weights from a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different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image. Powerful — filter a noisy image using a clean flash image's edges.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Guided filter: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faster, linear-time, and often better behaved. The usual modern choice.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Anisotropic diffusion: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PDE formulation of the same idea.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Base/detail decomposition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filter, then divide — is the foundation of local tone mapping (Module 04).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Aliasing: blur before you downsample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RULE PEOPLE 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Downsampling without filtering first folds high frequencies into low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Nyquist argument as CSCE 641 Module 09.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symptom is moiré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fine repeating detail, and jagged edges that shimmer when the image moves.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always low-pass before decimating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a cutoff matched to the new sampling rate.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applies to raw sensor data too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cameras have optical low-pass filters, and why removing them trades sharpness for moiré.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Convolution is a sliding weighted sum; separability turns an n×n kernel into two n-tap passes and is the key practical fact.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Convolution in space is multiplication in frequency, which explains what each filter does and makes large kernels cheap via FFT.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Sharpening by unsharp masking amplifies surviving high frequencies — it does not recover lost detail.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Gaussian pyramid is a multi-scale low-pass sequence; a Laplacian pyramid is an invertible band-pass decomposition.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Coarse-to-fine search over a pyramid is how alignment, optical flow, and stereo all avoid local optima.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bilateral filter weights by spatial distance and value similarity, so it smooths within regions and preserves edges.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