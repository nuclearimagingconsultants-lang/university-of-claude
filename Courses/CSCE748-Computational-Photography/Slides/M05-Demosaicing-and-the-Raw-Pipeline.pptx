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green-as-guide insight is what separates good demosaicing from bilinear.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Having a counterexample for each heuristic makes the underdetermination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white-balance-before-demosaic ordering is the non-obvious one and students get it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'no 3x3 matrix is exact' point explains camera colour differences better than any amount of brand folklore.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748 — Computational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Demosaicing and the Raw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Two-thirds of the colour data was never measured.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748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colour filter array and why it exists.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demosaicing and explain its failure modes.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white balance and the illuminant estimation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Trace the full raw-to-display pipeline and justify the ordering.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colour spaces and the camera colour matrix.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colour filter array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colour per pixel, interpolated into three.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sensor measures intensity, not colour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MOSAIC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photosite counts photons.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has no way to distinguish their wavelengths.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each pixel gets a colour filter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Bayer pattern is 50% green, 25% red, 25% blue, arranged in 2×2 tiles.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Twice as many green because luminance sensitivity peaks there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eye resolves detail largely from the green channel.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two-thirds of the colour data at every pixel is interpolated, not measured.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Demosaicing is the reconstruction, and its errors are visible as colour artefacts.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DEMOSAIC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Demosaicing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9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5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Nearest neighbour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Copy the nearest same-colour pixel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Bad; blocky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Bilinear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Average the neighbours of each colour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Soft; colour fringes at edges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Edge-directed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Interpolate </a:t>
            </a:r>
            <a:r>
              <a:rPr sz="1150" b="0" i="1">
                <a:solidFill>
                  <a:srgbClr val="3C4555"/>
                </a:solidFill>
                <a:latin typeface="Calibri"/>
              </a:rPr>
              <a:t>along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edges, not across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9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5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Much better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Gradient-corrected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Use the green channel's detail to guide R and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9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8975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classic good method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Learned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network trained on raw/RGB pairs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992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08975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Best, and it invents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Demosaicing errors are structural, not random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CHARACTERISTIC ARTEFACTS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Zippering: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alternating colour along a horizontal or vertical edge, from interpolating across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Colour moiré: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fine repeating detail near the sampling limit aliases differently in each channel, producing coloured bands where the scene is grey.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False colour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sharp edges and on fine texture.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These are aliasing artefacts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02), which is why optical low-pass filters exist — and why removing them trades sharpness for exactly these.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White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Deciding what colour the light was.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Colour constancy is an inference, and it is underdetermined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sensor measures reflected light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product of illumination and surface reflectance.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Separating them is underdetermined.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white surface under orange light and an orange surface under white light produce identical measurements.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Humans do it anyway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remarkably well, using scene context, memory of object colours, and the range of colours present.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Cameras estimate it with heuristics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get it wrong in exactly the cases where the assumptions fail.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Illuminant estimation heuristics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Assumption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Fails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Grey world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scene averages to grey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large uniform colour dominates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White patch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brightest pixel is white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white object; a clipped highlight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Grey edge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Average of edges is achromatic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More robust than grey world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Gamut mapping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Observed gamut constrains the illuminant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Few colours present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Learned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Trained on labelled images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Scenes unlike the training 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Order matters, and the reasons are specific.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Raw to display,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1. SUBTRACT BLACK LEVEL      sensor's zero is not 0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2. SCALE to [0,1]            using the saturation value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3. WHITE BALANCE             per-channel multipliers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        (BEFORE demosaic: channels become comparable)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4. DEMOSAIC                  one channel -&gt; three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5. COLOUR MATRIX             camera RGB -&gt; XYZ -&gt; working space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6. DENOISE / SHARPEN         IN LINEAR SPACE (Module 01)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7. TONE MAP                  HDR -&gt; display range (Module 04)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8. GAMUT MAP                 handle out-of-gamut colours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9. ENCODE                    apply the display transfer function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        &lt;-- LAST. ONCE.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Steps 1-6 are LINEAR. Step 9 is where linearity ends.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White balance before demosaicing because the interpolation assumes the channels are comparable — which they are not until it is applied.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white balance comes before demosaicing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ORDERING THAT SURPRISES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Demosaicing interpolates between channels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good methods use the green channel to guide red and blue.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assumes the channels are on comparable scales.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Before white balance they are not: under tungsten light the blue channel may be a quarter of the 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interpolation guided by an uncorrected green channel introduces colour errors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exactly the edges where demosaicing is already hardest.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Apply the per-channel multipliers first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channels become comparable before the interpolation needs them to 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COLOUR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Colour spaces, briefly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Camera RGB is device-specific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it depends on the filters' spectral responses and means nothing outside that camera.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colour matrix maps it to XYZ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 device-independent space defined by the CIE standard observer.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Then XYZ to a working space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sRGB, Adobe RGB, ProPhoto, ACEScg. Wider spaces preserve saturated colours and need more bits.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mapping is approximate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camera filters do not match the human cone responses — no 3×3 matrix is exact.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This is why two cameras render the same scene differently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even with identical white balance.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photosite counts photons and cannot distinguish wavelength, so a colour filter array samples one channel per pixel — two-thirds of the colour data is interpolated.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Bayer pattern is half green because luminance detail is carried largely by green, and good demosaicing uses green to guide red and blue.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Zippering, colour moiré, and false colour are aliasing artefacts, which is why optical low-pass filters exist.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White balance is an underdetermined inference — a white surface under orange light is indistinguishable from an orange surface under white light.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Every illuminant heuristic has a scene that defeats it: grey world fails on a forest, white patch fails on snow.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White balance comes before demosaicing because interpolation assumes the channels are on comparable scales, and before correction they are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