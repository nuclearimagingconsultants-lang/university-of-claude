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connection to CSCE 647 Module 01 is exact and worth drawing — the same invariance, used in reverse.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severity of the resolution trade is the commercial story in Part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Seeing through foliage with a camera array is the most striking demo and is worth showing.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NeRF connection is the live one — it is the same representation reached by a different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748 — Computational Photography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Light Fields and Plenoptic Cameras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Capturing rays instead of pixels.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748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the plenoptic function and the 4D light field.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a plenoptic camera trades resolution for angle.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digital refocusing and synthetic aperture.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light field cameras failed commercially.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where light fields are actually used.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plenoptic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Everything that could be seen.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PLENOPTIC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From seven dimensions to four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P(x, y, z, θ, φ, λ, 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full plenoptic function: radiance at every position, in every direction, at every wavelength and time. Seven dimensions.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L(u, v, s, 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Fix time and wavelength, and assume free space, where radiance is constant along a ray (CSCE 647 Module 01). A ray is then determined by where it crosses two planes.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443983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Radiance invariance reduces five spatial dimensions to four.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The same fact that made ray tracing a lookup makes light fields finite.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photograph is a 2D slice of a 4D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conventional camera integrates over the aperture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collapsing all the rays arriving at a sensor point into one value.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integration is irreversible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angular information is destroyed at capture.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light field camera records the rays separately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keeping which direction each one came from.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integration can be performed afterwards, differently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different aperture, a different focus, a different viewpoint.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Capture the function; compute the photograph.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ways to sample four dimensions.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record a light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Camera array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 cameras on a grid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Full resolution; bulky, expensive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Gantry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camera moved mechanically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Static scenes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Plenoptic (microlens)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microlens array over the sensor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shot; resolution falls hard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Coded mask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patterned mask near the sensor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Compressive; needs reconstruction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resolution trade is brutal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ARITHMETIC THAT DECIDED 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microlens array places a small lens over each group of sensor pixels.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pixels under one microlens record different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directions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20 megapixel sensor with 10×10 angular samples gives a 0.2 megapixel image.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a 200,000-pixel photograph from a 20-million-pixel sensor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consumers compare megapixels.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Later designs recovered some resolution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by refocusing the microlenses, trading angular range instead. The trade moved; it did not disappear.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you can 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payoff for capturing four dimensions.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Rendering from a light field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Refocusing: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integrate over a sheared slice of the 4D function. Different shear, different focal plane.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Synthetic aperture: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integrate over a chosen subset of directions. A small subset gives deep focus; a large one gives shallow.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Viewpoint change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within the capture aperture. Small parallax, computed for free.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Depth estimation: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focal plane at which a region is sharpest gives its depth.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Depth from one shot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Seeing through occluders: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synthetic aperture wider than the occluder integrates around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Refocusing is a shear followed by an integral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CORE OPERATION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Reparameterising the two planes to a different separation is a shear of the 4D function.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Integrating the sheared function over the angular dimensions produces an image focused at the corresponding depth.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refocusing is: shear, then sum.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few lines, once the light field is in hand.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Fourier slice theorem gives a faster route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slice of the 4D Fourier transform is the transform of the 2D projection, so refocusing can be done in frequency space at lower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happened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 honest commercial post-mortem.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Lytro failed, and the reasons are instructive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COMMERCIAL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Resolution.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1-megapixel output in an era of 12-megapixel phones. The headline feature cost the thing everyone compares.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problem was not acute.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Autofocus is good and getting better; photographers rarely wished they could refocus afterwards.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Depth from stereo and from learned monocular estimation arrived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giving portrait mode without the resolution cost.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bokeh could be synthesised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11) convincingly enough.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capability survived; the capture method did 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WHERE IT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light fields are actually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858768" y="1901952"/>
            <a:ext cx="7772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68496" y="19568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Microscopy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58768" y="2377440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2414016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Single-shot volumetric capture of fast biological processes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Industrial inspection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58768" y="2852928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8496" y="2889504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Depth and surface detail in one shot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Film and VFX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3328416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8496" y="3364992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Capture rigs for relighting and view synthesis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Research into displays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58768" y="3803904"/>
            <a:ext cx="7772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3840480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Light field displays may fix vergence-accommodation (CSCE 650)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Neural scene representations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58768" y="4279392"/>
            <a:ext cx="7772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68496" y="4315968"/>
            <a:ext cx="7552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NeRF and successors are light fields learned, not sampled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Neural radiance fields are the idea, reached differently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THIS WENT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NeRF represents a scene as a function from position and direction to radiance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plenoptic function, learned rather than sampled.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Instead of capturing the 4D function densely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fit a network to a sparse set of photographs and query it anywhere.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solves the sampling problem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made light field capture impractical — you no longer need every ray, only enough to constrain the fit.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inherits the question of Module 13: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rendered novel views are inferred, not measured, and the distinction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plenoptic function has seven dimensions; radiance invariance in free space reduces it to a 4D light field — the same fact that made ray tracing a lookup.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conventional photograph is a 2D slice: the aperture integral destroys angular information irreversibly at capture.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plenoptic camera trades spatial resolution for angular — a 20 MP sensor with 10×10 angular samples yields 0.2 MP.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Refocusing is a shear of the 4D function followed by an integral, and the Fourier slice theorem gives a faster route.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Lytro failed on resolution against a problem that was not acute, and depth estimation plus synthetic bokeh delivered the capability without the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representation survives in microscopy, VFX, light field displays, and — learned rather than sampled — in NeRF.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748 · Computational Photography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