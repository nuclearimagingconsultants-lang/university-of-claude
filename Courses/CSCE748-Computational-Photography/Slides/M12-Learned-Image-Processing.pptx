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joint-versus-staged point is the strongest technical argument and is often underappreciated.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tradeoff is a theorem rather than an engineering limitation is the key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real methods do both, and the boundary is where the honesty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 wrongness is the one that matters most operationally — there is no signal that the output is unreliable.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Learned Image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networks changed, and what they invent.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learned methods outperform hand-designed ones on these tasks.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role of the loss function in what the output looks like.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restoration from synthesis.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learned methods honestly, including their failure modes.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perceptual metrics and distortion metrics disagree.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learning works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These are exactly the problems priors 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problem in this course is underdetermined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UNIFYING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Demosaicing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invents two-thirds of the colour data.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Deconvolution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cannot recover frequencies the blur removed.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has seven unknowns and three equations.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one is solved by adding a prior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assumption about what real images look like.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Hand-designed priors are crude: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smoothness, sparse gradients, local colour lines. Real and very approximate.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network learns the prior from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far richer description of what photographs look like than anything anyone could write down.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whole reason it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learned methods won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Denoising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BM3D — strong, principled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Better, especially at high noise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Demosaicing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Gradient-corrected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Noticeably better on hard texture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Super-resolution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Interpolation, sparse coding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Transformed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Deblurring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Hard, fragile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better and still hard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Trimap required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Automatic and good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whole ISP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Nine hand-tuned stages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End to end, raw to RGB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loss decides the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optimise is what you 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L2 loss produces blurry output, necessarily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LOSS MATTERS SO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several outputs are plausible, L2 loss is minimised by their average.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average of several plausible textures is a blur.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an L2-trained model hedges — and hedging looks soft.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not a training failure.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correct answer to the question that was asked.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Adversarial and perceptual losses ask a different question: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make it look like a real photograph, rather than minimise expected error.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output is sharper and less faithful.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loss optimises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Optimises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Output looks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L2 / 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Expected squared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Blurry; high PSNR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Expected absolute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Slightly sharper than L2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Perceptual (VGG)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Distance in a feature space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Sharper; plausible texture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Adversarial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Indistinguishable from real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Sharpest; may invent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full distribution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Samples; different each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perception–distortion tradeoff is a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 AN ENGINEERING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Blau and Michaeli proved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improving perceptual quality necessarily worsens distortion, beyond a certain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'sharper and more accurate' is not available.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method that looks better than another has, past that bound, measurably higher error.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explains why PSNR rankings and visual rankings disagree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are measuring genuinely opposed objectives.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papers report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you should ask which one a claim is about.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Restoration or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distinction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Recovering and inventing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Restoration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Recover information that is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present but degraded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Denoising, mild deblurring, demosaicing.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answer is constrained by the measurement.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More data would converge to the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Produce information that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was never measured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Large upscaling, inpainting, frequencies past the lens cutoff.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answer comes from the prior.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More data changes what is invented, not whether.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upscaled face is not that person's 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CONCRETE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Upscale a 16×16 face by 8× and you get a plausible, sharp, detailed 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not the face of the person photographed.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information was never recorded; the model produced a face consistent with the low-resolution evidence and its training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Different models give different faces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the same input, which is the proof.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matters in forensics, medicine, and journalism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reason the distinction is not academic. Module 13.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learned methods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Distribution shift.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Trained on one camera's noise, applied to another's.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Confident wrongness.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uncertainty estimate by default, and the output looks equally plausible when it is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Hallucinated structure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text that is not text, patterns in noise, faces in clouds.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Averaging away rare content.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Unusual but real detail is treated as noise.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bias from the training set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for face-related tasks has been demonstrated repeatedly.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problem in this course is underdetermined and solved by a prior; a network learns a far richer prior than anyone could hand-design.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Joint solving beats staged solving — demosaicing and denoising together outperform either in sequence.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L2 loss is minimised by the average of plausible outputs, and the average of plausible textures is a blur. The softness is correct, not a bug.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perception–distortion tradeoff is a theorem: past a bound, sharper necessarily means measurably less accurate.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Restoration recovers degraded information; synthesis produces information never measured. Most methods do both.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 upscaled face is a plausible face, not that person's — different models produce different faces from the same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