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three-way connection (CBS, branch and bound, CDCL) is the intellectual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universal failure case prevents a lot of wasted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Multiple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Coordination, crowds, and emergence.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multi-agent problems are not just harder single-agent ones.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coordinated multi-agent pathfinding.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crowd simulation and its characteristic failures.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emergence and how to design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basic game-theoretic concepts an agent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environment contains reasoners.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Other agents are not obstacles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Treating other agents as moving obstacles is the cheap approximation and it fails in a specific way: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both agents plan around the other's predicted path, and both predictions are now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agents in a corridor each step aside, then each step 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oscillation is not a bug in either agent, it is the result of each modelling the other as non-reactive.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RVO fixes it by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§3): assume the other is also avoiding, and take half the correction.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convention, shared.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general lesson is that coordination requires either communication or a shared convention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a game you can simply impose the convention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luxury robotics does not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Multi-agent pathfinding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Finding paths that do not collide.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approaches, and the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PROBLEM: k agents, k start/goal pairs, paths that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never collide (in space or in time).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COUPLED -- search the JOINT state space.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Optimal. The state space is the PRODUCT of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individual ones, so it is exponential in k.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Viable to maybe k = 5 on a small map.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DECOUPLED / PRIORITISED -- plan agents one at a time,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each treating the already-planned ones as moving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obstacles.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Fast and linear in k. INCOMPLETE: it can fail on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solvable instance, because an early agent's path may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make a later one impossible. Standard anyway.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CONFLICT-BASED SEARCH (CBS) -- plan independently, find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collision, then BRANCH on it: one child forbids agent 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from that cell at that time, the other forbids agent B.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Replan only the constrained agent.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OPTIMAL, and far faster than coupled search in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practice, because most agents never conflict.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CBS IS BRANCH AND BOUND (CSCE 669 Module 09) WITH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COLLISIONS AS THE BRANCHING VARIABLE -- and it is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same "learn from the conflict" idea as CDCL (Module 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CBS is the one worth knowing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optimal, practical, and structurally identical to two other algorithms in this program.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Crowds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Hundreds of agents, and what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CROWDS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Crowd models and their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Characteristic failure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Social forces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Agents repel; goal attracts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Agents visibly jitter and interpenetrate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RVO / ORCA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Velocity-space collision avoidance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Deadlock in dense bidirectional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Continuum /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Treat the crowd as a fluid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Individuals lose agency; no personal goals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 fields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Shared direction field (M04 §3)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Everyone takes the same route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Hybrid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Flow field + local avoidance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production uses. Tuning is empirical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Emergence is designed, not hoped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Flocking from three rules is the famous example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§3)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genuinely striking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complex coordinated motion from purely local reflexes.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emergence is not free.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simple rule sets produce either nothing interesting or chaos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Reynolds' three rules were found by iteration, not derived.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designing for emergence means tuning toward a target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way to measure whether you have it — which means defining the target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emergent systems are hard to constrain.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crowd should never block this doorway' is not expressible as a local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you end up adding global overrides — which is where most of the engineering goes.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Reasoning about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minimum game theory an agent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GAME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concepts that actually come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Nash equilibrium: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no agent can improve by changing alone.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may not be unique, and it may be bad for everyone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prisoner's dilemma is an equilibrium.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Dominant strategy: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best regardless of others.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When one exists, the problem is easy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; usually none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Mixed strategies: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randomising is sometimes optimal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 predictable agent is exploitable, which is why game AI should sometimes be deliberately random.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Cooperative games and coalitions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who should team up, and how to split the gain (CSCE 717's subject).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mechanism design: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choose the rules so that self-interested behaviour produces what you want.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The designer's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Mechanism design is the one to take away for game design: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you control the rules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so you can make cooperation or competition the rational choice rather than hoping for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game designer should take from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Impose conventions rather than negotiating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control every agent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coordination is a shared-code problem rather than a game-theoretic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CBS or prioritised planning for tactical coordination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flow fields plus local avoidance for crowds.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Expect the deadlock case and handle it globally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local method fails there, so plan for it rather than tuning against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randomise deliberately.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deterministic agent is solved by the player on the second encounter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mixed strategies are not just theory, they are the difference between a fight and a puzzle you already 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Treating other agents as obstacles fails because both plan around the other's predicted path and both predictions become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Coordination requires communication or a shared convention — and in a game you can simply impose the convention.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Conflict-based search is optimal and practical, and it is branch and bound with collisions as the branching variable.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Dense bidirectional flow through a narrow gap deadlocks every local crowd method, so the fix must be global.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Emergence is tuned toward a target, not hoped for — and emergent systems are hard to constrain, which is where the engineering goes.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deterministic agent is solved by the player on the second encounter, so mixed strategies are practical rather than theoretical.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