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single most useful artefact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Stating the division plainly is more useful than arguing for either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Choosing an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And saying what the agent can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method from a problem's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learned and symbolic methods each belong.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hybrid architectures and why they dominate.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Evaluate an agent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an AI system can be trusted to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checklist from the problem's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the problem to the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If the problem 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310896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292608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a route through 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0288" y="2340864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2377440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A* on a navmesh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4086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37744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79776"/>
            <a:ext cx="40233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16352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a sequence of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2779776"/>
            <a:ext cx="31089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2816352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Planning, or A* on states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779776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1635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07, 03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255264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Satisfy constraints, no costs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3218688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255264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CSP or SAT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21868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25526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06, 08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57600"/>
            <a:ext cx="40233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694176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Beat an opponent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657600"/>
            <a:ext cx="31089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3694176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Alpha-beta or MCTS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3657600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369417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96512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33088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Act under known uncertainty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4096512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0016" y="4133088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MDP, solved offline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9248" y="409651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08975" y="4133088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535424"/>
            <a:ext cx="40233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572000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Infer hidden state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0288" y="4535424"/>
            <a:ext cx="31089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0016" y="4572000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Bayes net or a filter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99248" y="4535424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08975" y="457200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74336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010912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Produce plausible behaviour cheaply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90288" y="4974336"/>
            <a:ext cx="31089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0016" y="5010912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Behaviour tree or utility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99248" y="4974336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08975" y="501091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413248"/>
            <a:ext cx="40233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449824"/>
            <a:ext cx="38039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Unknown dynamics, lots of interaction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90288" y="5413248"/>
            <a:ext cx="310896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00016" y="5449824"/>
            <a:ext cx="288950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Reinforcement learning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99248" y="5413248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08975" y="544982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642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questions that resolve most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SHORT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 you have a model of the dynamics?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yes, compute (this course). If no, learn (CSCE 642) or build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Does a designer need to control the behaviour directly?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yes, use an authorable architecture (Module 11). If no, optimality is available.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Those two questions eliminate most of the 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they are both about your situation rather than about the algorithms.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the third question is the budget: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microseconds per agent per frame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§1)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rules out most of what remains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precomputation keeps appearing as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Symbolic and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each belongs, without advocacy.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is actually good 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This course's methods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Learned methods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Guarantees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Optimality, completeness, proofs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Debugging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Trace the decision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Saliency and hope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 needed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lot, matched to deployment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Perception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Cannot do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only option (CSCE 753)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Messy rules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Must be stated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 from examples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977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Microseconds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Milliseconds, plus a GPU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working system is a hybrid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ACTUAL STATE OF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self-driving stack is learned perception (CSCE 753) feeding symbolic planning and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division is at the interface between 'what is out there' and 'what to do'.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AlphaZero is MCTS with a learned evaluation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§3) — a classical search with the hard part learned.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game's AI is behaviour trees with learned animation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occasionally a learned component for one specific hard judgement.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pattern is consistent: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learning supplies what cannot be written down; structure supplies the guarantees and the control.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Neither replaces the other, and the interface between them is where the engineering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Evaluating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agent evaluation contains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trivial baseline.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Random, greedy, or do-nothing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report it.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CSCE 633's discipline, unchanged across eight courses.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Nodes expanded or decisions per second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only wall-clock time (Module 03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p99 latency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a frame budget is a hard deadline and the mean does not describe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Behaviour on the cases you did not design for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agent will meet them.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 failure list.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situations where it does something wrong, with the cause of each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deliverable.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For a game agent, add a human judgement: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'is it fun to play against' is the real metric and no computation measures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Claiming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course, and the semester, closed.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AI system can honestly 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SCOPED CLAIMS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'A* returns the shortest path on this navigation mesh, provably, in under 200 µs at p99 for 100 agents.'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clause checkable.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 planner finds a plan when one exists within 8 actions; beyond that it times out and the agent falls back to the behaviour tree.'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limit stated, with the fallback.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 policy is optimal for this MDP. The MDP assumes the player moves independently of the agent, which is false.'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Optimal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for this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CSCE 669 Module 13's four words.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what you cannot say: 'the agent is intelligent'.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searches a space you defined with a heuristic you chose, under a model you approximated.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Say that instead; it is more impressive and it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formulate a problem as a state space, choose a search, design a heuristic, and ship pathfinding that works.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model constraints, plan with declarative actions, use a SAT solver, reason probabilistically, and solve an MDP.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can choose an agent architecture and defend the choice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thing the track needed,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 game engine contains most of this course.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saying which space you searched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space was your approximation, and the agent is only as good as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Work down the problem-to-method table before reaching for a learned approach — most game and robotics problems are answered in the first seven rows.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Two questions resolve most choices: do you have a model, and does a designer need direct control?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division is clean: symbolic methods for crisp problems with known rules, learned methods for perception and unwritable rules.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Every working system is a hybrid, and the interface between the learned and structured parts is where the engineering 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Report a trivial baseline, nodes or decisions rather than only seconds, p99 latency, and a failure list with causes.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You cannot say 'the agent is intelligent'; you can say which space it searched, with which heuristic, under which model — which is more impressive and is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