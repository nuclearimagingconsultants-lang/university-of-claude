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Framing it as a cost ladder is more useful than presenting four equal options.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table is the most practically useful thing in the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625 — 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Agents and Rationality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What the subject is actually about.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625 · Module 01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Define an agent in terms of percepts and actions.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what rationality means and what it does not.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Classify environments and explain what each property costs.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AI effect and why the field's definition keeps moving.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Place the rest of the course against that classification.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Percepts in, actions out, and a performance measure.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625 · Artificial Intelligence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 agent is a function from percept histories to 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DEFINITION, AND WHY IT IS USEFUL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Percepts in, actions out.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That is the whole interface, and everything in this course is an implementation of that function.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agent is rational if it acts to maximise its expected performance measure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given what it knows — which makes 'good behaviour' a measurable property rather than a judgement.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Note what rationality is not.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It is not omniscience (you act on percepts, not on truth), not perfection (the outcome may be bad), and not introspection.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performance measure is chosen by you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where the real difficulty sits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vacuum agent rewarded for dirt collected will dump dirt and re-collect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that is a correct solution to the problem you specified.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ARCHITECTURES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Four agent designs, by what they keep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468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Design</a:t>
            </a:r>
          </a:p>
        </p:txBody>
      </p:sp>
      <p:sp>
        <p:nvSpPr>
          <p:cNvPr id="8" name="Rectangle 7"/>
          <p:cNvSpPr/>
          <p:nvPr/>
        </p:nvSpPr>
        <p:spPr>
          <a:xfrm>
            <a:off x="3035808" y="1901952"/>
            <a:ext cx="39319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45536" y="19568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What it uses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67728" y="1901952"/>
            <a:ext cx="4663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77456" y="19568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Example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Reflex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35808" y="2377440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45536" y="24140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current percept only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67728" y="2377440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77456" y="24140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Steering away from a wall; a thermostat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Model-based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35808" y="2852928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45536" y="2889504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Percepts plus internal state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67728" y="2852928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77456" y="2889504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An enemy that remembers where you went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Goal-based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35808" y="3328416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45536" y="3364992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State plus a goal; searches for a plan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67728" y="3328416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77456" y="3364992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Pathfinding, planning (M04, M07)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Utility-based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35808" y="3803904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45536" y="3840480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State plus a utility over outcomes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67728" y="3803904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77456" y="3840480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Choosing between imperfect options (M10, M11)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01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Environments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properties that decide which methods are available.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625 · Artificial Intelligence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PROPERTIES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each environment property costs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Property</a:t>
            </a:r>
          </a:p>
        </p:txBody>
      </p:sp>
      <p:sp>
        <p:nvSpPr>
          <p:cNvPr id="8" name="Rectangle 7"/>
          <p:cNvSpPr/>
          <p:nvPr/>
        </p:nvSpPr>
        <p:spPr>
          <a:xfrm>
            <a:off x="3127248" y="1901952"/>
            <a:ext cx="38404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6976" y="19568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If it fails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67728" y="1901952"/>
            <a:ext cx="4663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77456" y="19568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Consequence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Fully observable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27248" y="237744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6976" y="24140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Partially observable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67728" y="2377440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77456" y="24140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You need belief states — a POMDP (M10)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Deterministic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27248" y="2852928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6976" y="2889504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Stochastic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67728" y="2852928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77456" y="2889504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Plans become policies; search becomes an MDP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Static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7248" y="3328416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36976" y="3364992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Dynamic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67728" y="3328416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77456" y="3364992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Deliberation has a deadline (M04 replanning)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Discrete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27248" y="3803904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36976" y="3840480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Continuous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67728" y="3803904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77456" y="3840480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Discretise, or use a continuous method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Single agent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27248" y="4279392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36976" y="4315968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Multi-agent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67728" y="4279392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77456" y="4315968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Adversarial search, or game theory (M05, M12)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Known rules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27248" y="4754879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36976" y="4791455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Unknown rules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967728" y="4754879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077456" y="4791455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You must learn them — CSCE 642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01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Most real problems are the hard case, and the fix is to lie carefully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PRACTICAL RESPONSE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real game world is partially observable, stochastic, dynamic, continuous, and multi-agent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the worst column of every row.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standard move is to approximate it into a tractable one: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discretise space into a navigation mesh, treat the world as static for 100 ms, assume full observability within a radius.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Each approximation is a deliberate, documented lie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knowing which lie you told is how you predict the failure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 agent that assumes a static world will walk into a closing door.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That is CSCE 669 Module 12's modelling discipline, arriving in a different subject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it is the single most transferable habit in this course.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moving definition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Why nobody can say what AI 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625 · Artificial Intelligence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AI effect: solved problems stop counting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A REAL PHENOMENON WITH REAL CONSEQUENCES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Chess was the archetype of intelligence until a program won, at which point it became 'just search'.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same happened to character recognition, speech, and translation.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AI is partly defined as the set of problems not yet solved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means the field appears to make no progress by construction.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consequence for you is practical: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great deal of extremely useful AI is no longer called AI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is therefore under-taught — route planning, scheduling, constraint solving, SAT.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is why this course matters for the track.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AI in a shipped game is almost entirely the 'solved' kind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solved means reliable, fast, and debuggable.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this course goes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Modules 02–05: search.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Intelligence as systematic exploration of possibilities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the unifying idea, and Module 04 is the track's payoff.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Modules 06–08: structure.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Constraints, planning, logic.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Search with the problem's structure exploited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including SAT, which is the most under-appreciated tool here.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Modules 09–10: uncertainty.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Probabilistic reasoning and sequential decisions.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The direct bridge to CSCE 642.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Modules 11–12: agents in practice.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Game AI architectures, crowds, and multi-agent behaviour.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Module 13: choosing, and claiming honestly.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No neural networks appear until Module 13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, and that is deliberate — the other two courses this semester cover them.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Why this is still the right place to start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case for the unlearned methods.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625 · Artificial Intelligence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Four properties learned systems do not have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THIS MATERIAL HAS NOT BEEN DISPLACED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Guarantees.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A* returns the optimal path, provably (Module 03). A learned policy returns something.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Debuggability.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You can ask a search why it chose a path and get an answer in terms of costs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; asking a network produces a saliency map and a shrug.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No training data and no training.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Change the level layout and the pathfinder works; change it and the learned policy must be retrained.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cost.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A* on a navigation mesh costs microseconds on one CPU core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a game has sixteen milliseconds for everything.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That constraint alone explains most of game AI.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An agent is a function from percept histories to actions, and rationality is maximising an expected performance measure that you chose.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The four agent designs form a cost ladder, and the engineering question is the cheapest one that produces the required behaviour.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Six environment properties determine which methods are available, and each failure removes a family of techniques.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Real problems are the hard case, so the standard move is to approximate into a tractable one — and knowing which approximation you made is how you predict the failure.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The AI effect means solved problems stop being called AI, which leaves a great deal of useful, reliable technique under-taught.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Unlearned methods have guarantees, debuggability, no training requirement, and microsecond cost — which is why game engines use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625 · Artificial Intelligence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