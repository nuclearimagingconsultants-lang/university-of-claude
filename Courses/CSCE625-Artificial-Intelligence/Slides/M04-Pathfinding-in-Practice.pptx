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scaling argument is the whole reason navmeshes dominate.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zigzag is the most recognisable artefact in game AI and makes the point concretely.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625 —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Pathfinding in Practice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search that ships in every engine.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625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spatial representation and justify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navigation meshes and how they are built.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hierarchical and any-angle pathfinding.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Handle dynamic obstacles and replanning under a frame budget.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Separate pathfinding from path following.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graph you search is a design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search 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566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4937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Trade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Grid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One per cell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Trivial to build; huge node count; paths look blocky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Waypoint graph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Hand-placed points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Tiny and fast; manual; agents hug the waypoints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Navigation mesh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Convex polygons of walkable floor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standard. Few nodes, free space, any-angle paths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Visibility graph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Obstacle corners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Exactly optimal in 2D; O(n²) to build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Probabilistic roadmap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Random samples + local planner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1968" y="4279392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4315968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For high-DoF configuration spaces, not floors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navigation mesh is a convex decomposition of walkable floor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HOW IT WORKS AND HOW IT IS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Partition the walkable surface into convex polygons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adjacent where an agent can cross between them. Search the adjacency graph.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Convexity is the point: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inside one polygon, straight-line movement is guaranteed collision-free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search only has to find the sequence of polygons.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Built by voxelising the level, extracting the walkable surface by slope and height clearance, then region-growing and polygonising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what Recast does, and it runs offline per level.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Agent radius is baked in by eroding the walkable area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a mesh is per-agent-size.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why engines build several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why a large enemy sometimes cannot follow you through a gap.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Any-angle paths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graph path is not the path you want.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SMOOTHING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the A* result is not the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A* ON A GRID gives a path restricted to grid edges, so it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zigzags along 45-degree diagonals when a straight line was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available. It is OPTIMAL ON THE GRAPH and wrong for the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world -- the graph was your approximation (Module 01).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THREE FIXES: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STRING PULLING / FUNNEL ALGORITHM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walk the polygon sequence from the navmesh and pull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the path taut within the corridor. O(n) and EXACT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within the corridor the search found. The standard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answer for navmeshes.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THETA* / LAZY THETA*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during the search, let a node's parent be any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ancestor with line of sight, not just the previous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node. Produces any-angle paths directly, at the cost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of line-of-sight checks.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POST-HOC SMOOTHING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repeatedly try to replace two segments with one if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line of sight permits. Simple, and it can cut corners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the agent cannot physically take.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NOTE THE CAVEAT ON STRING PULLING: it is optimal within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the corridor, and the corridor may not contain the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globally optimal path. Usually fine, occasionally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Optimal on the graph is not optimal in the world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the gap is exactly the discretisation you chose — Module 01 §2's lie, with a visible symptom.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Many agents, large levels, one frame budget.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production systems get the cost 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Hierarchy.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Search clusters first, then within clusters.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HPA* reduces node counts by orders of magnitude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for near-optimal paths (Module 02 §4's abstraction).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Precomputation.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All-pairs cluster distances, or a full flow field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if many agents share one destination.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Flow fields.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One Dijkstra from the goal gives every agent its direction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the cost is independent of agent count, which is how RTS games move hundreds of units.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Time-slicing.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Spread one search over several frames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and budget a fixed number of node expansions per frame.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caching.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Agents repeat queries constantly; a path cache keyed on polygon pairs pays immediately.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Flow fields are the key insight for crowds: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</a:t>
            </a:r>
            <a:r>
              <a:rPr sz="1050" b="1" i="1">
                <a:solidFill>
                  <a:srgbClr val="798290"/>
                </a:solidFill>
                <a:latin typeface="Calibri"/>
              </a:rPr>
              <a:t>invert the problem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one search from the goal, rather than one search per agent.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Dynamic obstacles, and when to replan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HARD PART IN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door closes, a crate is pushed, another agent blocks a corridor.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path you computed is now invalid.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Full replanning every frame is unaffordable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replanning only on collision is too late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agent is already stuck.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D* Lite repairs the previous search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redoing it, at a cost proportional to what changed.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right tool for a mostly-static world with local changes.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local avoidance is a separate layer: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agents avoid each other by steering, not by replanning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11 §3), because the path is a plan and avoidance is a reflex.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Following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path is not the motion.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Pathfinding and path following are different problems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SEPARATION THAT KEEPS IT TRACTABLE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Pathfinding answers 'which way'. Path following answers 'how to move along it' —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 acceleration limits, turn radius, animation, and other agents.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Conflating them produces a search over a far larger state space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(position, velocity, heading)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for little benefit in most games.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standard architecture is three layers: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global path from the navmesh, local steering along it, and collision resolution underneath.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when the vehicle's constraints genuinely matter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car, a tank with a turn radius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need kinodynamic planning, which is a different and much harder problem.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Know which case you are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Diagnosing bad pathfinding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Agent walks into a wall: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navmesh does not match collision geometry.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most common bug, and it is a content problem.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Agent takes a long way round: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 missing mesh connection, or a cost that does not reflect intent.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Agent oscillates between two paths: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replanning flip-flops between near-equal options.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Add hysteresis.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Agents bunch up at a doorway: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all share one path and local avoidance is fighting it.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This is Module 11's problem.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Frame spikes: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an unbounded search.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Cap expansions per frame and measure p99, not the mean.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Render the navmesh and the computed path in the game.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</a:t>
            </a:r>
            <a:r>
              <a:rPr sz="1050" b="1" i="1">
                <a:solidFill>
                  <a:srgbClr val="798290"/>
                </a:solidFill>
                <a:latin typeface="Calibri"/>
              </a:rPr>
              <a:t>Almost every pathfinding bug is visible immediately and invisible otherwise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the same 'look at the frame' discipline as CSCE 647.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navigation mesh won because its node count scales with level complexity rather than area — a large empty room is one polygon, not ten thousand cells.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Convexity is the point of a navmesh: inside one polygon, straight-line movement is guaranteed collision-free.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Optimal on the graph is not optimal in the world, and the zigzag artefact is exactly the discretisation you chose.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Flow fields invert the problem — one search from the goal rather than one per agent — which is how hundreds of units are moved.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D* Lite repairs the previous search at a cost proportional to what changed, which suits a mostly-static world.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Pathfinding and path following are different problems, and conflating them explodes the state space for little benefit.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