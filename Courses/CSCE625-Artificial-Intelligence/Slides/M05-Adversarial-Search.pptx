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algorithm is trivial and the engineering is elsewhere is the useful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'chess engines are still alpha-beta' point prevents overgeneralising from AlphaGo.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synthesis is the right place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Adversarial 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Searching when someone else chooses too.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minimax and its assumptions.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alpha-beta pruning and why move ordering decides its value.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evaluation functions and the horizon effect.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Monte Carlo tree search and when it beats minimax.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the two for a given game.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Minimax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Assume the opponent plays best.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Minimax assumes a perfect opponent, and that assumption is a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your nodes take the maximum; at the opponent's take the minimum.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value of a position is what you can guarantee against best play.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right assumption against a strong opponent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 conservative one against a weak one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minimax will not set a trap that only works if the opponent errs.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game AI frequently does not want minimax: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game opponent should be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beatable and interesting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optimal, and minimax gives neither knob.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Cost is O(bᵈ) and the full tree is almost never searchable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chess has roughly 10⁴⁰ reachable positions — so you search to a depth and evaluate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ALPHA-BETA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Pruning, and why move ordering is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alpha = the best value MAX can already guarantee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beta  = the best value MIN can already guarantee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While searching a MIN node, if its value drops to or below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alpha, MAX will never choose this branch -- so STOP.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remaining children cannot change the decision.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Symmetrically for MAX nodes against beta.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THE RESULT IS EXACT. Alpha-beta returns the SAME value as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full minimax. It only skips nodes that cannot affect it.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THE SPEEDUP DEPENDS ENTIRELY ON MOVE ORDERING: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worst ordering  -&gt; O(b^d).     No saving at all.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random ordering -&gt; O(b^(3d/4))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BEST ordering   -&gt; O(b^(d/2))  Twice the depth for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                       the same cost.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SO THE ENGINEERING IS IN THE ORDERING, not the pruning: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try the previous iteration's best move first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(iterative deepening gives you this free)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killer moves -- those that pruned elsewhere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captures and threats before quiet moves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a transposition table, which also catches repeated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positions reached by different move orders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 chess engine's strength is mostly ordering and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evaluation. The search algorithm is thirty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Doubling the searchable depth for the same cost is the single largest result in game-tree search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is entirely contingent on ordering.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cannot search to the end, so you guess.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evaluation function and the horizon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DEPTH-LIMITED SEARCH GOES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Search to depth d, then score the position with a heuristic evaluation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material, position, mobility, king safety.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horizon effect: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bad event just beyond the search depth is invisible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agent makes pointless delaying moves that push it past the horizon and 'disappear'.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Quiescence search is the fix: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extend the search beyond the depth limit while the position is volatile — captures pending, checks outstanding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only evaluate quiet positions.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evaluating mid-exchange is meaningless: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are up a queen because the recapture is one ply past your limit.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Quiescence is not optional in any real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Monte Carlo tree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 evaluation function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steps, repeated until time runs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repeat until the time budget is exhausted: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SELECT   descend the tree, at each node choosing by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UCB1 = mean_value + c * sqrt(ln(N)/n)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-- which balances exploiting good moves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against exploring under-sampled ones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EXPAND   add one new child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SIMULATE play to the end (randomly, or with a policy)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BACKUP   propagate the result up the path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then play the most-visited child.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WHY THIS IS DIFFERENT FROM MINIMAX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NO EVALUATION FUNCTION NEEDED -- the simulation's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outcome is the evaluation. Decisive for games where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nobody knows how to evaluate a position (Go).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ANYTIME -- stop whenever; the answer degrades smoothly.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Exactly right for a frame budget (Module 04).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ASYMMETRIC -- it deepens promising lines and ignores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bad ones, rather than searching uniformly.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HANDLES HIGH BRANCHING -- it samples rather than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enumerating, so b = 250 is survivable.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IT IS WEAKER where a good evaluation exists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tactics are sharp: random playouts miss forced sequences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that alpha-beta finds exactly. Chess engines are still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alpha-beta.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UCB1 is the explore-exploit trade from the bandit literature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reappears in CSCE 642 §2 — the same formula, the same purpose.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Minimax against MCTS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Choose minimax 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612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0585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Choose MCTS 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good evaluation function exists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612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585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Nobody knows how to evaluate a 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Branching factor is modest (chess ~35)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12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85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Branching factor is large (Go ~250)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Tactics are sharp and forced lines matter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9612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585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Position is strategic and gradual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can search to a fixed depth in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9612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0585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need an anytime answer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Deterministic and fully observable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96128" y="4279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05856" y="431596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Stochastic — simulate the randomness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a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player actually wants.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optimal opponent is usually the wrong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Players want an opponent that is challenging, readable, and beatable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one that is optimal.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difficulty is tuned by handicapping the search deliberately: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shallower depth, a noisier evaluation, an occasional deliberate error, or a restricted move set.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 noise to the evaluation rather than to the move choice.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noisy evaluation makes plausible mistakes; a random move choice makes absurd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players notice the difference immediately.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make the agent's reasoning legible.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opponent whose plan the player can infer is more satisfying than a stronger opaque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design constraint on the algorithm, not an afterthought.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Minimax assumes a perfect opponent, which is conservative and gives no knob for difficulty — so game AI frequently does not want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Alpha-beta returns exactly the minimax value and its speedup depends entirely on move ordering, from no saving to double the depth.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chess engine's strength is mostly move ordering and evaluation; the search algorithm is thirty lines.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horizon effect makes an agent push bad news past its search depth, and quiescence search is the non-optional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MCTS needs no evaluation function, is anytime, searches asymmetrically, and tolerates high branching — and misses sharp tactics.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Add noise to the evaluation rather than to the move choice: a noisy evaluation makes plausible mistakes and a random choice makes absurd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