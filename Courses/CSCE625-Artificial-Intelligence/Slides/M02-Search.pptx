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it exactly once; everything else is a frontier.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who see the unification here stop memorising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iterative-deepening result is counterintuitive and worth proving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algorithm, five strategies.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Formulate a problem as a state space.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one generic search algorithm and what varies in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the uninformed strategies on four criteria.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graph search needs a closed set and tree search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Estimate whether a state space is searchable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Five components, and the choice of state is the consequential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search problem is five things, and one of them is a design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initial state; a set of actions available in each state; a transition function; a goal test; a cost per action.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choice of what counts as a state is the consequential decision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yours — exactly CSCE 669 Module 12's variable choice, in a different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grid cell, or a grid cell plus a facing direction, or plus an inventory?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gives a different state space size and a different set of solvable problems.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coarse and the solution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(a path that ignores which doors you have keys for);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too fine and the space is unsearchable.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Get this right before writing any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 of search 1/2: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frontier = { start }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explored = { }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while frontier not empty: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node = frontier.REMOVE()      # &lt;-- the only difference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if goal(node): return path(node)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explored.add(node.state)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for each successor s of node: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if s.state not in explored and s not in frontier: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frontier.add(s)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return failure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THE EXPLORED SET is what makes this GRAPH search. Without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it you have TREE search, which revisits states and can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loop forever in a cyclic space. With it, memory grows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with the number of distinct states reached.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Writing this loop once and parameterising </a:t>
            </a:r>
            <a:r>
              <a:rPr sz="1150" b="1" i="1">
                <a:solidFill>
                  <a:srgbClr val="798290"/>
                </a:solidFill>
                <a:latin typeface="Consolas"/>
              </a:rPr>
              <a:t>REMOVE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 is the right implementation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makes the comparisons of Part 2 a one-line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 of search 2/2: the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THE ONLY THING THAT VARIES BETWEEN ALGORITHMS IS WHICH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NODE REMOVE() RETURNS: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a queue      (FIFO)           -&gt; breadth-first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a stack      (LIFO)           -&gt; depth-first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a priority queue on g(n)      -&gt; uniform cost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a priority queue on h(n)      -&gt; greedy best-first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a priority queue on g(n)+h(n) -&gt; A*            (M03)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THAT IS THE WHOLE TAXONOMY. Every search algorithm in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Modules 02 through 07 is that loop with a different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frontier discipline and a different state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Five famous algorithms are five data structures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worth knowing before memorising any of them separately.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Compared on completeness, optimality, time, and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uninformed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Complete?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009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Optimal?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780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Breadth-first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036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If costs are equal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O(b^d) — usually the binding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Depth-first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(infinite depth)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780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O(bm) — linear. Its only virtue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Uniform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036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009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0780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17536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O(b^(C*/ε)) — can exceed BFS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Iterative deepening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724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697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036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009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If costs equal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0780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17536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O(bd) — BFS guarantees at DFS memory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Bidirectional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724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3697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3036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009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If costs equal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0780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17536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O(b^(d/2)) — a square root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Memory, not time, is what stops a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Breadth-first search at branching factor 10 and depth 12 stores on the order of 10¹² nodes.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even 100 bytes a node that is 100 terabytes.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time would be tolerable on a cluster; the memory is not available anywhere.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frontier size is the binding constraint in practice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first thing to estimate.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iterative deepening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memory-bounded variants like IDA* and SMA* exist for the heuristic case (Module 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Estimate b and d before implementing anything.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b^d tells you immediately whether the problem needs a heuristic, a reformulation, or an approximation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estimate takes two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Graph against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explored set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REPEATED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happens without an explored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 a cyclic space, tree search can loop forever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walking back and forth between two states.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 an acyclic space it still explodes: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grid with 4 actions has exponentially many paths to each cell and tree search explores all of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explored set converts exponential to polynomial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in the number of states, which is frequently the difference between possible and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cost is memory proportional to states reached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depth-first search's linear memory is lost.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state must be hashable and compared correctly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subtle equality bug here produces a search that is merely slow, not broken, so nothing alerts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Instrument the duplicate-detection rate.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If almost nothing is a duplicate, your state representation is probably too fine (Part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space is too big, change the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Shrinking the state space beats speeding up the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REAL GAINS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Abstraction: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search over rooms rather than tiles, then refine within each room.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hierarchical pathfinding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§3) and it reduces d dramatically.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Symmetry elimination: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two states are equivalent under a symmetry, search one.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669 Module 09's symmetry breaking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a different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Macro-actions: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collapse common action sequences into one, reducing depth at the cost of branching.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better state encoding: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dropping an irrelevant variable divides the space by its range.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Ask of every state component whether the solution depends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REST OF THE SEARCH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03 adds a heuristic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single largest available improvement — it changes the effective branching factor rather than the constant.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04 applies it to the track's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engineering that production pathfinding needs.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05 searches against an opponent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successor function alternates whose choice it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06 and 07 exploit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constraints and action preconditions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 prune and to derive heuristics automatically.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of it is this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search problem is an initial state, actions, a transition function, a goal test, and costs — and the choice of what counts as a state is yours and consequential.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There is one search algorithm; the only thing that varies is which node the frontier returns, which is the whole taxonomy.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Memory, not time, is what stops a search in practice, so estimate the frontier size before implementing.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Iterative deepening gets breadth-first guarantees at depth-first memory, because the deepest level dominates the node count.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explored set converts exponential to polynomial in the number of states, at the cost of memory proportional to states reached.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Shrinking the state space by abstraction, symmetry, or a better encoding beats speeding up the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