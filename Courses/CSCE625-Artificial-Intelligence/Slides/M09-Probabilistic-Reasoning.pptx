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students compute the 1% rather than telling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a dense network has bought you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car example makes the collider immediately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convergence-reporting point is the practical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Probabilistic Reasoning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Saying 'usually' properly.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Bayes' rule and explain base rates.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conditional independence and why it makes inference 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Bayesian network and read independence off its structure.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Perform exact inference by variable elimination.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approximate method when exact inference is infeasible.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Updating a belief with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rule, and the term people drop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P(H | E) = P(E | H) · P(H) / P(E)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Posterior equals likelihood times prior, normalised.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P(H) is the PRIOR, and it is not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Dropping it is the base-rate fallacy, and it is the single most common error in applied probability.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test 99% accurate for a disease affecting 1 in 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gives a positive predictive value of about 1%. The prior dominates.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arithmetic is trivial and the intuition is terrible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why this example is worth computing by hand once rather than accepting.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Conditional independence is what makes any of this tractable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THE WHOLE MODULE RESTS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full joint distribution over n binary variables needs 2ⁿ − 1 numbers.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n = 30 that is a billion, and nobody can specify or store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most variables are conditionally independent given a few others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once you know whether it rained, the sprinkler tells you nothing more about the grass.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joint factorises into a product of small conditional distributions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parameter count drops from exponential to linear in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entire reason probabilistic AI is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the same structural argument as Module 06's treewidth and CSCE 669's sparsity: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structure, not size, decides tractability.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Bayesian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graph whose structure is a claim about independence.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BAYES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representation 1/2: the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65785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383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A DIRECTED ACYCLIC GRAPH. Each node is a variable; each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node carries P(node | its parents).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THE JOINT FACTORISES: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P(x1..xn) = product over i of P(xi | parents(xi))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SO THE GRAPH IS A CLAIM ABOUT INDEPENDENCE, and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MISSING EDGES CARRY THE INFORMATION. A fully connected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network asserts nothing and costs as much as the full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joint distribution it was meant to replace.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2439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absent edges are the content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drawing the graph is a modelling act and not a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D-SEPARATION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representation 2/2: reading independence off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THREE PATTERNS, AND THAT IS ALL OF d-SEPARATION: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CHAIN    A -&gt; B -&gt; C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A and C independent GIVEN B. Knowing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intermediate blocks the path.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FORK     A &lt;- B -&gt; C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A and C independent GIVEN B. A common cause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explains the correlation.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COLLIDER A -&gt; B &lt;- C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A and C independent -- UNTIL you observe B,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and then they become DEPENDENT.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 COLLIDER IS THE COUNTERINTUITIVE ONE AND IT MATTERS.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Your car will not start; the cause is the battery or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fuel pump; learning the battery is fine makes the fuel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pump more likely. THAT IS EXPLAINING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Explaining away is the one to hold onto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the mechanism behind a great many apparent paradoxes in conditional reasoning, including selection bias.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Computing a posterior.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Variable elimination, and what decides its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EXACT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 compute P(query | evidence), sum out the non-query, non-evidence variables one at a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multiplying the factors that mention each.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exponential in the largest intermediate factor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elimination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determines how large that gets.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Finding the best order is NP-hard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good heuristics (min-fill, min-degree) are cheap and usually adequate.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best achievable cost is exponential in the treewidth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exactly Module 06 §3's quantity, in a different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that result was worth stating twice.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exact inference is infeasible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Variable elimination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Sum out in a good 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Exact. Low treewidth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Likelihood weighting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Sample, weight by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Simple; degrades with much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Gibbs / MCMC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Resample one variable at a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General; convergence is hard to verify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Loopy belief propagation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Message passing, ignore cycles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Fast, approximate, may not converge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Variational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Fit a simpler distribution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Fast, biased, and the bias is bounded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probabilistic reasoning is used, and where it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Probabilistic reasoning in a game or a robot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Tracking what the agent believes about hidden state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where the player probably is, given sounds and last sighting.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belief distribution, updated.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Sensor fusion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combining noisy evidence, which is CSCE 753 §07's Kalman filter as a special case.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Diagnosis and inference about causes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where explaining away is genuinely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decision-making under uncertainty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Module 10 — beliefs are only useful if they change what you do.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Not for most game AI.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designer-authored approximation is usually cheaper, more controllable, and indistinguishable to the player.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point is honest rather than dismissive: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probabilistic reasoning earns its place where the uncertainty is real and consequential, and not elsewhere.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buys over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THE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Logic cannot say 'usually'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§4), and adding exceptions to a logical rule base is open-ended.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Probability says it natively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degrades gracefully as evidence accumulates, and combines independent evidence correctly without new rules.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that you must supply numbers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numbers are frequently guesses dressed as measurements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real objection and should be answered with sensitivity analysis rather than confidence.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exact inference is intractable in general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you are usually approximating, which Part 3's footnote says to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Bayes' rule requires the prior, and dropping it is the base-rate fallacy — a 99% accurate test for a 1-in-10,000 condition is about 1% predictive.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Conditional independence reduces the parameter count from exponential to linear, which is the entire reason probabilistic AI is possible.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Bayesian network's missing edges carry the information; a fully connected network says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collider is the counterintuitive case: observing a common effect makes its independent causes dependent, which is explaining away.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Variable elimination's cost is exponential in the treewidth — Module 06's quantity in a different subject.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Report which inference method you used and whether it converged, because unmixed MCMC produces confident nonsense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