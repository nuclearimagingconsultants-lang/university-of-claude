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WFC connection makes this module immediately relevant to the track.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pencil-marks observation makes arc consistency immediately intuitive.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625 — Artificial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Constraint Satisfaction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Search that knows about the problem's structure.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625 · Module 06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Formulate a problem as a constraint satisfaction problem.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constraint propagation and arc consistency.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Apply the standard variable and value ordering heuristics.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Exploit problem structure, including tree decomposition.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Apply constraint methods to procedural content generation.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625 · Artificial Intelligence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formulation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Variables, domains, constraints — and why the structure helps.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625 · Artificial Intelligence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CSP exposes structure that a generic search hides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BOTHER WITH A SPECIAL FORMULATION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Variables, each with a domain of possible values, and constraints restricting combinations.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solution assigns every variable consistently.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generic search sees only states and successors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02)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cannot know that this state fails because of these two variables.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CSP solver can.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So it prunes whole regions of the space from a single violated constraint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it can do so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before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search as well as during.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goal is uniform: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every variable assigned, every constraint satisfied — so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solver can be entirely generic and still exploit your problem's structure.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625 · Artificial Intelligence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is a CSP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4688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Problem</a:t>
            </a:r>
          </a:p>
        </p:txBody>
      </p:sp>
      <p:sp>
        <p:nvSpPr>
          <p:cNvPr id="8" name="Rectangle 7"/>
          <p:cNvSpPr/>
          <p:nvPr/>
        </p:nvSpPr>
        <p:spPr>
          <a:xfrm>
            <a:off x="3035808" y="1901952"/>
            <a:ext cx="35661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45536" y="1956816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Variables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01968" y="1901952"/>
            <a:ext cx="49377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11696" y="1956816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Constraints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Sudoku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35808" y="2377440"/>
            <a:ext cx="3566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45536" y="2414016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81 cells, domain 1–9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01968" y="2377440"/>
            <a:ext cx="4937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11696" y="2414016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All-different per row, column, box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Map colouring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35808" y="2852928"/>
            <a:ext cx="35661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45536" y="2889504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Regions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01968" y="2852928"/>
            <a:ext cx="4937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11696" y="2889504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Adjacent regions differ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Timetabling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35808" y="3328416"/>
            <a:ext cx="3566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45536" y="3364992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Each class: time and room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01968" y="3328416"/>
            <a:ext cx="4937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11696" y="3364992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 clashes; capacity; availability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Level layout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35808" y="3803904"/>
            <a:ext cx="35661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45536" y="3840480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Each tile: which piece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01968" y="3803904"/>
            <a:ext cx="4937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11696" y="3840480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Edges must match neighbours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Puzzle generation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35808" y="4279392"/>
            <a:ext cx="3566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145536" y="4315968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Which clues to give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01968" y="4279392"/>
            <a:ext cx="4937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11696" y="4315968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Exactly one solution exists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625 · Artificial Intelligence  —  Module 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Propagation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Inferring before searching.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625 · Artificial Intelligence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CONSISTENCY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Three levels of inference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NODE CONSISTENCY   remove values violating a unary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               constraint. Trivial, do it once.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ARC CONSISTENCY    for every constraint between X and Y,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               remove any value of X with no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               supporting value in Y. Repeat until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               nothing changes -- removals cascade.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               This is AC-3, O(ed^3), and it is the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               workhorse.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PATH / k-CONSISTENCY  stronger, more expensive, rarely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                   worth it in full.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WHAT AC-3 BUYS: on Sudoku, arc consistency alone solves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easy puzzles with NO SEARCH AT ALL, and reduces hard ones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enormously. The pencil-marks technique humans use IS arc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consistency.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MAINTAINING ARC CONSISTENCY DURING SEARCH (MAC) is the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standard: assign a variable, propagate, and if any domain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empties, BACKTRACK IMMEDIATELY -- before exploring the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subtree at all.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GLOBAL CONSTRAINTS matter enormously. "All-different over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n variables" expressed as n(n-1)/2 pairwise constraints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propagates weakly; a dedicated all-different propagator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using bipartite matching (CSCE 669 Module 11) prunes far</a:t>
            </a:r>
          </a:p>
          <a:p>
            <a:pPr algn="l">
              <a:lnSpc>
                <a:spcPct val="105000"/>
              </a:lnSpc>
            </a:pPr>
            <a:r>
              <a:rPr sz="765" b="0" i="0">
                <a:solidFill>
                  <a:srgbClr val="E4E8EF"/>
                </a:solidFill>
                <a:latin typeface="Consolas"/>
              </a:rPr>
              <a:t>  more. USE THE GLOBAL CONSTRAINT WHEN ONE EXISTS.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The global-constraint point is the most practically valuable thing here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the same logical condition expressed two ways prunes completely differently.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625 · Artificial Intelligence  —  Module 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Ordering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variable next, and which value first.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625 · Artificial Intelligence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HEURISTICS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orderings that matter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Minimum remaining values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(most constrained variable).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Assign the variable with the smallest domain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fail fast, high in the tree, where failing is cheap.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Degree heuristic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as a tie-break: prefer the variable involved in the most constraints on unassigned variables.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Least constraining value.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Try the value that rules out fewest options for the neighbours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because you want to </a:t>
            </a:r>
            <a:r>
              <a:rPr sz="1600" b="0" i="1">
                <a:solidFill>
                  <a:srgbClr val="3C4555"/>
                </a:solidFill>
                <a:latin typeface="Calibri"/>
              </a:rPr>
              <a:t>succeed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on values and </a:t>
            </a:r>
            <a:r>
              <a:rPr sz="1600" b="0" i="1">
                <a:solidFill>
                  <a:srgbClr val="3C4555"/>
                </a:solidFill>
                <a:latin typeface="Calibri"/>
              </a:rPr>
              <a:t>fail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on variables.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That asymmetry is the thing to remember: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fail fast on variables, succeed fast on values.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They point in opposite directions for a reason.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conflict-directed backjumping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jump back to the variable that actually caused the failure, not the previous 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These heuristics routinely change solve times by orders of magnitude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and cost nothing — which makes them the best value in the module.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625 · Artificial Intelligence  —  Module 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Structure decides tractability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THEORETICAL RESULT WORTH KNOWING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If the constraint graph is a tree, the CSP is solvable in O(nd²)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polynomial, by a single sweep. No search at all.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look for tree structure, or create it.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Cutset conditioning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assigns a small set of variables to break cycles, then solves the remaining tree.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Tree decomposition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generalises this: the cost is exponential in the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treewidth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rather than in the number of variables.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means a problem with a thousand variables and treewidth 4 is easy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one with twenty variables and treewidth 19 is not.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Measure the structure, not the size.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625 · Artificial Intelligence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Content generation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Constraints as an authoring tool.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625 · Artificial Intelligence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Wave Function Collapse is a CSP solver with a tileset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TRACK PAYOFF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Variables are tile positions; domains are the tile set; constraints are the adjacency rules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edges may meet which.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algorithm is minimum-remaining-values selection, a weighted random value choice, then arc consistency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exactly Parts 2 and 3, with randomness added to get variety instead of one answer.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designer authors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constraints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rather than content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solver produces unlimited valid content.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That is the actual appeal.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failure mode is contradiction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 position with an empty domain.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Backtrack, or restart, or design the tileset so it cannot happen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; the third is what shipping projects do.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625 · Artificial Intelligence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Using constraints for generation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Guarantee playability as a constraint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not as a post-hoc check — 'a path exists from entrance to exit' can be a constraint.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Author variety with weights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on value choice, so common tiles are common without being mandatory.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Expect contradictions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and decide the policy in advance: backtrack, restart the region, or relax a soft constraint.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use a real solver for hard instances.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MiniZinc or OR-Tools CP-SAT will dispatch problems your hand-rolled backtracker cannot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(CSCE 669 M13).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Then verify the output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because a constraint you forgot to write is not a constraint.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'A path exists' as a constraint rather than a filter is the single most useful trick here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it eliminates the generate-and-reject loop entirely.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625 · Artificial Intelligence  —  Module 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 CSP formulation exposes structure a generic search cannot see, so a single violated constraint prunes whole regions.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Arc consistency is the pencil-marks technique humans use on Sudoku, and maintaining it during search is the standard approach.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A global constraint such as all-different prunes far more than the equivalent pairwise constraints — use it when one exists.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Fail fast on variables (minimum remaining values) and succeed fast on values (least constraining) — the asymmetry is deliberate.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Cost is exponential in treewidth, not in variable count, so a thousand variables with treewidth 4 is easy.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Wave Function Collapse is a CSP solver with a tileset, so the designer authors constraints rather than content.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625 · Artificial Intelligence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