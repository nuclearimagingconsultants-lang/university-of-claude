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Encoding skill is what separates usable SAT from unusable SAT.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'conflict is information' framing is the key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Logic and Satisfiability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most useful tool nobody mentions.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Express a problem in propositional logic.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resolution and why it is complete.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modern SAT solver does and why it is fast.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Encode a real problem into CNF and solve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first-order logic adds and what it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Propositional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Variables, clauses, and one normal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Everything reduces to conjunctive normal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ONE REPRESENTATION SUFFICES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CNF formula is a conjunction of clauses, each a disjunction of literals.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propositional formula has an equivalent CNF.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solver only needs to handle one syntactic 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SAT solvers take CNF and nothing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Naive conversion can blow up exponentially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Tseitin transformation introduces auxiliary variables, giving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linear-size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formula that is satisfiability-equivalent rather than logically equivalent.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distinction matters: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Tseitin preserves whether a model exists, not the set of models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all you need for SAT and not enough for counting.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ENCODINGS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Common patterns in CNF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Clauses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 least one of xᵢ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(x₁ ∨ x₂ ∨ 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clause. Trivial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 most one of xᵢ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(¬xᵢ ∨ ¬xⱼ) for all pairs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O(n²). Use a ladder encoding for large 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Exactly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of the above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workhorse for 'choose one value'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Implication a →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(¬a ∨ 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clause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Cardinality ≤ 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Sequential counter encoding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O(nk). Do not expand pairwise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solvers got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CDCL, and why it is not just backtracking.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CDCL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Conflict-driven clause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DPLL (1962): backtracking plus UNIT PROPAGATION --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if a clause has one unassigned literal and the rest are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false, that literal must be true. Propagate; cascade.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(This is Module 06's arc consistency, for clauses.)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CDCL adds the thing that changed everything: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WHEN A CONFLICT OCCURS, ANALYSE WHY.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Walk the implication graph back to find the set of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decisions responsible, and LEARN A NEW CLAUSE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forbidding that combination.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Add it permanently. Then BACKJUMP to the level that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actually caused the conflict -- not one level up.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WHY THIS IS SO POWERFUL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learned clause prunes EVERYWHERE in the remaining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search, not just here -- it is a derived fact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backjumping skips entire irrelevant subtrees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and VSIDS activity-based variable ordering focuses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on variables appearing in recent conflicts, which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adapts to the formula's structure during search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RESULT: solvers handle formulas with MILLIONS of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variables routinely. SAT is NP-complete and solvers are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industrial infrastructure -- the same situation as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CSCE 669's integer programming, for the same reasons.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Learning from failure is the idea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conflict is not just a dead end to retreat from but information to generalise.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Resolution, and why completeness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THEORETICAL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From (a ∨ X) and (¬a ∨ Y), infer (X ∨ Y).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single rule is resolution.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refutation-complete: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a CNF formula is unsatisfiable, repeated resolution derives the empty clause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proof always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CDCL's learned clauses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are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resolution derivations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a CDCL solver can emit a machine-checkable proof of unsatisfiability.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the practically important part: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'unsatisfiable' is a checkable claim, not a trusted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SAT is usable in verification where a wrong answer is unacceptable.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Problems worth encoding.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people actually solve with SAT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Hardware and software verification.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largest real application by far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bounded model checking is a SAT query.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Package dependency resolution.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Your package manager is running a SAT solver.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Scheduling and configuration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though a CP or MIP solver is often better when there are costs (CSCE 669 M13).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Puzzle solving and generation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including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'does this generated level have exactly one solution?'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SMT extends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SAT plus theories (arithmetic, arrays, bit-vectors), which is what program verifiers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Reach for a SAT or SMT solver before writing a custom search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for anything with a purely combinatorial feasibility question — the solver is decades ahead of what you will 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First-order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quantifiers add, and what they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First-order logic buys generality and loses decidability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TRADE, 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Propositional logic has no variables over objects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must enumerate 'Mortal(Socrates)', 'Mortal(Plato)', and so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First-order logic adds quantifiers and relations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one sentence covers all objects — which is enormously more compact and is how knowledge is naturally stated.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that validity becomes undecidable.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semi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-decidable: a proof will be found if one exists, and otherwise the search may not terminate.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practical systems restrict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Datalog, description logics, and answer set programming each give up expressiveness for decidability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restriction is the engineering, not a compromise.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logic sits relative to the rest of the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PLACING IT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Logic was the dominant paradigm for thirty years and is now a specialised tool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fair description rather than a dismissal.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survived is the solvers.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SAT and SMT are industrial infrastructure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general-purpose logical knowledge bases largely are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failed was brittleness: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real knowledge has exceptions, and classical logic has no graceful way to say 'usually' — which is Module 09's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summary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logic where the domain really is crisp and the question is feasibility; use probability where it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propositional formula has a CNF equivalent, which is why solvers accept only CNF — and Tseitin keeps the conversion linear by preserving satisfiability rather than models.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Encoding skill decides usability: at-most-one is O(n²) pairwise and O(n) with a sequential encoding.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Unit propagation is Module 06's arc consistency applied to clauses.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CDCL's contribution is treating a conflict as information to generalise rather than a dead end to retreat from.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Learned clauses are resolution derivations, so a solver can emit a checkable proof of unsatisfiability.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First-order logic buys compactness and loses decidability, so practical systems use restricted fragments.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