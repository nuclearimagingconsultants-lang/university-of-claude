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idea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admission that optimality is usually sacrificed is worth 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Classical Planning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Search where the actions are described, not enumerated.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planning domain in terms of preconditions and effects.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declarative action description enables automatic heuristics.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delete-relaxation heuristics.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goal-oriented action planning and why games use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limits of classical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Declarative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Describing what an action does, not how to choose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action is preconditions plus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STATE: a set of true facts.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{ At(Agent, Room1), Has(Key), Closed(Door12) }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ACTION: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Open(d, r1, r2)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PRECOND: At(Agent,r1), Connects(d,r1,r2),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   Closed(d), Has(Key)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ADD:     Open(d)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DELETE:  Closed(d)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 PLAN is a sequence of actions from the initial state to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 state satisfying the goal. This is still Module 02's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search -- states, successors, goal test.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DIFFERENCE IS THAT THE ACTIONS ARE DESCRIBED, NOT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CODED. And that single change is what makes everything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else possible: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the planner can REASON ABOUT the actions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it can compute which actions are RELEVANT to a goal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it can detect that two actions are INDEPENDENT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and it can DERIVE A HEURISTIC AUTOMATICALLY (Part 2)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THAT LAST ONE IS THE PAYOFF. With a coded successor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function you must invent a heuristic by hand (Module 03).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With a declarative domain, the planner invents it for you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-- from the action descriptions, with no domain knowledge.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Declarativeness buys automatic heuristics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that is why planning exists as a separate field rather than as an application of Module 02.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Automatic heuristics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Module 03's relaxation, performed by the machine.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Ignore the delete lists, and the problem becomes easy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DELETE RELAXATION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Drop every action's delete list.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Facts can then only accumulate — nothing ever becomes false.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relaxed problem is solvable in polynomial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forward chaining,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its cost is an admissible heuristic for the original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any real plan is also a relaxed plan.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Module 03 §3's relaxation argument, applied automatically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planner derives it from the domain description with no human insight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Three heuristics follow: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h_max (the most expensive subgoal — admissible, weak), h_add (the sum — inadmissible, stronger),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h_FF (extract a relaxed plan and count it — the one that made planners work).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relaxation heuristics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computes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h_max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 of the most expensive subgoal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Admissible, and weak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h_add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Sum of subgoal costs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Inadmissible (double counts shared work), stronger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h_FF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Length of an extracted relaxed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Inadmissible, strong, cheap. The practical winner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Landmarks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Facts every plan must achieve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Admissible variants exist and are 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Planning in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GOAP, and why it was adopted.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GOAP: plan backwards from a goal through action preconditions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GAMES USE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 each action preconditions and effects, give the agent a goal, and search backwards for a satisfying action sequence.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goal-oriented action planning.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appeal is authoring: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add a new action and every agent can use it immediately, in combinations you did not anticipate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state machine to rewire (Module 11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produces emergent, situation-appropriate behaviour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agent that reloads behind cover because the plan required cover and ammunition, not because anyone scripted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cost is debuggability.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When the agent does something strange, the cause is an interaction between action descriptions, which is much harder to find than a bad transition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many studios moved back to behaviour trees.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classical planning assumes, and what breaks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classical assumptions, and what fails without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Deterministic actions.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actions can fail, you need a policy rather than a plan (Module 10) — or replanning on failure, which games use.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Full observability.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Otherwise you plan over belief states, and the space explodes.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static world.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Nothing else changes while you act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false in any game with other agents.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Instantaneous, non-overlapping actions.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Real actions take time and overlap, which is temporal planning.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discrete facts.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Numeric resources need numeric planning, which is substantially harder.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Games survive these violations by replanning frequently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plan is treated as a current intention rather than a commitment, which is the practical resolution.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Hierarchical planning is how the scale problem is handled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Hierarchical task networks decompose a high-level task into methods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each a partially ordered set of subtasks, down to primitive actions.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domain author supplies the decomposition knowledge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relying on search to discover long plans — which is why HTN planners solve much larger problems than classical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trade is that you are back to authoring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you lose some of Part 3's combinatorial-authoring benefit.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Module 02 §4's abstraction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reduction in effective depth, with the hierarchy supplied by a person instead of derived.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planning action is preconditions plus add and delete effects, and describing actions declaratively is what the whole field rests 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Declarativeness buys automatic heuristic derivation, which is why planning is a separate field rather than an application of generic search.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delete relaxation makes the problem polynomial, and its cost is an admissible heuristic — Module 03's relaxation performed by machine.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h_FF extracts a relaxed plan and counts it; it is inadmissible, strong, and cheap, and it is what made planners practical.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GOAP's appeal is authoring: add an action and every agent can use it in combinations nobody anticipated — at the cost of debuggability.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Games survive the classical assumptions by replanning frequently, treating a plan as a current intention rather than a commitment.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