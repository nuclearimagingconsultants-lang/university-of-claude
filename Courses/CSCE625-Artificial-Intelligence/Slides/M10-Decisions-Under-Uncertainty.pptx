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tune gamma blindly; the horizon framing fixes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two algorithms side by side before analysing 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curse of dimensionality precisely sets up 642.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Making this table explicit is the best preparation for 642.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Decisions Under Uncertainty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Markov decision processes, solved by computation.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 Markov decision process and a policy.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Bellman equation and what discounting means.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value iteration and policy iteration.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POMDP adds and why it is so much harder.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connection to CSCE 642 precisely.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States, actions, transitions, rewards.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MDP is a search problem where actions are unreliable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States, actions, a transition probability P(s′|s,a), and a reward R(s,a,s′).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the whole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Markov property is the assumption that earns its name: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next state depends only on the current state and action, not on the history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constraint on your state definition, not a fact about the world.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solution is not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plan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but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policy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π(s) → a.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commit to a sequence, because you do not know where you will be.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Module 01 §2's stochastic row, and Module 07 §4's first broken assumption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this module is what replaces classical planning when actions can fail.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BELLMAN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value of a state, defined recursively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V*(s) = maxₐ Σ_s′ P(s′|s,a) [ R + γ·V*(s′)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value of a state is the best expected immediate reward plus discounted future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γ ∈ [0,1) is the discount 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It makes infinite-horizon sums finite, and it encodes how much the future matters.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1/(1−γ) is the effective horizon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γ = 0.9 looks about 10 steps ahead; γ = 0.99 about 100. Set it from the problem, not by habit.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effective-horizon reading is the useful one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turns an abstract parameter into a statement about how far the agent plans.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Solving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algorithms, both exact.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Solving it 1/2: the two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VALUE ITERATION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initialise V arbitrarily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repeat: V(s) &lt;- max_a sum_s' P(s'|s,a)[R + g V(s')]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until the largest change is below a threshold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then the policy is the argmax at each state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POLICY ITERATION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repeat: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EVALUATE the current policy (solve a linear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system, or sweep V until it settles)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IMPROVE: pi(s) &lt;- argmax over a, given V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until the policy stops changing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WHICH ONE: policy iteration when evaluation is cheap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(a small state space, or a solvable linear system);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value iteration when it is not, or when you want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anytime behaviour under a deadline.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Both are exact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both reduce to sweeping the Bellman equation until it stops changing.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Solving it 2/2: convergence, and the real limit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VALUE ITERATION CONVERGES because the Bellman update is a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CONTRACTION with factor g: each full sweep shrinks the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maximum error by g, so the error falls geometrically.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-- This is CSCE 669 Module 05's LINEAR CONVERGENCE,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with g in the role of the rate. The iteration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count is logarithmic in the accuracy wanted.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POLICY ITERATION CONVERGES IN FAR FEWER ITERATIONS --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frequently under a dozen -- because each improvement step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is a large jump rather than an incremental update. Each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iteration costs more.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AND BOTH ARE POLYNOMIAL IN THE NUMBER OF STATES --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while the number of states is usually EXPONENTIAL in the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problem's description. THAT is the real limit, and it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has a name: the curse of dimensionality.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Polynomial in states and exponentially many states is the central difficulty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is why CSCE 642 approximates the value function instead of tabulating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Partial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agent does not know its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POMDP's state is a belief, and that changes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SO MUCH HARDER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agent cannot observe its state, it must act on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belief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— a probability distribution over states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POMDP is an MDP over belief 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continuous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even when the state space is finite — so the tabular methods of Part 2 do not apply.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solving one exactly is PSPACE-hard.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Practical methods are point-based approximations (PBVI, SARSOP) or online tree search over beliefs (POMCP).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formulation is valuable even when you do not solve 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makes 'the agent should gather information' a consequence rather than a special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looking around has value because it sharpens the belief.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this course ends and CSCE 642 begins.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This module against CSCE 642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Here (planning)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CSCE 642 (learning)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know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and R — the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Nothing; you interact and observe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Method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Sweep every state (Part 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 trajectories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 stored 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table over states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function approximator — a network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Limit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State count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 count and stability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Bellman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Bellman — the same 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MDPs are worth it in a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HONEST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Small, discrete, high-stakes decisions.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Which of six abilities to use, given a known distribution over outcomes — a tabular MDP is tractable and optimal.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Precomputed policies.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Solve offline, ship the 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runtime cost is a lookup, which suits a frame budget perfectly.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 for continuous control or large state spaces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the state count defeats you and CSCE 642's approximation is needed.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not where a designer wants direct control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optimal policy is not a tunable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Module 05 §4's point, and Module 11's reason for existing.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MDP is a search problem with unreliable actions, and its solution is a policy rather than a plan because you cannot know where you will be.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Markov property is a constraint on your state definition, not a fact about the world.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discount factor's effective horizon is 1/(1−γ), which turns an abstract parameter into a statement about planning depth.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Value iteration converges because the Bellman update is a contraction with factor γ — CSCE 669's linear convergence.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Both algorithms are polynomial in the state count and the state count is usually exponential in the problem description, which is the real limit.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POMDP is an MDP over continuous belief space, and its value is partly that information-gathering becomes a consequence rather than a special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