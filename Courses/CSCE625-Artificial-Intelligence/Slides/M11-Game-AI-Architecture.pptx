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O(n^2) transition problem is the concrete reason for the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RUNNING; it is the most common implementation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Game AI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actually runs, sixty times a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finite state machines, behaviour trees, and utility systems.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behaviour tree and explain its composability.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steering behaviours and local avoidance.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for a frame budget across many agents.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architecture and justify it against the alternatives.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Sixteen milliseconds, shared with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frame budget is the design constraint, with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GAME AI LOOKS THE WAY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Sixty frames per second is 16.7 ms for rendering, physics, animation, audio, networking, and every agent's decision.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AI typically gets 1–2 ms.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50 agents that is 20–40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microseconds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per agent per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most agents must do nothing most frames.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standard answers are staggered updates (each agent decides every n-th frame), level-of-detail AI (distant agents think less), and event-driven rather than polled logic.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architecture must be interruptible and incremental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rules out anything that must run to completion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why anytime algorithms (M03 §4, M05 §3) keep appearing.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that are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57860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Behaviour 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Utility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Decides 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Current state + transitions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324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297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Walking a tree each tick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Scoring every 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Authoring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860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833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 transitions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324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Composable subtrees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Tune curves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Scales 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860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~10 states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297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Hundreds of nodes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options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Debugging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7860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8833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1324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297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 — inspect the active path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4788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5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— why did that score?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for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7860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8833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Simple, few modes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1324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2297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default. Most games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5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competing concerns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Behaviour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node types, and that is the whole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BEHAVIOUR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entire formalism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Every node, when ticked, returns SUCCESS, FAILURE, or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RUNNING. That is the whole interface.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SEQUENCE   tick children in order; fail if any fails;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succeed when all succeed.      ("AND", "then")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SELECTOR   tick children in order; succeed if any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succeeds; fail if all fail.    ("OR", "try")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DECORATOR  wrap one child and modify it: invert, repeat,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add a cooldown, add a precondition guard.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LEAF       an action, or a condition check.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THAT IS IT. Four node types.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WHY IT COMPOSES: a subtree's interface is identical to a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leaf's, so ANY subtree can be substituted anywhere a node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is expected. Build "FightEnemy" once; reuse it in twelve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places; improve it once.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-- which is why authoring cost is LINEAR in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behaviours rather than quadratic in states.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RUNNING is the part people get wrong. It means "I am not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finished; tick me again next frame". It is what makes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tree work in a game loop at all, and it means the tree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carries state between ticks (which node is running), so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it is NOT a pure function of the world.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PRIORITY IS STRUCTURAL: a selector's left-to-right order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IS the priority order. Put "flee if nearly dead" leftmost.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substitutability of subtrees is the whole advantage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the same compositional property that makes a good API good.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Utility systems, and when they beat 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THIRD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Score every available action with a utility function over the world state, then take the best.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structure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strength is many competing considerations: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health, ammunition, distance, cover, allies nearby — each contributes to each action's score via a curve.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degrades gracefully.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always a best-scoring action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there is no 'no valid behaviour' state — which behaviour trees reach and must handle.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weakness is debuggability.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'Why did it do that?' means comparing twenty scores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tuning one curve shifts every decision it participates in.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Log the scores, always.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Steering, and the layer below the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Steering behaviours, composed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Seek, flee, arrive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 desired velocity toward or away from a point, with arrival slowing as distance falls.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Path following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seek the next point on the path, looking ahead so the agent cuts corners naturally.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Separation, alignment, cohesion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three rules that produce flocking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the classic demonstration that simple reflex agents produce complex behaviour.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Obstacle avoidance and RVO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reciprocal velocity obstacles have each agent assume others also avoid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prevents the oscillation naive avoidance produces.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Composed by weighted sum, or by priority.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Weighted sums cancel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two opposed avoidances sum to zero and the agent walks into the wall.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cancellation failure is the classic steering bug.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Prioritised or truncated composition avoids it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at the cost of less smooth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making the agent legible.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Layer by timescale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ARCHITECTURE THAT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Strategic (seconds): which goal.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behaviour tree, utility score, or planner. Runs rarely.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Tactical (hundreds of ms): which path, which cover 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Pathfinding and queries. Runs on demand.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Steering (every frame): where to move now.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Reflex behaviours only — Module 01 §1's cheapest agent, doing the most frequent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layer runs at its own rate and the division is by how fast the information changes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same decomposition as Module 04 §4's three layers, and getting it wrong is the commonest architectural mistake.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LEGIBILITY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behaviour readable, which is a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Telegraph intent.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 animation or sound before the action, so the player can respond.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perfectly-timed instant attack reads as unfair, not as skilled.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Commit visibly.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 agent that changes its mind every frame appears broken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even when each decision is individually correct. Add hysteresis.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Fail legibly.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the agent cannot reach you, it should visibly try and fail — not stand still.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log the decision.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Ship a debug overlay showing the active behaviour and why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pays for itself in a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Legibility is a functional requirement, not polish: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a player who cannot predict an agent cannot play against it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so an unreadable agent is a broken one however good its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frame budget gives roughly 20–40 microseconds per agent per frame, so most agents must do nothing most frames.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Behaviour trees won on authoring cost: state machines need O(n²) transitions and subtrees compose linearly.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behaviour tree is four node types and a three-valued return, and RUNNING is what makes it work in a game loop.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Any subtree can substitute for any node, which is the whole compositional advantage.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Utility systems handle many competing concerns and degrade gracefully, at a real cost in debuggability — so log every score.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Layer by timescale, and make behaviour legible: a player who cannot predict an agent cannot play against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