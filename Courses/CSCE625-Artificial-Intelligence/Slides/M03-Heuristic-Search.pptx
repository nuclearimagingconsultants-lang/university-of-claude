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A* as the interpolation between two known algorithms makes it inevitable rather than clever.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amortisation argument is what justifies pattern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link to the approximation-algorithms argument is the intellectual high point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Heuristic 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A* and where the information comes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A* and prove its optimality conditions.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admissibility from consistency and know when each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dominance and the effective branching factor.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heuristics from relaxations and pattern databases.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memory-bounded or suboptimal variant deliberately.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Expand by cost-so-far plus estimate-to-go.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evaluation function, and what it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f(n) = g(n) + h(n)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Cost to reach n, plus the estimated cost from n to a goal.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Expand the node with the lowest 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Uniform cost is h = 0; greedy best-first is g = 0. A* is the combination, and the combination is what gives the guarantee.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f(n) is an estimate of the best solution THROUGH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A* expands nodes in order of how promising the complete solution through them looks, which is the right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two degenerate cases are instructive: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h = 0 is optimal and slow; g = 0 is fast and wrong.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A* is the only point on that line with both properties.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Admissible for optimality; consistent for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CONDITIONS, AND THE DIFFERENCE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Admissible: h(n) never overestimates the true remaining cost.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what makes A*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overestimate can make the optimal path look worse than it is, so A* commits early and wrongly.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Consistent (monotone): h(n) ≤ cost(n,n′) + h(n′) for every edge.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triangle inequality on the heuristic.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Consistency implies admissibility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what lets you close a node permanently on first expansion.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an inconsistent heuristic you must allow reopening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you lose optimality in graph search.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Nearly every natural heuristic is consistent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this rarely bites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but it bites hard when it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symptom is suboptimal paths from a provably admissible heuristic.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much it is worth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Dominance, and the effective branching factor.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better heuristic reduces the exponent's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THE BIGGEST AVAILABLE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h₁(n) ≥ h₂(n) everywhere and both are admissible, h₁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dominates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A* with h₁ never expands more nodes than with h₂.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always prefer the larger admissible heuristic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maximum of several admissible heuristics is admissible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free improvement if you can afford the computation.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measure is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effective branching factor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b*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defined by N = (b*)^d.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Dropping b* from 2.8 to 1.4 at depth 20 is a factor of a million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factor of two.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heuristic design beats micro-optimisation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an enormous margin — and why Part 3's automatic derivation is one of the field's best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Heuristic accuracy against computation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 to compute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Nodes expanded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 =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within the optimal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Manhattan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Far fewer; the standard grid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Pattern 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Hours, once, offline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Orders of magnitude fewer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 hard as the problem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Exactly the solution path. Useless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heuristics come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Deriving them rather than inventing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systematic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1. RELAXATION -- remove a constraint, solve exactly.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The relaxed solution cost is an ADMISSIBLE heuristic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for the original, because any real solution is also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relaxed solution.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8-puzzle: allow tiles to pass through each other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-&gt; each tile moves independently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-&gt; MANHATTAN DISTANCE, summed. Admissible, free.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Allow a tile to teleport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-&gt; MISPLACED TILE COUNT. Admissible, weaker.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THIS IS CSCE 669 MODULE 10's BOUND-FROM-A-RELAXATION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ARGUMENT, in a different subject. Same idea exactly.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2. PATTERN DATABASE -- abstract the state (track only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some tiles), solve EVERY abstract state exhaustively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offline, store the costs. Look up at search time.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Very strong. Memory-hungry. Precomputed once.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DISJOINT pattern databases can be ADDED rather than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maxed, if the subproblems share no moves -- which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multiplies their strength.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3. LEARNED -- fit h from solved instances. Fast,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ADMISSIBILITY IS LOST, so optimality goes with it.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Sometimes an acceptable trade; say so when you make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Relaxation is the one to internalise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turns heuristic design from invention into a mechanical procedure, and it generalises to planning (Module 07).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A* is too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Memory bounds and bounded suboptimality.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deliberate compromises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IDA*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iterative deepening on f.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Linear memory, optimal, and it repeats work.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The right choice when memory is the constraint.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Weighted A*: f = g + w·h with w &gt; 1.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Returns a solution at most w times optimal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far faster.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bounded, stated compromise.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Beam search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keep only the best k nodes. Fast, no guarantee at all, and it can miss the solution entirely.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Anytime A*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return a solution quickly, improve it while time remains.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right shape for a game loop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04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bidirectional A*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harder than it looks because the two searches must meet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Weighted A* is the one to reach for first: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w = 1.5 is typically several times faster and within a few percent of optimal in practice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the bound is proved.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Report nodes expanded, not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MEASUREMENT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Wall-clock time confounds the algorithm with your implementation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your language, and your successor function's efficiency.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Nodes expanded isolates the algorithmic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what the theory predicts — so it is the number that can be compared against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both.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heuristic that halves nodes and triples time per node is a loss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only reporting both reveals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report the effective branching factor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normalises for problem depth and is therefore the only figure comparable across instances.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A* expands by g plus h, interpolating between uniform cost (h = 0, optimal and slow) and greedy best-first (g = 0, fast and wrong).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Admissibility gives optimality; consistency additionally lets you close nodes permanently, and without it graph search must allow reopening.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dominating heuristic never expands more nodes, and the maximum of several admissible heuristics is admissible — a free improvement.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measure is the effective branching factor, and reducing it from 2.8 to 1.4 at depth 20 is a factor of a million.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Relaxation derives admissible heuristics mechanically, and it is CSCE 669's bound-from-a-relaxation argument in a different subject.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Weighted A* gives a proved bound of w times optimal for a large speedup, which is the right first compromise.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