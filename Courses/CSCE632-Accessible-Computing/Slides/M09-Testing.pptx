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complementary-not-substitutable point is the module's organising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each method catches,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automated testing can and cannot detect.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a manual testing procedure.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Give examples of conformant but unusable interfaces.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testing with disabled participants, and pay for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testing plan with stated coverage.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Automated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number everybody should know and almost nobody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Automated tools can detect roughly a third of the success criteria, and that is the optimistic framing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MEASUREMENT THIS MODULE IS BUILT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Published estimates put fully automatable criteria at around 30% or 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automatable ones are the mechanical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missing alt attributes, contrast ratios, missing form labels, invalid ARIA.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are real defects and are worth catching cheaply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checker in continuous integration prevents regressions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a genuine and worthwhile use.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a tool cannot judge whether alt text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correct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whether a heading structure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meaningful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whether a focus order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sensible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whether a task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completable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'zero errors' means 'no detectable errors in about a third of the criteria'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how false conformance claims happen without anybody lying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method finds, and what it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Automated checker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Mechanical defects, ~1/3 of criteria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Seconds; put it in 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Keyboard-only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Operability, focus, traps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Minutes, high yield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Screen reader 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Semantics, naming, change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Longer; needs skill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Zoom and reflow 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Layout failures at 400%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Seconds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Expert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 of the rest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Hours; needs expertise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Users with disabilities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nothing else finds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Paid, scheduled, worth 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manual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order that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manual audit,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1  RUN THE CHECKER FIRST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it is free, and it clears the mechanical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noise so your attention is spent on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rest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2  KEYBOARD ONLY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the five properties (Module 05 section 2)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on the three most important tasks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3  ZOOM TO 400% AND CHECK REFLOW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plus magnifier, for distant dependencies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4  CONTRAST AND GREYSCALE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numeric, and fast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5  SCREEN READER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the same three tasks, eyes closed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recording what is announced for each step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6  READ THE TREE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role, name, value, state (Module 08)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for every control in those tasks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7  THEN THE CONTENT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headings, link text, language,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Checker first, then keyboard, then screen reader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cheap and broad passes before the slow and deep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Conformant and unusable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gap, made concrete.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Interfaces that pass every criterion and fail every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form where every field is labelled </a:t>
            </a:r>
            <a:r>
              <a:rPr sz="1600" b="1" i="1">
                <a:solidFill>
                  <a:srgbClr val="3C4555"/>
                </a:solidFill>
                <a:latin typeface="Calibri"/>
              </a:rPr>
              <a:t>correctly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 and the labels are 'Field 1' through 'Field 14'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conformant, and unusable.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Alt text reading 'image'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on forty images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present, accurate, and useless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no tool can tell the difference.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heading structure that is perfectly nested and describes the layout rather than the content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'Header', 'Sidebar', 'Content'.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focus order that is complete and runs right-to-left down the page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visiting the footer between two form fields.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flow of forty keyboard-accessible steps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each conformant, that is unusable by switch access (Module 05 §1).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Each of these passes every automated and most manual criteria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what 'necessary, checkable, insufficient' means in practice (Module 07 §3).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Testing with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only method that finds the last class, and how to do it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Test with disabled participants, pay them properly, and recruit for the technology they actually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REQUIREMENT, WITH ITS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expertise with the assistive technology is a skill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daily screen reader user navigates faster than you will ever read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finds problems your slow careful pass cannot.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are testing your interface, not their 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CSCE 671 §09's framing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matters more here because the opposite framing is so readily available.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Pay market rate for the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as you would for any specialist consultancy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unpaid accessibility testing by disabled people is extremely common and is not defensible.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recruit for the technology and the configuration, not for the diagnosis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'a daily NVDA user' and 'a switch access user' are the recruitment criteria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five participants finds most of it (CSCE 671 §09 §3).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testing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States each method, what it covers, and what it does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converts a plan into a coverage claim.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Puts the automated check in continuous integration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its real value is preventing regression rather than finding defects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value is high.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Schedules the manual passes at a stated cadence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since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manual audit is a snapshot and interfaces change.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includes disabled participants, paid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without which the plan has a named gap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better than an unnamed one and is what Module 13 §2 asks you to write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Automated tools detect roughly a third of the success criteria, so 'zero errors' means 'no detectable errors in about a third'.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tool cannot judge whether alt text is correct, whether a heading structure is meaningful, or whether a task is completable.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testing methods are complementary and not substitutable: each finds a class the cheaper ones structurally cannot.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Run the checker first to clear the mechanical noise, then keyboard, then screen reader.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Alt text reading 'image' on forty images is present, accurate, and useless — and no tool can tell.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Pay disabled participants market rate; unpaid accessibility testing by disabled people is common and not defensible.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