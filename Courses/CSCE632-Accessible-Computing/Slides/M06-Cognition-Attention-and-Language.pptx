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prevent-identify-recover structure is worth memorising.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632 — Accessible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Cognition, Attention, and Language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largest group, and the least 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632 · Module 06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this area is the least well covered.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memory and attention requirements.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language and reading requirements.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error prevention and recovery as access.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Reduce the cognitive demand of an interface.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this is underserved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worth understanding, not just noting.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cognitive requirements are the largest in population and the weakest in the standard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AN HONEST STATEMENT ABOUT A REAL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Cognitive, learning, and attention-related conditions are collectively the most common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standard's coverage of them is the thinnest and the most qualitative.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Because the requirements resist the measured-not-judged property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makes contrast work (Module 03 §3):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'is this simple enough' has no threshold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 criterion without a threshold is hard to enforce.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a limitation of the standard rather than of the requirement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Module 07 §4 is about what a standard can and cannot encode.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this module is more design guidance than checklist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stated openly,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pretending a qualitative requirement is a checkbox produces compliance without benefit.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Memory and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the interface may assume.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Reducing what has to be held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Do not require remembering across steps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show the reference code on the page that asks for it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CSCE 671 §03's recognition-over-recall.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Do not require remembering across modes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a modal that hides the information it asks about is the specific version of this.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Keep the sequence short and show the position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'step 2 of 4' costs nothing and removes a sustained uncertainty.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Allow interruption and resumption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is the requirement attention conditions most need and almost nothing provides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: save the partial state.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remove involuntary attention capture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motion, autoplay, and sudden layout shift all take attention whether or not it can be spared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(CSCE 671 §06).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Allowing interruption and resumption is the requirement attention conditions most need and almost nothing provides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save the partial state, always.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a technical requirement, not a style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Write for the lowest reading demand the content allows, which is lower than you think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REQUIREMENT, AND WHY IT IS NOT DUMBING 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Short sentences, common words, one idea at a time, and the point first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helps readers with dyslexia, with cognitive conditions, in a second language, and under time pressure.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expand abbreviations and define jargon on first use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a mechanical requirement, not a judgement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is checkable.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Plus declare the language of the page and of any passage in another language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because a screen reader pronounces using that declaration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gets it audibly wrong without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this is not dumbing down: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precise technical content can be written plainly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difficulty of the prose is independent of the difficulty of the idea — which is a claim this program's own writing tries to honour.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Errors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cognitive accessibility and good design are the same 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Prevention, identification,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PREVENT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constrain the input instead of validating it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format the field as the user types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accept every reasonable form of the answer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and do not ask for what you already know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IDENTIFY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say which field, in text, next to the field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say what is wrong, specifically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and not only in colour (Module 03 section 3)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RECOVER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say how to fix it, not only that it is wrong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preserve everything already entered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allow review before anything irreversible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and allow reversal afterwards where possible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WHICH IS CSCE 671 SECTION 05's error material,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arriving as an access requirement -- because a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recoverable error costs a moment and an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unrecoverable one ends the task.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A recoverable error costs a moment and an unrecoverable one ends the task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why error design is an access requirement rather than a nicety.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honest closing 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Everything in this module benefits everybody, measurably and immediately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makes it the strongest curb cut in the course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also the reason it is treated as optional polish.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gap between the population and the standard's coverage is the largest in the subject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means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conformance is least informative here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07 §4).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test is not a checklist but a count: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how many things must the user hold in mind, how many steps, how many words, how many unrecoverable actions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each is reducible.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one module where 'make it simpler' is the whole requirement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where your own fluency with your own interface is the thing most likely to mislead you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01 §4).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cognitive requirements are the largest in population and the thinnest in the standard, because they resist the measured-not-judged property.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Pretending a qualitative requirement is a checkbox produces compliance without benefit.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Allowing interruption and resumption is the requirement attention conditions most need and almost nothing provides.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Declare the language of the page and of foreign passages, because a screen reader pronounces from that declaration.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Plain writing is not dumbing down: the difficulty of the prose is independent of the difficulty of the idea.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recoverable error costs a moment and an unrecoverable one ends the task, which is why error design is an access requirement.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