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criteria-versus-techniques distinction is the practical key to the standard.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achievability-not-importance point is widely misunderstood and changes how you read the levels.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632 — Accessible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The Standard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WCAG's structure, and what a conformance claim means.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632 · Module 07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WCAG's structure and the POUR principles.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conformance levels and their basis.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a conformance claim establishes.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a standard can and cannot encode.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the standard as a floor rather than a target.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what makes the document usable.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Four levels of nesting, and why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4 PRINCIPLES -- POUR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Perceivable    available to a sense you have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Operable       usable with the inputs you have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Understandable content and behaviour both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Robust         works with assistive technology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       now and later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THEN GUIDELINES under each principle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goals, not testable -- they organise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THEN SUCCESS CRITERIA under each guideline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testable statements, pass or fail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each at level A, AA, or AAA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technology-independent by design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THEN TECHNIQUES, which are NOT normative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sufficient techniques: one way to pass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failures: known ways to fail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and you may pass by other means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SO: criteria are the requirement, techniques are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advice. Confusing the two is the commonest error in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using the document.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Criteria are the requirement and techniques are advice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confusing the two is the commonest error in using the document.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POUR is a good decomposition, which is worth saying because most acronyms are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 PRINCIPLES ARE USEFUL RATHER THAN DECORATIVE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Perceivable, Operable, Understandable, Robust map onto genuinely different failure modes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can it reach your senses; can you drive it; can you follow it; does it survive your technology.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they are roughly ordered by consequence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 imperceptible interface is a total failure and an understandability problem is a partial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useful triage order.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Plus Robust is the one people skip and is the one that ages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is the semantics requirement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is why Module 08 exists.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principles are worth using as a diagnostic frame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given a defect, ask which letter it breaks,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usually identifies the fix's category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immediately.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levels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what A, AA, and AAA actually mean.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conformance levels, and their real basis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737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517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Level</a:t>
            </a:r>
          </a:p>
        </p:txBody>
      </p:sp>
      <p:sp>
        <p:nvSpPr>
          <p:cNvPr id="8" name="Rectangle 7"/>
          <p:cNvSpPr/>
          <p:nvPr/>
        </p:nvSpPr>
        <p:spPr>
          <a:xfrm>
            <a:off x="230428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1401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it means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10527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5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In practice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1737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517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0428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1401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Minimum; its absence blocks whole groups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10527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0255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 optional, and not sufficient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1737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517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0428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1401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Achievable across content types without redesign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10527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0255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usual legal and procurement target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1737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517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AAA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0428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1401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 achievable for all content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10527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0255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Target where it applies; not claimable site-wide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conformance is all-or-nothing per page, which has consequences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HOW THE CLAIM IS ACTUALLY CONSTRUCTED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page conforms at a level only if every criterion at that level and below is met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there is no partial credit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one failure fails the page.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 process must conform end to end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conformant checkout with one inaccessible step is a non-conformant checkout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full-pages-and-complete-processes requirement.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makes honest claims hard and dishonest ones easy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'AA conformant' is asserted far more often than it is true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Module 09 §1 explains how that happens without anybody lying.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claim should name what was tested, how, and when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Module 13 §2's form and is what a serious accessibility statement contains.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it establishes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less than the word 'conformant' suggests.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conformance claim does and does not say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It says: these specific testable statements were checked and passed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is real information and is worth having.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It does not say the interface is usable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every criterion can pass while the task remains impractical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Module 09 §3 demonstrates with examples.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It does not cover cognitive accessibility adequately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for Module 06 §1's reasons.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it says nothing about whether anybody with a disability was involved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which is the question Module 09 §4 is about and the one that matters most.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So treat it as a floor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: necessary, checkable, insufficient.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Necessary, checkable, insufficient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is the honest three-word summary of what a conformance claim is worth.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a standard can encode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general point, arrived at 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standard can only require what can be tested the same way by two people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CLOSING, AND THE GENERAL LESSON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contrast has a number and simplicity does not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testability requirement is what makes a standard enforceable, and it is also what determines its coverage.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gaps are not oversights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they are the requirements that resisted operationalisation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Module 06 §1's gap seen from the standard's side.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this generalises: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any metric-driven process is shaped by what is measurable rather than by what matters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CSCE 671 §12 §4 and CSCE 676 §13's proxy problem, in a third setting.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use the standard for what it is good at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mechanical, checkable, arguable requirements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do not mistake the covered set for the required set.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632 · Accessible Computing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Criteria are the requirement and techniques are advice; confusing them is the commonest error in using the document.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POUR maps onto genuinely different failure modes and is roughly ordered by consequence.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conformance levels are about achievability, not importance — a AAA criterion is not a nicety.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Conformance is all-or-nothing per page and per complete process, which makes honest claims hard and dishonest ones easy.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 conformance claim is necessary, checkable, and insufficient.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 standard can only require what two people can test the same way, which determines its coverage as well as its enforceability.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632 · Accessible Computing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