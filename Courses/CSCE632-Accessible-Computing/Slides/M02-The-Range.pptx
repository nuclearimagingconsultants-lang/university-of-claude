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module's single most useful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semantics-not-pixels point is the bridge to Module 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Converting the argument into an observation is the transferable skill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Range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Permanent, temporary, situational — and the same requirement in all three.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permanent-temporary-situational framing.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is known about prevalence,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assistive technology landscape.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population is larger than it appears.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framing to argue for a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durations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design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same constraint, three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Constraint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Permanent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2180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3153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Temporary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hand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Amputation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2180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Broken 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Holding a child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see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Blindness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2180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Dilated pupils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Bright sunlight; driving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hear 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Deafness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2180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3153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Ear infection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821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918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Loud bar; no headphones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speak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4436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5409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Non-speaking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2180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3153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Laryngitis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918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Quiet office; a meeting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Reduced attention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4436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5409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ADHD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2180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3153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Concussion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821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18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Exhausted; distracted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means the situational column is the persuasive one and the permanent column is the obligatory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TO USE THE FRAMING HONESTLY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situational cases make the requirement feel relevant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everybody has tried to use a phone one-handed in sunlight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a real design argument rather than a rhetorical trick.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permanent cases are why it is required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situational constraint is an inconvenience and a permanent one is exclusion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are not the same 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the situational framing to get agreement and the permanent one to set the standard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situational case tolerates a workaround and the permanent one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01 §2's limit restated: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broad benefit is real and is not the justification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conflating them leads to dropping whatever lacks a mainstream beneficiary.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Prevalence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is known, and how uncertain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figures say, and what they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Roughly one person in six lives with a significant disability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by the usual international estimates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makes this the largest minority there is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it is one anybody can join.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But the figure depends entirely on the definition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self-report, functional assessment, and benefit eligibility give very different numbers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three are measuring different things.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rises steeply with age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means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population is growing wherever the population is ageing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 demographic fact, not a projection.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Plus the undercount: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people who have stopped trying to use an inaccessible system do not appear in its analytics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survivorship problem (CSCE 676 §08).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honest claim is 'a large minority, undercounted'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precise number is not the argument anyway.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People who gave up on an inaccessible system do not appear in its analytics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usage data systematically understates the population being excluded.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analytics argument is worth refusing explicitly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SPECIFIC BAD ARGUMENT YOU WILL MEET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'Our analytics show almost no screen reader users'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offered as evidence that the work is not needed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evidence of the opposite.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the measurement is conditional on being able to use the product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excluded are absent from the data by construction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exactly CSCE 676 §08's survivorship structure.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screen reader use is frequently not detectable anyway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good privacy reasons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absence of a signal is not even weak evidence.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correct response is to name the sampling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technical objection rather than an ethical appeal — and technical objections carry further in engineering meetings.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is actually between the user and your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ASSISTIVE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people use, and what it needs from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needs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Screen reader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Speaks or brailles the interface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Correct semantics (M08)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Magnifier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Enlarges a region of the screen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Reflow; no distant dependencies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Switch or scanning 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or two inputs, sequentially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Few steps; no timeouts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Voice control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Operates by spoken command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Visible, speakable names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Alternative keyboards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Different physical layouts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 keyboard operability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Captions and transcripts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Text for audio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Accurate, synchronised 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the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To argue for a requirement,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make the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Name the capability, not the condition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01 §3) — which keeps it a design requirement rather than an accommodation request.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Give the situational case first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it is the one your audience has experienced.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the permanent case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as the reason the workaround is not sufficient.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Then the test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takes minutes and converts an argument into an observation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is the move this whole semester is built 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refuse the analytics argument by naming the sampling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2), not by appealing to fairness.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Run the test in the meeting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unplugging a mouse takes ten seconds and ends the discussion faster than any argument.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population is large, undercounted, growing, and one anybody can join temporarily or permanently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reasonable thing to say and does not depend on a precise figure.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requirement does not actually depend on the 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interface that excludes one user in a thousand is still defective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count is a prioritisation input rather than a justification.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worth being clear about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arguing from the numbers invites arguing about the numbers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not the argument you want.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framing's real use is making the requirement legible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then the capability test settles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pattern for the next four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same design requirement covers permanent, temporary, and situational versions of a constraint — which is the framing's whole point.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Use the situational case to get agreement and the permanent case to set the standard, because only one of them tolerates a workaround.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Roughly one person in six, but the figure depends entirely on the definition and is undercounted.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People who gave up on an inaccessible system are absent from its analytics by construction, so usage data understates the exclusion.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Refuse the analytics argument by naming the sampling problem, which is a technical objection rather than an ethical appeal.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Every assistive technology consumes your semantics rather than your pixels.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