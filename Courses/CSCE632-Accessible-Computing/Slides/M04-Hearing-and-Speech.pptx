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subtitles-are-not-captions distinction is the one most often got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Hearing and Speech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Audio alternatives, and not requiring a voice.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requirements for audio content.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captions, subtitles, and transcripts.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audio description and when it is needed.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voice-only input excludes people.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Test an interface with the sound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short to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 information may be available only as audio, and none only as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WHOLE REQUIREMENT, IN ONE SENTENCE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 information carried by sound needs a text or visual equivalent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speech, alarms, status tones, and the audio track of video.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symmetrically, any information carried only visually in a video needs an audio or text equivalent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audio description (Part 3) and is the half people forget.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test is: turn the sound off, then look away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anything you lose in either direction is a defect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two minutes of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situational case is enormous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most video on the internet is watched without sound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this the clearest curb cut in the course (Module 02 §1).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Captions and transcripts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different things for different purposes.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distinctions, which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is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Synchronised text of all audio, incl. non-speech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Watching without hearing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Subtitles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Synchronised translation of speech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an accessibility feature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Transcript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full text, unsynchronised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Reading, searching, skimming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Audio description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Narration of essential visual content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Watching without seeing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Sign interpretation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signed track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Signing users; AAA-level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automatic captions are a draft, not a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SPECIFIC AND CURRENT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Automatic speech recognition has improved enormously and still fails on exactly the hard parts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names, technical terms, accents, overlapping speakers, and punctuation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errors are concentrated in the content words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terms carrying the meaning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caption track with the technical vocabulary wrong is worse than useless for a lecture.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do not caption non-speech audio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no speaker identification, no '[alarm sounds]', no '[laughter]' — all of which is information.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generate automatically and correct manually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far cheaper than transcribing from nothing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honest workflow rather than a compromise.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Audio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half that gets forgotten.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visual-only content needs narrating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Whenever essential information appears visually without being spoken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on-screen text, a diagram, a demonstration, a gesture, a facial reaction that carries the meaning.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most instructional video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'as you can see here' followed by silence is the characteristic failure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it is extremely common.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cheapest fix is to not need 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narrate what you are doing as you do 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produces a video that needs no separate description track and is better anyway.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design-for-the-constraint move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01 §2)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accessible version is the better version here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not an addition to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text transcript with the visual content described is frequently sufficient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much cheaper than a described audio track.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'As you can see here' followed by silence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characteristic failure of instructional video, and it is fixed by narrating rather than by adding a track.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Speech as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excludes people when it is the only way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voice-only interface excludes anybody who does not speak the way it expects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INCREASINGLY IMPORTANT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Non-speaking people, people with dysarthria or a stammer, people with atypical accents, and people who simply cannot speak aloud right now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are all excluded by a voice-only path.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speech recognition accuracy varies systematically by accent and by speech pattern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CSCE 638 §12's measured disparity arriving as an access requirement.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voice must be an alternative input and never the only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text path, a keypad path, or a human path has to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specific requirement for phone systems and voice assistants.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situational case is universal: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quiet office, a meeting, a sleeping child, a crowded train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makes this another case where the requirement needs no charity.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tests, which take five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Mute everything and use the interface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list every notification, alarm, and status tone you missed.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Play every video with the sound off and read the captions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checking for speaker identification and non-speech audio, not only for accuracy.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play it with the screen off and listen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audio description test and the one nobody runs.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find every path that requires speaking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check that an alternative exists.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Five minutes, four tests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this module's requirements are the cheapest to meet of any in the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No information may be available only as audio, and none only as visual-in-video — and the second half is the one people forget.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Subtitles are not captions: they omit speaker identification and non-speech audio, both of which are information.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Automatic captions fail concentratedly on names, technical terms, and accents — the content words — so they are a draft.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'As you can see here' followed by silence is the characteristic failure of instructional video.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Narrating what you do as you do it removes the need for a description track and makes a better video.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Speech recognition accuracy varies systematically by accent and speech pattern, so voice must never be the only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