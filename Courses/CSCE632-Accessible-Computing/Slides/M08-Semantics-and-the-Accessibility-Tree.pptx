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four-item check is the mechanical core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Semantics and the Accessibility 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mechanism, from which most of the rules follow.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accessibility tree and how it is derived.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name-role-value-state model.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rules of ARIA and why the first one exists.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live regions and announcing change.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a rule from the mechanism rather than recalling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what is actually exposed.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assistive technology reads a separate tree that your markup generates, not your markup and not your pixels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 THE WHOLE COURSE DEPENDS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platform builds an accessibility tree from your document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parallel structure of nodes, each with a role, a name, a value, and a set of states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assistive technology reads that tree through a platform API.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your visual design is invisible to it and your semantics are everything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div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with a click handler produces a node with no role and no name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however it looks.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nodes can be absent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decorative images,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display: none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content, and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aria-hidden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subtrees are pruned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sometimes what you want and is sometimes the bug.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debugging question is always 'what is in the tree'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every browser's inspector will show you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turns most accessibility debugging into reading a data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look at, and in what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OPEN THE ACCESSIBILITY PANE and for each control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check the four things: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ROLE    what kind of thing is this?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button, link, checkbox, heading...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missing role =&gt; "generic", unusable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NAME    what is it called?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from content, label, aria-label,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aria-labelledby, or alt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missing name =&gt; "button", unidentified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VALUE   what does it currently hold?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text entered, option selected,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slider position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STATE   checked, expanded, selected, disabled,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invalid, current, pressed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THEN THE TREE SHAPE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is the heading outline right?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are landmarks present?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is anything missing that should be there?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is anything there that should not be?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Role, name, value, state — for every control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accessibility pane in any browser shows all four.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Native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the native element brings everything with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native button is a role, a name, keyboard operability, focus, and state, for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NOT A STYLE PREFERENCE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&lt;button&gt; gives you the button role, the accessible name from its content, Enter and Space activation, focusability, a focus ring, and the disabled state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of it, in every browser and platform.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div with a click handler gives you none of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reproducing all of it correctly takes a role, a tabindex, two key handlers, a focus style, and state management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each of which can be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is: use the native element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reason is that it is less code and more correct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an engineering argument rather than a compliance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extends everywhere: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native form controls, native dialogs, native details, native tables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carries a keyboard model and a semantic contract you would otherwise owe.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its first rule, which is the important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rules, in order of how often they are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1 · Do not use ARIA if a native element will do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 ARIA is better than bad ARIA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bad ARIA is actively worse than none because it asserts something false.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2 · Do not change native semantics unless you must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giving a heading a button role removes it from the heading outline.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3 · Every interactive ARIA control must be keyboard operable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role does not bring behaviour with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commonest misunderstanding.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4 · Do not use </a:t>
            </a:r>
            <a:r>
              <a:rPr sz="1472" b="1" i="0">
                <a:solidFill>
                  <a:srgbClr val="3C4555"/>
                </a:solidFill>
                <a:latin typeface="Consolas"/>
              </a:rPr>
              <a:t>role="presentation"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 or </a:t>
            </a:r>
            <a:r>
              <a:rPr sz="1472" b="1" i="0">
                <a:solidFill>
                  <a:srgbClr val="3C4555"/>
                </a:solidFill>
                <a:latin typeface="Consolas"/>
              </a:rPr>
              <a:t>aria-hidden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 on a focusable element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produces a control that can be focused and cannot be identified.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5 · Every interactive element needs an accessible name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the icon-only button is where this is missed.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ARIA changes what is announced and never what anything does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a role without the matching keyboard behaviour is a lie the user acts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Because ARIA is a promise about behaviour that you then have to keep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 BEHIND THE FIRST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Adding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role="checkbox"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tells the user that Space will toggle it and that its checked state will be announced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browser does not implement either of those for you.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user is told what to expect and the expectation fails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worse than an unlabelled element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an unidentified control invites caution and a mislabelled one invites confidence.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real content of the first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native element keeps the promise and your ARIA makes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those are not symmetric amounts of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a general pattern worth noticing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declaration you have to keep manually synchronised with behaviour will drift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713 §01's make-the-defect-unexpressible argument applied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where modern interfaces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serial user does not perceive change unless it is announced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CHARACTERISTIC DEFECT OF DYNAMIC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search result count updating, a validation error appearing, a toast notification, an item added to a cart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visible, none announced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user continues unaware (Module 03 §2's serial channel).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region that updates must be declared a live region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 politeness level: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polite waits for a pause, assertive interrupts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assertive is almost always the wrong choice.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focus management is the other half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opening a dialog moves focus into it, closing returns focus where it came from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route changes in a single-page application need an explicit announcement and focus move.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one area where a framework will not save you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the framework does not know which of its re-renders are meaningful to a user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only you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this is why the mechanism is worth the hour it 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Once you know what the tree contains, most of the rules become derivable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'why does an icon button need a label' has an answer rather than a citation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671 §05's mechanism-over-rule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four-item check generalises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role, name, value, state, on every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complete audit procedure for the semantic half of this course.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it is inspectable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tree is right there in the browser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this the most debuggable part of accessibility and the part people nonetheless guess 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habit to build is: open the accessibility pane while you build the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after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the four items are a specification and not a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assistive technology reads a separate accessibility tree your markup generates, not your markup and not your pixels.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Check role, name, value, and state for every control, and the browser's accessibility pane shows all four.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native button brings a role, a name, keyboard operability, focus, and state for free; a div with a handler brings none of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ARIA changes what is announced and never what anything does, so a role without the matching keyboard behaviour is a lie the user acts 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mislabelled control invites confidence and an unidentified one invites caution, which is why bad ARIA is worse than none.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framework cannot manage your live regions, because it does not know which re-renders are meaningful.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