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Organising by capability rather than diagnosis is the structural decision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632 — Accessible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Disability as a Design Failure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the problem is located, and why that decides everything else.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632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medical and social models and their consequences.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location of the problem decides the engineering.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curb-cut argument and its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this course means by a capability.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this course relative to CSCE 671 and CSCE 679.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locate the problem in different places.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medical model locates disability in the person and the social model locates it in the mismatch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 THIS COURSE IS BUILT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medical model says a person is disabled by their impairment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response is to treat the person, or to accommodate them as an exception.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social model says a person is disabled by an environment built for a narrower range of bodies than exists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response is to fix the environment.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software is environment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almost entirely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puts the defect in the software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makes it an engineering problem with an owner.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this course takes the social model as its working position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as an ideological commitment but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one that generates testable requirements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 requirement you can test is what an engineering course needs.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follows from each, concretely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Under the medical model, an inaccessible interface is unfortunate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 response is a separate accessible version, requested and provided individually.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Under the social model it is a bug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with a severity, an owner, and a regression test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the framing that gets things fixed in practice.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separate version always loses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lags, it has fewer features, and it is the first thing cut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an observed pattern rather than a prediction.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the engineering consequence is: one artefact, built to work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is what the rest of this course is about.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this is not a claim that impairments are not real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the social model is sometimes accused of; it is a claim about where the fixable part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separate accessible version always loses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lags, it has fewer features, and it is the first thing cut when the schedule tightens.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curb cut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argument, and an honest statement of its limit.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Designing for a constraint improves the design for everybody, and this is observed rather than hoped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COURSE'S CENTRAL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Pavement ramps were built for wheelchairs and are used by anybody with a pushchair, a suitcase, a delivery trolley, or a bicycle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original case.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software cases are stronger: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captions are used most by people who can hear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keyboard access is what power users ask for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clear language helps everybody under time pressure.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accessibility argument does not require charity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quality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quality argument is the one that survives a budget meeting.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honest limit: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every accessibility requirement benefits everybody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screen reader label benefits exactly the people who need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still required.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curb-cut argument is a bonus, not the justification.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how this course organises the requirements.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Design against capabilities, not against diagnoses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MODULES ARE ORGANISED THE WAY THEY 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diagnosis does not tell you what somebody can do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people with the same condition may have entirely different interaction needs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diagnosis is private information you have no right to.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capability does: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can this interface be operated without seeing it, without hearing it, without fine motor control, without holding several things in working memory?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testable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you, today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unplug the mouse; turn on the screen reader; turn off the sound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is why the course is organised this 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generalises beyond disability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02's subject: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'cannot see the screen' covers blindness, bright sunlight, and driving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requirement is identical in all three.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capabilities, and where each is covered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821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Operable without seeing, or with low vision?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21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18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Hearing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Is any information audio-only?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21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Operable by keyboard, and without precision?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821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Cognition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What does it demand of memory and attention?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21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18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Speech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Is voice the only input?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821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918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04 §4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Photosensitivity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Does anything flash or move unavoidably?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821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918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11 §3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where this course fits in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All three Semester 11 courses replace a judgement about taste with a measurement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CSCE 671 replaces 'this feels intuitive' with five participants and a task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CSCE 679 replaces 'this chart looks good' with a measured channel ranking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this course replaces 'this seems accessible' with the assistive technology and the standard.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same move three times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applied to the interaction, the encoding, and the access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is what makes these three engineering courses rather than criticism.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all three correct the same error: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designing for an imagined user who resembles the designer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failure mode every one of the three is organised against.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question this course keeps asking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'tested with whom, against what?'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is CSCE 671's question with the population widened, and Module 13 is where it is answered properly.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medical model locates disability in the person and the social model in the mismatch; software is environment, which puts the defect in the software.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Under the social model an inaccessible interface is a bug with an owner and a regression test, which is the framing that gets things fixed.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separate accessible version always loses: it lags, has fewer features, and is cut first.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Designing for a constraint improves the design for everybody — but that is a bonus rather than the justification.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Design against capabilities rather than diagnoses, because a capability is testable and a diagnosis is private information you have no right to.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All three Semester 11 courses replace a judgement about taste with a measurement, and all three correct the same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