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three-layer structure is this module's main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Non-Visual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Figures, tables, and the hardest requirement in the course.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figure is not an image for this purpose.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 description that conveys what a figure shows.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Make a data table non-visually navigable.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sonification and tactile alternatives.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Make one of your own figures non-visually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harder than the alt-text rule suggests.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figure's content is a relationship, and alt text for an image does not convey a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NEEDS ITS OWN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'Bar chart of sales by region' says what the image is and nothing about what it shows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characteristic failure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extremely common.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figure's point is a comparison, a trend, or an outlier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679 §01 §2's task framing)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alternative has to carry the finding, not the picture.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it is a writing problem rather than a markup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the only requirement in this course that cannot be met mechanically.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to answer is: what would you say if you were describing this over the telephone?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right prompt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produces usable descriptions almost immediately.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three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together do the job.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Describe a figure in three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1  THE SHORT ALTERNATIVE  (alt, or a caption)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what kind of figure, what variables, and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THE FINDING in one sentence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"Sales rose in all four regions, with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north roughly doubling"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2  THE LONGER DESCRIPTION  (nearby, in text)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the axes with their units and ranges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the normalisation (CSCE 679 Module 13)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the shape: trend, groups, outliers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anything a reader would ask about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3  THE DATA ITSELF  (a real table, or a download)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because the figure is a view of a table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and the table is navigable, searchable,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and exact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LAYER 3 IS THE ONE PEOPLE SKIP AND THE ONE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THAT MOST OFTEN SUFFICES -- it costs a markup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table, and it makes every value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Layer 3 is the one people skip and the one that most often suffices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underlying table makes every value available exactly.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 real data table is navigable in a way a figure never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TABLE DESERVES ITS OWN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screen reader navigates a properly marked table cell by cell, announcing the row and column headers for each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genuinely good interface for exact 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better than a figure for lookup (CSCE 679 §01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requires the markup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header cells declared as headers, scope stated, a caption, and no layout tables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table built from divs is announced as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multi-level or merged headers need explicit association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where table markup gets genuinely difficult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prefer a flat 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a useful default: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publish the figure and the table together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sighted readers use the figure for shape and everybody uses the table for 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curb cut.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Other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Sound and touch, honestly assessed.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other channels can and cannot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Sonification maps a value to pitch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conveys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trend and shape well and exact values badly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so it complements a table rather than replacing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it has the same channel-ranking problem as colour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pitch is a magnitude channel with poor accuracy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so CSCE 679 §02's argument applies to it directly.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Tactile graphics and refreshable braille displays work well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and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require equipment most readers do not have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limits them to contexts where it is provided.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structured exploration beats both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letting a user query the data (highest, lowest, this category) is frequently more useful than any rendering.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So the honest ordering is: table, description, exploration, sonification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in decreasing generality.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Structured exploration beats sonification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user who can ask 'which is highest' has a better interface than one listening to a tune.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actually do, for every figure.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figure gets a one-sentence finding and a table, and that covers most of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one-sentence finding is the alternative that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writing it improves the figure's own caption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forces you to say what the figure is for (CSCE 679 §13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table makes every value available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exact, navigable, and cheaper than any other option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what you already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curb cut again: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figure with a stated finding and a published table is a better figure for everybody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searchable, quotable, and checkable.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this module's requirement is also CSCE 679's advice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the figure shows and publish what it was made from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most satisfying convergence in the semester.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'Bar chart of sales by region' says what the image is and nothing about what it shows, which is the characteristic failure.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figure's content is a relationship, so the alternative has to carry the finding rather than the picture.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Describe a figure in three layers: the finding, the longer description, and the data itself.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underlying table is the layer people skip and the one that most often suffices.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Pitch is a magnitude channel with poor accuracy, so the channel-ranking argument applies to sonification too.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figure with a stated finding and a published table is a better figure for everybody.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