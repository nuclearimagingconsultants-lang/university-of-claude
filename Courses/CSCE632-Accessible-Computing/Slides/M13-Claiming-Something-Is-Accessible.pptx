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no-complaints claim is the commonest and the emptiest.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semester's result, stated from the third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Something Is Accessible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you tested, and what you did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an accessibility claim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 honest accessibility statement.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in the semester and the program.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practice you will actually keep.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claim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has four parts, and three are usually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accessibility claim establishes that these criteria, tested this way, by these people, at this time,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criteria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level, and whether every criterion at and below it was actually checked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§2's all-or-nothing rule).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Tested how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automated only, which covers about a third; or manually; or with assistive technology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§1), which are wildly different claims.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By whom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whether anybody who uses assistive technology daily was involved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§4), which nothing requires and which determines the claim's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an audit is a snapshot and the interface has shipped eleven times since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'It's accessible' asserts all four and specifies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'It's accessible'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criteria, tested how, by whom, when? (§1)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'Our checker reports zero errors'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That covers about a third of the criteria (M09 §1)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'We're AA conformant'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page? Every complete process? (M07 §2)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tested it with a screen reader'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did, or a daily user did? Not the same test (M09 §4)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'No users have complained'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42793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315968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excluded are absent from your data (M02 §2)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'It's accessible but not WCAG compliant'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8848" y="4754879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791455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Possible, and it needs the evidence the claim skipped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an honest one contains.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accessibility statement that is worth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TARGET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which standard, which level, and whether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whole product or named parts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STATUS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conformant, partially conformant, or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non-conformant -- and partially is the honest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answer almost always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KNOWN EXCEPTIONS, NAMED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"the data export dialog is not keyboard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accessible; fix planned for Q3"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which is the clause that makes the rest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credible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HOW IT WAS TESTED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methods, and who ran them, and whether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disabled participants were involved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(Module 09 section 4)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WHEN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date of the assessment, and the cadence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A ROUTE IN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 contact who answers, which is the part that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changes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named exceptions are what make the rest of the statement credible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statement with no exceptions is a statement nobody 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the gap between conformance and usability has to be stated, not implied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EXCEPTIONS CLAUSE CARRIES THE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conformant interface may be unusable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§3)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non-conformant one may be perfectly usable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conformance level alone is a weak signal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the thing anybody cares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useful statement is about tasks, not criteria: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'these tasks have been completed by assistive technology users' is a far stronger claim than any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route in is what actually fixes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contact who answers converts an excluded user into a defect report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12 §4's most effective lever.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statement's job is to be honest and actionable rather than reassuring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statement with no named exceptions is a statement nobody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 and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courses, one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measurement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Replacing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Five participants and a real task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feels intuitive'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measured channel 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chart looks good'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technology, and the standard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seems accessible'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practice you will 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only kind worth specifying.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order of return per minute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Unplug the mouse before you commit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05 §2)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highest-yield thirty seconds in the course.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Open the accessibility pane while building each control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 §1) — role, name, value,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Use the native element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08 §2) — which is less code and more correct.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Put a checker in CI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09 §1) — for the regressions, which is its real value.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And ask the question in design review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12 §1)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because that is the only point at which it is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Only step 5 changes the cost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other four find defects, and the fifth prevents the decisions that make them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state a requirement from a capability and test it in minutes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makes this engineering rather than advocacy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whole structure of Modules 03 through 06.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the mechanism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accessibility tree, and name-role-value-state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most of the rules are derivable rather than recalled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what a conformance claim is worth, and why the failure is organisational rather than technical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07, 09, 12) — which is the part most courses omit.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is the accessibility statement with its exceptions named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'it's accessible' claims everything and establishes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accessibility claim establishes which criteria, tested how, by whom, and when — and 'it's accessible' asserts all four and specifies none.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'No users have complained' is the claim to refuse hardest, because the excluded are structurally absent from the complaint channel.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named exceptions are what make an accessibility statement credible; one with no exceptions is one nobody checked.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useful statement is about tasks rather than criteria, because conformance and usability come apart in both directions.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contact who answers converts an excluded user into a defect report, which is the most effective lever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Only asking in design review changes the cost; the other practices find defects after the expensive decision was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