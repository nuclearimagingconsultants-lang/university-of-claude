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defect-process point is the module's practical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632 — Accessible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Why It Fails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organisational causes, which are the real 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632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accessibility fails organisationally.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Make the cost argument correctly.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retrofit cost and its cause.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actually produces change.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Specify a process that holds accessibility.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failure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remarkably consistent.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Accessibility fails as a late-stage check against work that was already finished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PATTERN, WHICH IS ALMOST UNIVERSAL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design is approved, the implementation is built, and then an audit arrives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at which point every finding is a change request against finished work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competing with features.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findings are triaged, the serious ones are deferred, and the cheap ones are fixed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producing an interface with correct alt text and an unusable focus order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characteristic outcome.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nobody involved made a bad decision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each triage call was locally reasonable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exhortation does not fix this and process does.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cause is the position in the schedule, not the priority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same findings arriving as design feedback would simply have been built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at no additional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cost argument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How to make it, and how not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ARGUMENTS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works and what does not,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quality argument works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'this is a defect that excludes users' is a bug report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bug reports have an existing process (Module 01 §1).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architecture argument works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'this is cheap now and expensive later' is a technical-debt claim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engineering leads already act 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legal argument works and poorly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produces conformance rather than access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Module 07 §3's gap turned into a strategy.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market-size argument backfires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invites arguing about the number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02 §4), and the number is contestable.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moral argument is true and does not allocate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everybody already agrees, and agreement is not what is missing.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Everybody already agrees it matters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so an argument that produces agreement produces nothing; what is missing is a position in the process.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retrofit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real and is worth quantifying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Accessibility is nearly free in design and expensive in repair, and the ratio is architectural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TIMING ARGUMENT IS THE STRONGEST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Choosing a native element costs nothing; replacing a custom component library with accessible ones costs quarters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second is the same decision made later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08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Abstracting the input layer costs a day in week one and a rewrite in year two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11 §2) — which is the same shape.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design that assumed fixed pixel positions cannot be made to reflow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without redoing the layout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400% criterion is decided by a design decision nobody labelled.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argument to make and the one that is true: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cost is not the accessibility, it is the lateness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that reframes the request from 'additional work' to 'avoided rework'.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changes things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Observed, not hoped.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actually moves an organisation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PROCUREMENT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 buyer that requires conformance moves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suppliers, which is why public-sector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procurement rules have had more effect than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any guideline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LITIGATION AND REGULATION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effective, slow, and it produces the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conformance-not-access outcome (Module 07)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 DEFECT PROCESS THAT ACCEPTS THESE AS DEFECTS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the single most effective internal change,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because it routes the work through the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machinery that already works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CI GATES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cheap, narrow (Module 09 section 1), and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they prevent regression, which is most of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the long-run value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DISABLED STAFF, AND USERS WITH A ROUTE IN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which is what changes design rather than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only fixing defects -- and is why the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games field moved (Module 11 section 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Routing accessibility through the existing defect process is the single most effective internal change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because that machinery already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honest summary of this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technical problems in this course are solved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requirement in Modules 03 to 11 has a known implementation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subject's actual failure is organisational.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this module exists in an engineering course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knowing the fix is not sufficient if the fix arrives after the decision that made it expensive.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leverage is in the schedule and the process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design review, the defect process, the CI gate, and a route for users to report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rather than in anybody's conviction.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thing to carry out of here is a sequence: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argue from quality and architecture, get it into the defect process, gate the regressions, and ask in design review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four moves and none of them require authority.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Accessibility fails as a late-stage check against finished work, where every finding is a change request competing with features.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Nobody involved made a bad decision, which is why exhortation does not fix this and process does.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quality and architecture arguments work; the market-size argument backfires by inviting a debate about the number.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Everybody already agrees it matters, so an argument that produces agreement produces nothing.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cost is not the accessibility, it is the lateness — which reframes the request from additional work to avoided rework.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Routing accessibility through the existing defect process is the single most effective internal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