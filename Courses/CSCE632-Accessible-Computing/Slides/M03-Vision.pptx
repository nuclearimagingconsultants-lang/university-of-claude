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in Part 2 follows from the jump-by-heading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measured-not-judged property is why contrast requirements actually get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632 — Accessible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No sight, low sight, and colour — three different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632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the three vision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screen reader navigation model.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colour and contrast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magnification, zoom, and reflow.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Test an interface against all three.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are frequently confused and need different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 vision, low vision, and colour vision are three separate requirements with different fixes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TO GET RIGHT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 vision needs a non-visual representation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correct semantics, so a screen reader can convey structure, state, and change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 and Module 08).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Visual design is irrelevant to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Low vision needs the visual design to survive enlargement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magnification, zoom, reflow, and contrast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(Parts 3 and 4).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Semantics help and are not sufficient.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Colour vision needs redundant encoding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colour must never be the only channel carrying information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3), which is a single rule and is widely broken.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are frequently conflated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'accessible for blind users' is used to mean all three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fix for one does nothing for the others, which is how interfaces end up half-done.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screen reader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you have to understand, not just accommodate.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a screen reader user actually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NOT linearly, usually. The common operations: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jump by heading       the primary navigation,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        which is why heading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        structure IS navigation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jump by landmark      main, nav, search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list all links        then filter by typing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list all headings     to get an outline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tab through controls  focusable things only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read continuously     when actually reading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table navigation      cell by cell, with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        row and column headers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        announced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WHICH MEANS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headings are a table of contents, not a font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size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 page with one heading has no navigation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link text must make sense out of context,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because it is heard out of context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and "click here" x12 is a list of twelve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identical items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Heading structure is navigation, not typography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single most useful thing to know about how screen readers are actually used.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thing to internalise is that it is a serial channel with a cursor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MECHANISM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Sight is parallel: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perceive layout, grouping, and emphasis simultaneously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then attend to one part (CSCE 671 §02).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Speech is serial and has a cursor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one thing at a time, in an order, with a position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everything your layout conveys spatially has to be conveyed some other 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grouping has to be semantic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 visual box around three fields conveys nothing serially,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fieldset with a legend does.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why unannounced change is the characteristic defect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visual user sees new content appear and a serial user does not know it happened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08 §4's live region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Colour and contrast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measurable requirements, and no judgement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Colour must never be the only channel carrying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REQUIREMENT, AND IT IS ABSOLUTE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substantial minority cannot distinguish certain hue pairs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red and green most commonly, at roughly one in twelve men and one in two hundred women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red-green status encoding is unreadable to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pair colour with a second channel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shape, an icon, a position, a pattern, or a text label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text label is the most reliable.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quickest test is greyscale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the information survives desaturation, the colour was redundant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takes one screenshot and one filter.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679 Module 04's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it is a perceptual fact and here it is a requirement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same thing arriving from two directions.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CONTRAST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contrast requirements, which are numeric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Minimum (AA)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Enhanced (AAA)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Body 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028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4.5:1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7:1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text (18pt, or 14pt bold)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3:1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4.5:1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Interface components and their states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028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001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3:1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Meaningful graphics and icons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3:1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Decorative content, disabled controls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001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requirement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Magnification and zoom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most layouts break.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LOW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enlargement requires, and what it breaks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Text must reach 200% without loss of content or function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400% with reflow into a single column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the criterion that breaks layouts.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Reflow means no two-dimensional scrolling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magnifier user reading a line that requires horizontal scrolling loses their place every line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makes reading impossible rather than slow.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 magnifier shows a small window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anything that depends on two distant parts of the screen being seen together fails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tooltip far from its trigger, an error summary at the top.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Plus text has to be text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text in an image pixelates and cannot be restyled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why that is a separate criterion.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respect the user's font size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means relative units rather than fixed pixels.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400% zoom with reflow breaks more layouts than anything else in this course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takes thirty seconds to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three tests, which take about fifteen minutes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Turn on the screen reader and complete one task without looking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tests the no-vision requirement and is the one that teaches you most (Part 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Set the browser to 400% and check reflow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then turn on operating system magnification and look for distant dependencies (Part 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Run the contrast checker and the greyscale filter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3) — which are numeric and take a minute each.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three tests, fifteen minutes, and three distinct requirements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no amount of visual inspection substitutes for any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whole point is that your vision is not the one being tested.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No vision, low vision, and colour vision are three separate requirements with different fixes, and conflating them leaves interfaces half-done.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Heading structure is navigation rather than typography, because jumping by heading is the primary screen reader operation.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Speech is a serial channel with a cursor, so everything your layout conveys spatially must be conveyed some other way.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Colour must never be the only channel carrying information, and the greyscale test settles it in one screenshot.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Contrast requirements are computed from relative luminance rather than judged, which is why they actually get met.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400% zoom with reflow breaks more layouts than anything else in this course, and takes thirty seconds to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