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Separable difficulty is the option most often requested and least often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632 — Accessible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Games and Real-Time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this track's work meets this course's requirements.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632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games are a distinct accessibility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input, difficulty, and presentation options.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photosensitivity and vestibular requirements.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accessibility in a rendering and engine context.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Specify accessibility options for a real-time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games differ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about where the challenge is supposed to 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game's difficulty is deliberate, which makes separating intended from accidental difficulty the whole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THE SUBJECT TURNS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application that is hard to operate is defective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game that is hard to play may be working exactly as designed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no other interface has to reason about.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question is whether the difficulty is the intended challenge or an incidental barrier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timing puzzle may be the point, and a menu that needs a timing input is never the point.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gives a usable rule: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everything outside the intended challenge should be as easy as 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menus, navigation, text, inventory, and saving.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inside the challenge, offer options rather than removing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preserves the design for players who want it and makes the game finishable for those who cannot meet one particular demand.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are well established and cheap if planned.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real-time system should offer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INPUT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full remapping, including modifiers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no required simultaneous inputs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toggle instead of hold, everywhere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no required rapid repeated presses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adjustable sensitivity and dead zones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DIFFICULTY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separable: combat, timing, puzzle, resource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not one slider for all of them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and adjustable mid-game, without penalty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PRESENTATION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text size, independently of UI scale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subtitles with speaker names (Module 04)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high-contrast and colourblind modes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audio cues duplicated visually, and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visual cues duplicated audibly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CAMERA AND MOTION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field of view, shake, motion blur, head bob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all adjustable or disableable (Part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Toggle instead of hold, everywhere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cheapest single option on this list and one of the most widely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cost is almost entirely in retrofitting, which is an architecture argument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BELONGS IN THE DESIGN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Remappable input is cheap if the input layer is abstracted and expensive if key codes are scattered through the gameplay code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decision made in the first week.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Separable difficulty is cheap if the difficulty parameters are data and expensive if they are constants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likewise.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text scaling is cheap if the UI layout is responsive and nearly impossible if it is pixel-positioned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same argument.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accessibility cost of a real-time system is set by its architecture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12 §3's retrofit argument in the form this track will actually meet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Photosensitivity and 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requirements where the failure mode is physical harm.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Flashing can induce a seizure and large-field motion can induce sickness, and both are design-controllable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REQUIREMENT WITH THE MOST SERIOUS FAILURE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general flash threshold limits how much of the screen may flash, how fast, and at what contrast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roughly, no more than three flashes per second over a large area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red flashes treated more strictly.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testable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analysis tools exist for exactly this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makes it one of the few requirements in this module with a numeric check.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Vestibular symptoms come from large-field motion the body did not cause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camera shake, head bob, motion blur, forced camera movement, and a narrow field of view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response is to make each adjustable.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respect the system's reduced-motion preference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the platform already exposes and almost nothing reads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which is a one-line check with a real effect.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Engines and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this course meets the graphics track.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rendering and engine work owes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UI layer needs the accessibility tree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08)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a game engine's custom UI usually does not have one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the largest gap in this area.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means menus, settings, and text are frequently unreachable by a screen reader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even where the gameplay is playable —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menu is where the accessibility options live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a particular irony.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Contrast and colour requirements apply to the HUD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03 §3) — and a HUD over arbitrary rendered content has no fixed background, so it needs its own backing.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render settings are accessibility settings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motion blur, depth of field, bloom, and film grain all reduce legibility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each needs to be separately disableable.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CSCE 647's rendering features meeting this course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physically correct is not the same as legible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(CSCE 679 §12 §4).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game engine's custom UI usually has no accessibility tree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so the menus holding the accessibility options are themselves frequently unreachable.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closing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Games are where the accessibility argument is hardest and the results are most visible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a finishable game is an unambiguous outcome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unlike 'conformant'.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field has improved faster here than anywhere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driven by players rather than by regulation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Module 12 §4's point about what actually causes change.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practical requirement for this track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abstract the input, parameterise the difficulty, make the UI scale, expose the render settings, and respect reduced motion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five architectural decisions.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All five of which are cheap in week one and expensive in year two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only accessibility argument that reliably lands with an engineering lead.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game's difficulty is deliberate, so separating intended challenge from incidental barrier is the whole problem.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Everything outside the intended challenge should be as easy as possible, and inside it offer options rather than removing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Toggle instead of hold is the cheapest single option available and one of the most widely needed.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accessibility cost of a real-time system is set by its architecture: cheap in week one, expensive in year two.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Flashing can induce a seizure and is numerically testable; large-field motion induces sickness and needs per-effect controls.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game engine's custom UI usually has no accessibility tree, so the menus holding the accessibility options are unreachable.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