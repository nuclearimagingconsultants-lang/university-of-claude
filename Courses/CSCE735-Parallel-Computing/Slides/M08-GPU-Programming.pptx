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independence is the design decision that makes CUDA portable across a decade of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'Local' memory being global-speed surprises people and spilling is a common silent performance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AoS case is worth running — the measured difference is convincing in a way the explanation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GPU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Thousands of threads, and a machine that only makes sense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CUDA execution model and map it to the hardware.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warps and why divergence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memory hierarchy and coalescing.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occupancy and what it is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correct kernel and launch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execution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Threads, blocks, and grids.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model, and the hardware under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SOFTWARE                      HARDWARE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--------                      --------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thread                 --&gt;    one lane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WARP (32 threads)      --&gt;    executed in LOCKSTEP, always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block (up to 1024)     --&gt;    resident on ONE streaming multiprocessor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                  (shares that SM's shared memory)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grid (many blocks)     --&gt;    distributed across all SMs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KEY FACTS: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* A warp is the real unit of execution. Blocks are divided into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warps and warps are scheduled; individual threads are not.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* Threads in a block can synchronise (__syncthreads) and share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memory. Threads in different blocks CANNOT, except via global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memory and a kernel boundary.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* Blocks must be independent -- they may run in any order, and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any subset may run concurrently. This is what makes the model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scale across devices with different SM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Blocks being independent is what lets the same binary run on a device with 4 SMs and one with 128.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warp is the real unit, not the thread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EXPLAINS THE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32 threads execute in lockstep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issuing the same instruction each cycle. The hardware schedules warps, not threads.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block of 100 threads occupies four warps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 last of which is 28/32 idle.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Always use multiples of 32.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branch that goes different ways within a warp serialises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paths execute, with the inactive lanes masked off.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about GPU performance follows from this.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Divergence, coalescing, and occupancy are all consequences of lockstep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Divergence: both branches execute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some lanes in a warp take the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if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and others the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else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the warp executes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masking the inactive lanes each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cost is the sum of the branches, not the maximum.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two-way branch costs twice.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Divergence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between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warps is free.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Warp 0 taking one path and warp 1 another costs nothing — they are scheduled independently.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organise data so that threads in the same warp take the same path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sort by branch condition, or pad, or restructure. This is frequently a large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GPU performance is actually won.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GPU memory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153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thread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Plentiful; limits occupancy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~20 cycles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Programmer-managed cache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L1 / L2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 / device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~30/200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Automatic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~400–800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Large, slow, coalescing matters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Constant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6148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121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Device, read-only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2180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153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Cached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163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260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Broadcast to a whole warp cheaply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6148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7121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thread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2180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3153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Global speed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1636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Register spills. Avoid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Coalescing: the warp's accesses must be contiguous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SINGLE MOST IMPORTANT MEMORY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memory system serves a warp's 32 accesses as a small number of wide transactions.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32 threads read 32 consecutive floats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that is one 128-byte transaction.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Perfect.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they read 32 scattered addresses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that is up to 32 separate transactions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32× the memory traffic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the same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thread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should access element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arrays should be structure-of-arrays. The same rule as Module 02, with a much steeper penalty.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COALESCING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pattern that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COALESCED: consecutive threads read consecutive addresses.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__global__ void good(float* a, float* b, float* c, int n)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int i = blockIdx.x * blockDim.x + threadIdx.x;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if (i &lt; n) c[i] = a[i] + b[i];       // thread i -&gt; element i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NOT COALESCED: stride between consecutive threads.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__global__ void bad(float* a, float* c, int n, int stride)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int i = blockIdx.x * blockDim.x + threadIdx.x;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if (i*stride &lt; n) c[i] = a[i * stride];   // scattered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NOT COALESCED: array of structures -- each thread wants one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field, so the warp reads 32 widely separated words.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struct P { float x, y, z, w; };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__global__ void aos(P* p, float* out, int n) {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int i = ...;  out[i] = p[i].x;       // reads 1 of every 4 floats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//  FIX: separate arrays for x, y, z, w (structure of arrays).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array-of-structures case is the one that appears in real code and silently costs 4×.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Occupancy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Having enough threads to hide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Occupancy exists to hide memory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Global memory latency is 400 to 800 cycles.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CPU hides this with caches and prediction; a GPU hides it by switching to another warp.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Occupancy is the fraction of the maximum resident warps that are actually resident.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More resident warps means more candidates to switch to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more latency is covered.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limited by registers per thread, shared memory per block, and block size.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Using too many registers reduces the warps that fit — which is a real tuning trade-off.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Maximum occupancy is not the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 MISUNDERSTANDING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Occupancy is a means, not an end.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goal is to saturate the limiting resource — usually memory bandwidth.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kernel at 50% occupancy that saturates bandwidth is finished.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Raising occupancy achieves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more registers per thread can beat more warps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instruction-level parallelism within a thread also hides latency.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Volkov's result: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several kernels run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faster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lower occupancy with more work per thread.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Measure, do not maximise the 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a kernel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every error.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Kernel launches fail asynchronously; without checking you see a wrong answer, not an error.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compute-sanitizer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CUDA memcheck and race detector. Catches out-of-bounds and races.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Verify against the CPU result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before optimising anything.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Guard the bounds.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Grid size rounds up, so some threads are past the end.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if (i &lt; n)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not optional.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profile with Nsight Compute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reports the limiting resource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Asynchronous launch failure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one that costs beginners the most time — the error surfaces at the next synchronisation, far from its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warp of 32 threads executes in lockstep and is the real unit of scheduling — everything about GPU performance follows from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Blocks must be independent, which is what lets one binary scale across devices with very different SM counts.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divergent branch within a warp executes both paths with masking, so the cost is the sum; divergence between warps is 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Coalescing is the most important memory rule: thread i should access element i, or the warp costs up to 32 transactions instead of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Occupancy exists to hide memory latency by providing warps to switch to, and is limited by registers and shared memory.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Maximum occupancy is not the goal — several kernels run faster at lower occupancy with more work per thread.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