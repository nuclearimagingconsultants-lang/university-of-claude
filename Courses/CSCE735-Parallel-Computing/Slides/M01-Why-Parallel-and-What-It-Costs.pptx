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'free versus earned' distinction in the last column is the framing worth keeping.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compute S for s = 0.01, 0.05, 0.1 at n = 1000. The numbers are sobering.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row is the one to dwell on. It explains why large core counts are not a general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are legitimate and they answer different questions. Reporting only the flattering one is the common dishonesty.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Superlinear speedup deserves explanation rather than celebration — it usually indicates a baseline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Parallel, and What It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free lunch ended, and the bill is restructuring.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single-thread performance stopped improving.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Amdahl's law and compute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Gustafson's law and say when it applies instead.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strong from weak scaling.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and report speedup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end of the free lunch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industry turned to 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Dennard scaling ended; Moore's law did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FACTS PEOPLE CONFLATE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Moore's law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transistor count doubling — continued for a long time after the change, and is slowing now for different reasons.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Dennard scaling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power density staying constant as transistors shrink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broke around 2005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Leakage current stopped falling with voltage.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clock speeds stopped rising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while transistor budgets kept growing. The transistors had to go somewhere.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went into cores, wider vector units, and specialised hardware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of which require the programmer to restructure the computation.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bill.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WHERE THEY WENT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transistors bought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Scaling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Clock 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Stopped ~2005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— it was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Still growing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Explicit parallelism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SIMD width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Still growing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Vectorisable loops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Growing slowly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Specialised units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Growing fastest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Using the right library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Amdahl's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serial fraction bounds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AMDAHL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limit on speedup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S(n) = 1 / ( s + (1−s)/n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Speedup with n processors, where s is the fraction of the work that is inherently serial.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S(∞) = 1/s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As n grows without bound, speedup approaches the reciprocal of the serial fraction. And nothing exceeds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 = 0.05  ⟹  S(∞) =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Five percent serial caps you at 20×, no matter how many cores you buy.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bound depends only on the serial fraction, not on the hardware. This is why reducing s matters more than adding cores.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AMDAHL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serial fraction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Serial fraction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Speedup at n=16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Speedup at n=1024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0767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5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Ceiling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15.9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506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7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5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13.9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91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7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5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9.1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19.6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7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5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724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697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9.9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0767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0495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50%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724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3697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1.9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8756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9729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0767" y="42793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5" y="431596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serial fraction is larger than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COUNTS AS SERIAL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just the obviously sequential code.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Everything that does not scale counts.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Startup and teardown.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Reading input, allocating, building data structures, writing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Synchronisation.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Time at a barrier is time not spent computing.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Load imbalance.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one thread takes twice as long, the others' idle time is effectively serial.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parallel overhead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thread creation, communication, scheduling.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of it lands in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Gustafson's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other half of the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Gustafson: problems grow with the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SUPERCOMPUTERS ARE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Amdahl assumes a fixed problem 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asks how much faster you can solve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Gustafson observes that nobody buys a bigger machine to solve the same problem faster.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solve a bigger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serial fraction usually does not grow with problem size.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Reading a configuration file costs the same for a grid of any size.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scaled speedup is nearly linear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machines with a hundred thousand cores are worth building, despite Amdahl.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Strong and weak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Strong scaling (Amdahl)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Fixed total problem size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more processors.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processor gets less work.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Bounded by the serial fraction.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Communication-to-computation ratio worsens.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Asks: how fast can I solve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this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Weak scaling (Gustafson)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Fixed work per processor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more processors.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Total problem size grows with 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Can stay near linear.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Ratio stays roughly constant.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Asks: how big a problem can I solve?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Report both, and say which you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HONESTY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Weak scaling curves look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paper showing only weak scaling is making a weaker claim than it appears to.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Strong scaling is what most users care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have a problem and want it solved sooner.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measure and report 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label them unambiguously.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state the baseline.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Speedup against an unoptimised serial version is the oldest trick in the field, and it is still common.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speedup is misreported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Against an unoptimised baseline.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Parallelise bad code and the speedup is flattering and meaningless.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Against a different algorithm.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Comparing your parallel method to a worse serial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Scaling plots that stop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exactly where the curve would have bent.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Superlinear speedup claimed as a triumph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 is usually a cache effect and it means the baseline fitted poorly.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best-of-many timings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rather than a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All five are common in published work.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Reading for them is a skill.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Dennard scaling ended around 2005, not Moore's law — so clocks stopped rising while transistor budgets grew, and the transistors went into cores and vector units.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resource except clock speed requires the programmer to restructure the computation. Performance stopped being free.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Amdahl: speedup is bounded by 1/s where s is the serial fraction. At 5% serial, going from 16 to 1024 cores buys a factor of two.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serial fraction includes startup, synchronisation, load imbalance, and parallel overhead — which makes it larger than it first looks.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Gustafson: problems grow with the machine, and the serial part usually does not, so scaled speedup stays near linear.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Strong scaling fixes the problem and adds processors; weak scaling fixes the work per processor. Report both and state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