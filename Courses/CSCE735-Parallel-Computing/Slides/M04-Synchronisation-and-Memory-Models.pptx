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RW-lock caveat surprises people who reach for it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bug students write once and never again, but they write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x86, acquire-release is nearly free and seq_cst costs a fence; on ARM the difference is larger.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'atomics are not a free lock' point is the one that surprises people — contention is the cost, not the primitive.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Synchronisation and Memory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'happens before' means when nothing is sequential.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mutexes and condition variables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memory model is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atomics with appropriate memory ordering.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sequential consistency and why hardware does not provide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and avoid the common synchronisation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familiar primitive, and its failure modes.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Synchronisation primitives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Primitive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Provides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Mutex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Mutual exclusion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~20–100 ns uncontended; far more contended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Reader-writer 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readers or one writer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wins with many readers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Condition variable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Wait for a predicate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Requires a mutex;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must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Atomic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Indivisible read-modify-write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Cheapest; limited to one word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Barrier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threads reach a point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Costs the slowest thread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Semaphore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Counted resource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16367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6095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General; easy to misuse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CONDITION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loop is not optional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std::unique_lock&lt;std::mutex&gt; lk(m);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while (!ready)          // &lt;-- WHILE, not IF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cv.wait(lk);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... use the data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WHY A LOOP: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* SPURIOUS WAKEUPS are permitted by the standard -- wait() may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 return without any notify at all.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* Even without them, another thread may have consumed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 condition between the notify and this thread acquiring the lock.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With `if`, the code proceeds with the predicate FALSE.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This is the single most common condition variable bug.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cv.wait(lk, []{ return ready; });   // the predicate overload; same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predicate overload of wait() writes the loop for you, and is what you should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Lock ordering prevents deadlock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Deadlock requires a cycle in the wait-for graph.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Thread A holds lock 1 and wants 2; thread B holds 2 and wants 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global acquisition order makes a cycle impossible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everyone takes locks in the same order, no cycle can form.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define the order, document it, and never violate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std::scoped_lock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takes several locks deadlock-free in one call.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hold locks for as short a time as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never across I/O, never across a callback into code you do not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Memory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your writes are not where you left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Nothing happens in the order you wrote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UNCOMFORTABLE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compiler reorders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may hoist, sink, merge, or eliminate memory operations to optimise.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processor reorders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out-of-order execution and store buffers mean writes become visible in a different order than issued.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are legal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both preserve single-threaded semantics. Which is all the hardware ever promised.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without synchronisation, another thread may observe your writes in any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memory model is the contract that says when it may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C++ memory orderings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seq_cst  —  a single total order all threads agree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default. Strongest, simplest to reason about, and the most expensive on weakly ordered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acquire / release  —  a one-way barrier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release store synchronises with an acquire load of the same variable. Everything before the release is visible after the acquire.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relaxed  —  atomicity only, no ordering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operation is indivisible and nothing else is guaranteed. For counters nobody reads until the 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Acquire-release is sufficient for most lock-free code and measurably cheaper than sequential consistency on ARM.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Sequential consistency is what you assume and not what you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Sequential consistency means there is one global order of all memory operations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consistent with each thread's program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what everyone intuitively assumes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 mainstream processor provides it by default — it would cost too much performance.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x86 is relatively strong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(total store order);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ARM and POWER are weak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reorder much more freely.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code that works on x86 can fail on ARM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now a mainstream target.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the language's model, not your mental model of a processor.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Atomics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they help and when they do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atomics are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Counters and flags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where a lock would be absurd overhead for a single word.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Compare-and-swap loops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small lock-free updates (Module 05).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they are not free.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 atomic read-modify-write locks the cache line; under contention it is slower than a mutex.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Contended atomics serialise just as locks do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 the additional cost of repeated failed attempts.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per-thread accumulation beats both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whenever it is possible, which is most of the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mistakes that recur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Double-checked locking without atomics.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classic broken idiom; correct only with proper ordering.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1" i="0">
                <a:solidFill>
                  <a:srgbClr val="141924"/>
                </a:solidFill>
                <a:latin typeface="Consolas"/>
              </a:rPr>
              <a:t>if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instead of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while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a condition variable (Part 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Holding a lock across I/O or a callback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unpredictable duration, and possible re-entry.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Assuming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volatile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means atomic.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does not, in C or C++; it prevents some compiler optimisations and says nothing about the processor.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lock-free code written without the memory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works until the architecture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mutex costs tens of nanoseconds uncontended and far more contended; a reader-writer lock is more expensive than a mutex unless readers dominate.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Condition variables must be waited on in a loop — spurious wakeups are permitted and the predicate may be consumed by another thread.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Deadlock requires a cycle, so a documented global lock acquisition order makes it impossible.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Both the compiler and the processor reorder memory operations, legally, because both preserve single-threaded semantics.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Acquire-release is sufficient for most lock-free code and cheaper than sequential consistency, especially on weakly ordered hardware.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Atomics are not a cheap lock — contended atomics serialise too. Per-thread accumulation beats both when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