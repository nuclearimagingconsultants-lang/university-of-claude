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name is the problem — 'lock-free' sounds like a performance claim and is a liveness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weak-in-a-loop rule is a small thing that is consistently got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'never free' option is genuinely reasonable for bounded structures and is underused.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list is the module's practical content. Most people reaching for lock-free should stop at line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Lock-Free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Progress guarantees, and whether you need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the progress guarantees precisely.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compare-and-swap loop.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ABA problem and its solutions.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safe memory reclamation.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honestly when lock-free is warranted.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Progress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 terms, usually used loosely.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GUARANTEES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Implies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Wait-free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thread completes in bounded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Strongest; rare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Lock-free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thread makes progress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System-wide progress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Obstruction-free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thread running alone completes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Weakest non-blocking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Blocking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suspended thread can stall others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a mutex gives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Lock-free is a liveness property, not a speed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MISUNDERSTANDING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Lock-free guarantees that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some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thread makes progress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even if others are suspended arbitrarily.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says nothing about throughput.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lock-free structure under contention can perform worse than a mutex, because failed CAS attempts discard completed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Where it genuinely matters: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real-time systems where a priority-inverted thread cannot be tolerated; signal handlers; and code that may be interrupted by a thread that never resumes.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you want speed, measure.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answer is frequently that a mutex, or avoiding sharing entirely, wins.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Compare and 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primitive everything is built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Atomically apply f to a shared value.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template &lt;class F&gt;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void atomic_update(std::atomic&lt;int&gt;&amp; v, F f)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int old = v.load(std::memory_order_relaxed);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int desired;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do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desired = f(old);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 while (!v.compare_exchange_weak(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    old, desired,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    std::memory_order_release,     // on success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    std::memory_order_relaxed));   // on failure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NOTE: compare_exchange_weak UPDATES `old` on failure,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so the loop retries with the fresh value automatically.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compare_exchange_WEAK may fail spuriously and is cheaper 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LL/SC architectures (ARM, POWER). In a loop, always use weak.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Outside a loop, use strong.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weak/strong distinction matters on ARM and POWER, where load-linked/store-conditional can fail without contention.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ABA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CAS IS NOT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CAS checks that a value is unchanged, not that nothing happened.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Thread 1 reads A. Threads 2 and 3 change it to B and back to 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Thread 1's CAS succeeds, because the value matches.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world changed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 a linked structure, the node at that address may have been freed and reallocated for something else entirely.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Solutions: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tagged pointer with a version counter incremented on every change; double-width CAS; or a memory reclamation scheme that prevents reuse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Memory reclamation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genuinely hard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cannot free a node someone might still be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CORE DIFFICULTY OF LOCK-FREE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a lock, you know nobody else is in the structure.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Freeing is safe.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one, a thread may be holding a pointer to a node you have just unlinked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have no way to tell you.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Freeing it is a use-after-free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hardest class of bug to diagnose.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This, not the algorithm, is what makes lock-free data structures difficult.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Writing a lock-free stack is an afternoon; reclaiming its memory correctly is the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RECLAMATION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Safe reclamation schemes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Hazard pointers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Each thread publishes what it is reading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store and fence per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Epoch-based (RCU)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 only after all threads pass an epoch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 reads; delayed frees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Reference counting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Count readers atomically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Atomic per access; contended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Never free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Leak, or use a pool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Viable more often than it sounds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Judgement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to reach for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Questions to ask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avoid sharing?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Per-thread state and a final combination removes the problem entirely.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shard?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Many locks over disjoint partitions scales nearly as well and is far simpler.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Have you measured the mutex?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is frequently not the bottleneck you assumed.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 you need the progress guarantee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do you want speed? They are different requirements.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there a library?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Use it. Correct lock-free structures are research contributions.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Use a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Correct lock-free data structures are published as research papers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several well-known published ones had bugs found years later.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memory model subtleties, the ABA cases, and the reclamation scheme each offer many ways to be subtly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failures are rare, non-reproducible, and catastrophic.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a tested implementation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Boost.Lockfree, folly, libcds, or your platform's concurrent collections.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Write your own to understand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this module is for.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Ship someone else's.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Wait-free guarantees every thread completes in bounded steps; lock-free guarantees some thread progresses; blocking means a suspended thread can stall others.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Lock-free is a liveness property, not a speed claim — under contention it is frequently slower than a mutex.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CAS loop is the basic primitive; use compare_exchange_weak inside a loop and strong outside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ABA: CAS checks that a value is unchanged, not that nothing happened — the address may have been freed and reused.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Safe memory reclamation, not the algorithm, is what makes lock-free structures hard. Writing the stack is an afternoon; freeing its nodes is the project.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Ask first whether you can avoid sharing or shard the locks, and then use a library — correct lock-free structures are research contributions.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