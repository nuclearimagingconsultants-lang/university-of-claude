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'detects what did not occur' property is what makes sanitisers qualitatively better than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cost is real and worth stating: reproducibility and load balancing are in 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sanitiser phrasing is the model — state what was established, not what you hope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735 — Parallel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Correctness, Debugging, and Shipping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parts that determine whether any of it is usable.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735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testing establishes less for concurrent code.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the tools that detect possible rather than observed failures.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Achieve reproducibility and know what it costs.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Debug a parallel program systematically.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you can honestly claim about parallel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testing establishes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Less than you would like.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Passing tests shows that one interleaving worked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FUNDAMENTAL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serial program has one execution path for a given input.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Testing it establishes a great deal.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concurrent program has exponentially many interleavings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test exercises one of them — whichever the scheduler happened to produce.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thousand passing runs establish that a thousand interleavings worked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out of a space you cannot enumerate.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untested ones are not random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they are the ones that occur under production load, which is precisely when you will meet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Tools, by what they establish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Establishes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Limit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Testing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This interleaving worked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Very weak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ThreadSanitizer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race was possible on this path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Only paths executed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Model checking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interleaving fails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Small models 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Static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class of error is absent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False positives; annotation burden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Formal proof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Correct, given the model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Expensive; the model may be wrong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Model checking the small 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EXHAUSTIVE VERIFICATION IS FEASIBLE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Tools like SPIN and TLA+ explore every interleaving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a model, exhaustively.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They cannot handle a whole program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state space explodes.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a lock protocol, a queue, or a state machine is small enough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those are exactly where the hard bugs live.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model the tricky core and test the rest.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Several published lock-free algorithms had bugs found this way (Module 05), which is the strongest available evidence that it 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Reproducibility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you usually do not have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Parallel results are not bitwise reproducible by default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EXPECTATION TO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Floating-point addition is not associative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06), so a reduction's result depends on the combination order.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order depends on the thread count, the schedule, and the timing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two runs on the same machine can differ.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not a bug and it must be expected.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a consequence of the arithmetic, not of the implementation.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you need bitwise reproducibility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for regression tests, for debugging, or for a result someone must replicate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must fix the reduction order and pay for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ACHIEVING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Getting reproducibility when you need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Fixed decomposition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independent of thread count — the same chunks combined in the same order every run.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Deterministic reduction trees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rather than whoever-finishes-first combination.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 atomics for accumulation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because their order is non-deterministic.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Compensated summation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(Kahan) reduces the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error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a different and also useful goal.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it costs performance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fixed order forbids dynamic balancing.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Debugging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method, since intuition fails.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Debugging a parallel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1. Reproduce it.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Record the thread count, the input, the schedule. Increase the thread count and add delays to widen windows.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2. Does it fail with one thread?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If so, it is not a concurrency bug and the whole problem is simpler.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3. Run the sanitisers.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They frequently name it immediately.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4. Reduce it.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Cut the program down until the bug disappears, and the last removal is the clue.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5. Then reason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about the specific interleaving, with a small enough example to hold in your head.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Step 2 is the one people skip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it resolves a surprising fraction of supposed concurrency bugs.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Heisenbugs: observation changes the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PRINTF DEBUGGING FAILS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Adding a print statement changes the timing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changes the interleaving, which hides the bug.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Running under a debugger does the same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more dramatically.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use low-overhead logging to a per-thread buffer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dumped afterwards — no locks, no I/O, minimal timing disturbance.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record timestamps and thread IDs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interleaving can be reconstructed after the fact rather than observed during.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Claiming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course, closed.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can honestly say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'It is X times faster than the optimised serial baseline, on this hardware, at this problem size.'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With the distribution.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'It scales to N cores, with the departure from ideal here, for this reason.'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'It is bandwidth-bound at this arithmetic intensity'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with the roofline to support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'ThreadSanitizer reports no races on our test suite.'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Not 'it is race-free'.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what you cannot say: 'it is correct'.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You can say it passes, and what was checked.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You can take a working program and determine, with measurement, what limits it — and therefore what would help.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You can write correct shared-memory, GPU, and distributed code, and you know which tools establish what about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know that most code is bandwidth-bound, most speedup claims are overstated, and most parallel bugs are design failures.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629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chose the algorithm;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614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explained the machine;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647, 649, 608, 650, and 748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supplied the workloads.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course made them fast, and honestly measured.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serial test exercises one path; a concurrent test exercises one interleaving out of exponentially many, so passing establishes far less.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ThreadSanitizer detects races that did not occur on paths you did execute, which is qualitatively stronger than testing.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Model checking explores every interleaving of a small model — so model the tricky core and test the rest.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Parallel floating-point results are not bitwise reproducible by default, because addition is not associative and the order varies.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Reproducibility requires a fixed decomposition and deterministic reduction order, and it costs dynamic load balancing.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Say what was established — 'the sanitiser reports no races on our suite' — rather than what you hope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