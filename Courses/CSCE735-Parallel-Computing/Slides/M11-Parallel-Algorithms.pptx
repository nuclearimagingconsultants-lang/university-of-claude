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Work-efficiency matters as much as depth — an algorithm doing n log n work to achieve log n depth often loses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doubling-reach intuition for Hillis-Steele is what makes the result believable.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radix sort is just repeated scan ties Part 3 back to Part 2 nicely.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735 — Parallel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Parallel Algorithms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primitives, and the one that surprises everyone.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735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Analyse an algorithm by work and depth.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parallel reduction and scan.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scan is parallelisable despite appearing sequential.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parallel sorting.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limits of the PRAM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Work and 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right complexity measures.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measures, not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W  —  work: total operations, over all processors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What the serial algorithm would do. Should be close to the best serial complexity.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  —  depth (span): the longest chain of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time on infinitely many processors. The fundamental limit on parallelism.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T_p  ≤  W/p + D        (Brent's theorem)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Running time on p processors is bounded by the work divided among them, plus the depth.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W/D is the available parallelism.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A low-depth algorithm with high work may lose to a high-depth one with low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Work-efficiency matters as much as depth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TRADE PEOPLE GET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 algorithm with O(log n) depth and O(n log n)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does more total operations than the serial O(n) version.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at modest processor counts it loses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crossover may be beyond any machine you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work-efficient parallel algorithm does O(n) work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accepts somewhat more depth.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Both scan formulations below illustrate this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Hillis–Steele is simpler and does O(n log n) work; Blelloch is work-efficient at twice the depth.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Blelloch usually wins.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Reduce and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Two primitives, one surprising.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Reduction is an obvious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EASY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Combine pairs, then pairs of results, recursively.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O(n) work, O(log n) depth.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Requires associativity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06) and nothing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practice: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each thread reduces a contiguous chunk serially, then the per-thread results are combined by tree.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two-level structure is what every real implementation does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serial phase has perfect locality and no synchronisation, and the tree phase is short.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prefix sum, which looks sequential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INPUT:    3  1  7  0  4  1  6  3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OUTPUT:   3  4 11 11 15 16 22 25      (inclusive prefix sums)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Each output DEPENDS ON ALL PREVIOUS INPUTS. It looks like the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definition of a sequential computation. It is not.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HILLIS-STEELE  (simple, O(n log n) work, O(log n) depth):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for d = 1, 2, 4, 8, ...: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    in parallel: x[i] += x[i - d]      for i &gt;= d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After log n rounds every element has accumulated everything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to its left. Each round doubles the reach.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BLELLOCH  (work-efficient, O(n) work, 2 log n depth):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UP-SWEEP:   build a reduction tree, storing partial sums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DOWN-SWEEP: push prefixes back down the same tree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Two passes over the tree, O(n) total operations.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Hillis–Steele is easier to write; Blelloch does less work and usually wins in practice.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Scan is the most useful primitive in parallel computing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IT MATTERS SO MUCH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Stream compaction: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scan a 0/1 flag array, and each surviving element's prefix sum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its output index.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Sorting: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radix sort is a sequence of scans over digit-bucket flags.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Allocation: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variable-sized outputs — scan the sizes to get each thread's offset.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Sparse matrix formats, quicksort partitioning, run-length encoding, building acceleration structures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all scans.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a problem looks sequential because of a running total, it is probably a scan.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standard parallel sorts.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Parallel sorting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 sort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Sample to pick splitters, bucket, sort locally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Distributed memory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Radix sort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Repeated scan over digit buckets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GPU — no comparisons, no divergence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Bitonic sort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 fixed comparison network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Fixed structure; O(n log²n) 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Parallel merge sort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Merge pairs in parallel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Shared memory; merging is the hard part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Parallel quicksort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Partition by scan, recurse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Good average case; pivot sensitivity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Merging is harder to parallelise than sorting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NON-OBVIOUS DIFFICULTY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Merging two sorted sequences looks trivially sequential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compare the heads and advance.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parallel version uses a co-rank computation: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for output position k, binary search to find how many elements come from each input.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Then each thread merges an independent segment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with no communication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merge becomes O(log n) depth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this is the step that makes parallel merge sort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Models and 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 theory leaves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PRAM is a useful fiction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MODEL AND ITS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PRAM model assumes p processors sharing memory with uniform unit-cost access.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useful for reasoning about work and depth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for proving lower bounds.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omits everything that matters in practice: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memory hierarchy, bandwidth limits, synchronisation cost, and communication latency.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a PRAM-optimal algorithm may be a poor practical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Use work and depth as a guide and then measure — which is Module 07's discipline, applied to algorithms.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BETTER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Models that account for the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External memory model: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counts block transfers between a fast and slow level. Predicts cache behaviour.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Cache-oblivious: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algorithms optimal at every level of a hierarchy without knowing the parameters. Elegant and real.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BSP: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supersteps of computation separated by communication and a barrier. Models distributed memory well.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LogP: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latency, overhead, gap, processors — a more detailed communication model.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roofline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(Module 07), which is the most practical of all of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Each model exists because a simpler one mispredicted something.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Analyse by work (total operations) and depth (longest dependency chain); Brent's theorem bounds the time by W/p + 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Work-efficiency matters as much as depth — an O(n log n) work algorithm may never beat the serial one on a real machine.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Reduction is a tree requiring only associativity; in practice each thread reduces a chunk serially and the results combine by tree.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Scan looks inherently sequential and is not — Hillis–Steele doubles the reach each round; Blelloch is work-efficient at twice the depth.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Scan is the most useful parallel primitive: compaction, radix sort, variable-size allocation, and sparse formats are all scans.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PRAM is useful for work and depth and omits memory hierarchy, bandwidth, and communication — so a PRAM-optimal algorithm may be a poor practical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735 · Parallel Computing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