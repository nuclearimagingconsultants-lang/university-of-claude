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blocking is the clever one and is underused — it trades redundant computation for locality.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institutional driver is worth noting — portability frameworks came from people who were forced into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tuned-constants point is the most actionable: parameterise them and retune rather than hard-coding.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Patterns, Frameworks, and Portability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Writing it once and running it anywhere.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parallel patterns as a design vocabulary.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the major portability frameworks.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performance portability means and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framework from the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parallel code ages badly.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Patterns as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Recognising the shape of a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Most parallel code is a composition of six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Map, reduce, scan, stencil, gather/scatter, and partition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cover the overwhelming majority of parallel computation.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Recognising the pattern gives you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the work and depth, the known pitfalls, and usually a library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gives you a vocabulary for design discussions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more precise than 'parallelise the loop'.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Composition is where the engineering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fused map-reduce avoids materialising the intermediate, which for a bandwidth-bound kernel is the whole optimisation (Module 07).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Compositions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better than the parts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map → reduce, fused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intermediate array; one pass over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map → scan → scatter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Stream compaction; the standard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stencil → stencil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Temporal blocking — fuse timesteps for locality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scan → segmented scan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Operates on many sequences at once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 → broadcast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 allreduce (Module 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Writing once for several machines.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portability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Targets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CPU, and GPU via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Pragmas; incremental; ubiquitous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TBB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C++ tasks and work stealing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Kokkos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CPU, CUDA, HIP, SYCL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C++ abstractions; US lab standard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SYCL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CPU, GPU, FPGA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Single-source C++; open standard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CUDA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NVIDIA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mature; least portable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std::execution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CPU, some GPU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Standard C++; still maturing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Portable is not the same as performance-portable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Portable code compiles and runs everywhere.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easy part.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Performance-portable code achieves a good fraction of each machine's peak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much harder, because the machines want different things.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GPU wants coalesced access and thousands of threads; a CPU wants cache blocking and vectorisation.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Sometimes the optimal data layouts conflict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frameworks provide abstractions for layout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Kokkos views choose row- or column-major per architecture, from the same source.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actual contribution.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layout problem, concretely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ONE SOURCE CANNOT NAIVELY SERVE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a GPU, consecutive threads must read consecutive addresses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coalesce (Module 08) — so the loop index should vary fastest in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a CPU, each thread wants a contiguous block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stay in cache and to vectorise — so the loop index should vary slowest within a thread's range.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are opposite layouts for the same array.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framework that parameterises layout resolves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compile time per target.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Writing the array type yourself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Ageing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parallel code does not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WHY IT 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changes under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Core counts rise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a granularity that balanced well becomes too coarse.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memory-to-compute ratio falls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a compute-bound kernel becomes bandwidth-bound (Module 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Vector widths grow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hand-written intrinsics become obsolete.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New units appear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tensor cores, matrix engines — that existing code cannot use.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tuned constants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tile sizes, chunk sizes, thread counts — were tuned for a machine that no longer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Write for retuning, not for one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Parameterise the tuning constants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tile size, chunk size, thread count, unroll factor — rather than hard-coding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a correctness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obviously right and slow, so an optimisation can always be checked.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Keep the benchmark with the code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retuning on new hardware is running a script rather than a project.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prefer libraries for the hot primitives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retuned for you — which is the whole argument of Modules 05 and 09, restated.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Autotuning is the systematic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GOES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Search the parameter space automatically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target machine, rather than choosing constants by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how ATLAS, FFTW, and cuBLAS achieve their performance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generate and measure many variants at build or first use.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search space is large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methods matter: pruning, modelling, and increasingly learned cost models.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honest conclusion of this course: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machine changes faster than you can retune by hand, so build the retuning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Map, reduce, scan, stencil, gather/scatter, and partition cover most parallel computation and give you algorithm, complexity, and pitfalls for free.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Fusion is the most valuable composition because it reduces bytes moved, which is what bandwidth-bound code needs.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Portable means it runs everywhere; performance-portable means it runs well everywhere, and that is much harder.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GPU wants coalesced access across threads and a CPU wants contiguous blocks per thread — opposite layouts for the same array.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Parallel code ages because core counts, memory ratios, vector widths, and available units all change under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Parameterise the tuning constants, keep the benchmark with the code, and use libraries for hot primitives — or autotune.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