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detectability difference is the practical point: one is found by tooling and the other by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critical-section reduction antipattern is extremely common and is slower than serial. Worth demonstrating.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chunk size is the real parameter — too small and the queue dominates, too large and balance suffers.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real programs use both, at different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735 — Parallel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Threads and Shared Memory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Several instruction streams, one address 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735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a data race from a race condition.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threads and OpenMP correctly.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data races are undefined behaviour, not merely risky.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between thread and task parallelism.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Detect races with tooling rather than reasoning.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kinds of 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distinction that is constantly conflated.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Data race and race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Data 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Two threads access the same location, at least one writes, with no synchronisation.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Undefined behaviour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in C++ — not merely a wrong answer.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Mechanically detectable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by a sanitiser.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Always a bug.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Race condition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The result depends on the </a:t>
            </a:r>
            <a:r>
              <a:rPr sz="1400" b="0" i="1">
                <a:solidFill>
                  <a:srgbClr val="3C4555"/>
                </a:solidFill>
                <a:latin typeface="Calibri"/>
              </a:rPr>
              <a:t>timing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of events.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A logic error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not necessarily UB.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Not mechanically detectable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it needs a specification.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Sometimes intentional.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data race is undefined behaviour, not a wrong number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MATTERS MORE THAN PEOPLE 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intuition is that a racy counter will be slightly wrong.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not what the standard says.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data race is undefined behaviour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compiler may assume it does not happen — and optimise accordingly.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racy code can be transformed in ways that produce results no interleaving explains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values that were never written, loops that do not terminate, branches both taken.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'It works in practice' is not a defence.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works until the optimiser changes, which is a bad time to find 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Writing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Threads, OpenMP, and tasks.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OPENMP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common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Parallel loop. Iterations must be independent.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#pragma omp parallel for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for (int i = 0; i &lt; n; i++)  c[i] = f(a[i], b[i]);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Reduction. The compiler builds per-thread partials and combines.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double sum = 0.0;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#pragma omp parallel for reduction(+:sum)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for (int i = 0; i &lt; n; i++)  sum += a[i];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 ^ do NOT write this with a shared sum and a critical section: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   it serialises, and it is slower than the serial loop.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Scheduling: static is cheap; dynamic balances uneven work.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#pragma omp parallel for schedule(dynamic, 64)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for (int i = 0; i &lt; n; i++)  variable_cost_work(i);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Tasks: for recursion and irregular structure.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#pragma omp parallel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#pragma omp single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quicksort(a, 0, n);        // which spawns #pragma omp task inside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reduction clause is the one to internalise — hand-rolling it with a critical section is a classic and costly mistake.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OpenMP loop schedules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Schedule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Behaviour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Equal contiguous chunks, assigned up front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Uniform work per iteration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dynamic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Threads take chunks from a queue as they finish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Variable work; some imbalance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guided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Dynamic with shrinking chunk sizes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Variable work; less queue overhead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auto / runtime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Compiler or environment decides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When you want to tune without recompiling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Data parallelism and task parallelism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Data parallel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The same operation on many elements.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 parallel for loop.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Load balancing by scheduling.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Maps naturally onto SIMD and GPUs.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Most numerical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Task parallel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Different operations, possibly dependent.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Spawned tasks with a dependency graph.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Load balancing by work stealing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(Module 06).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Natural for recursion and irregular structure.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Tree algorithms, pipelines, sparse problems.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Finding bugs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reasoning is insufficient.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Concurrency bugs do not reproduce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TESTING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race may manifest in one run out of ten thousand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on one machine, under one load, with one compiler version.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usual method — run it and see — fails.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Passing a thousand tests establishes very little.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will manifest in production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under a load pattern your tests did not produce.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use tools that detect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possibility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of a race rather than its occurrence.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ThreadSanitizer instruments every access and checks the happens-before relation — it finds races that did not actually happen on that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ThreadSanitizer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detects data races by tracking happens-before. ~10× slowdown and worth it.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Run your whole test suite under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Helgrind / DRD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(Valgrind) — similar, slower, no recompilation needed.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Static analysis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with annotations — catches some classes at compile time.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Stress testing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with varied thread counts and deliberate delay injection.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deterministic replay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where the framework supports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Project 1 requires a clean ThreadSanitizer run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is the minimum honest standard.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discipline that prevents most of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DESIGN, NOT DEBUGGING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Share nothing by default.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Per-thread state combined at the end has no races to find.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Make shared data immutable.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Read-only sharing needs no synchronisation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Where you must share mutable state, own it explicitly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one lock, one clearly documented invariant, one place that touches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Most concurrency bugs are design failures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coding errors, and no amount of careful locking rescues a design that shares too much.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data race is two unsynchronised accesses with at least one write; a race condition is a timing-dependent result. One is detectable, the other needs a specification.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data race is undefined behaviour, so the compiler may optimise assuming it cannot happen — results need not correspond to any interleaving.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Use OpenMP's reduction clause; hand-rolling a reduction with a critical section serialises and is slower than the serial loop.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static scheduling has no overhead and no balancing; dynamic has both, and the chunk size is the dial between them.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Concurrency bugs do not reproduce, so use tools that detect the possibility of a race rather than its occurrence.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Share nothing by default, make shared data immutable, and own what must be mutable — most concurrency bugs are design failures.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