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map for Modules 03 through 10 and is worth returning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__restrict__ case is the most common and the easiest to fix — worth demonstrating.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latency-hiding mechanism is the key difference and explains everything about GPU programming in Module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small-work case is real — thread creation costs microseconds and some work is not worth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Parallel Architectures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machines you are writing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forms of parallelism available in hardware.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SIMD and what makes a loop vectorisable.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NUMA and its consequences for data placement.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Contrast latency-oriented and throughput-oriented cores.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programming model from the hardware and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Forms of parallelism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kinds, exploited differently.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Parallelism in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Granularity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Exploited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Instructions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hardware, automatically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SIMD / vector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Elements within an instruction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compiler, or intrinsics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Thread / 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Independent instruction streams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You, explicitly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Separate machines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You, via messages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Instruction-level parallelism is already spent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OTHERS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Out-of-order execution, speculation, and superscalar issue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extract parallelism from a serial instruction stream automatically (CSCE 614).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have reached diminishing returns.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window of instructions that can be examined is limited by branch prediction accuracy and by the cost of the machinery.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hardware cannot find much more on its 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precisely why the remaining forms require you.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free parallelism has been extracted; what is left must be expressed.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cheapest parallelism you are probably not using.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instruction, several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SIMD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512-bit vector register holds 16 single-precision floats.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add instruction adds all sixteen.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vectorised loop can be 4 to 16 times faster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identical clock speed and core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free in the sense that the hardware is already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idle if you do not use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wasted by default.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Scalar code uses one lane of sixteen — a 94% waste of the vector unit on every arithmetic instruction.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VECTORISATION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stops a loop vectorising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VECTORISES: independent, contiguous, no branches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for (int i = 0; i &lt; n; i++)  c[i] = a[i] + b[i];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NO: loop-carried dependence -- element i needs element i-1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for (int i = 1; i &lt; n; i++)  a[i] = a[i-1] + b[i];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NO (usually): the compiler cannot prove a and b do not overlap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void f(float* a, float* b, int n) { for (...) a[i] = b[i] * 2; }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  fix: float* __restrict__ a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POORLY: non-contiguous access needs gather/scatter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for (int i = 0; i &lt; n; i++)  c[i] = a[idx[i]];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POORLY: a divergent branch makes both sides execute, masked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for (int i = 0; i &lt; n; i++)  if (a[i] &gt; 0) c[i] = f(a[i]);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*** Check: compile with -fopt-info-vec and READ THE OUTPUT. 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Four conditions: independent iterations, contiguous access, no aliasing, uniform control flow. Violate one and the compiler declines.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vectorisation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Read the compiler's vectorisation report.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says what it did and, more usefully, why it refused.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</a:t>
            </a:r>
            <a:r>
              <a:rPr sz="1656" b="1" i="0">
                <a:solidFill>
                  <a:srgbClr val="3C4555"/>
                </a:solidFill>
                <a:latin typeface="Consolas"/>
              </a:rPr>
              <a:t>__restrict__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promise pointers do not alias. The single most common blocker.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Structure of arrays, not array of structures.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SoA gives contiguous access per field; AoS gives strided.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Align data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the vector width, and tell the compiler it is aligned.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Intrinsics as a last resort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unportable, unreadable, and occasionally 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SoA versus AoS is frequently a 4–8× difference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is a data layout decision, not an optimisation.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time actually goes.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NUMA: not all memory is equally far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MULTI-SOCKET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 a multi-socket machine each socket has its own memory controller.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Accessing the other socket's memory crosses an interconnect.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Remote access is roughly 1.5–2× the latency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has lower bandwidth.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allocation is first-touch: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page is placed on the socket of the thread that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first writes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it, not the one that allocated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initialise data in parallel, with the same thread mapping you will compute with.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Serial initialisation puts everything on one socket and halves your bandwidth.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False sharing: correctness is fine, performance is destroyed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BUG THAT PROFILES LIKE A MYSTERY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Coherence operates on cache lines, not variables.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 threads writing different variables in the same 64-byte line invalidate each other's copy on every write.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program is correct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race, no wrong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can be slower than serial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every write becomes a coherence transaction.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fix is padding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give each thread's counter its own cache line.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Per-thread accumulators combined at the end are the general pattern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they fix this for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 of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Latency machines and throughput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CPU and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CPU — latency oriented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Few, complex cores.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Large caches, deep out-of-order windows, aggressive branch prediction.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Goal: finish one thread as fast as possible.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Most transistors spent on hiding latency for one stream.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at: branches, irregular access, serial sections.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GPU — throughput oriented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Many, simple cores.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Small caches, in-order, no speculation.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Goal: maximise total work per second.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Latency hidden by switching between thousands of threads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rather than by prediction.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at: regular, data-parallel, arithmetic-heavy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Matching the model to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4688" y="1901952"/>
            <a:ext cx="6126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14416" y="19568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Regular, data-parallel, arithmetic-heavy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2377440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24140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Irregular, branchy, pointer-chasing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852928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889504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CPU threads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Embarrassingly parallel, independent tasks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3328416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3364992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Threads or processes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 larger than one machine's 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4688" y="3803904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840480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MPI (Module 10)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Latency-critical, small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4279392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4315968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thread; parallelism costs more than it saves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Four forms of parallelism: instruction-level (free), SIMD (compiler), threads (you), and nodes (you, via messages).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Instruction-level parallelism has reached diminishing returns, which is exactly why the others now require explicit effort.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512-bit vector adds sixteen floats per instruction, so scalar code wastes 94% of the vector unit.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loop vectorises when iterations are independent, access is contiguous, pointers do not alias, and control flow is uniform.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NUMA allocation is first-touch, so initialise data in parallel with the mapping you will compute with, or you halve your bandwidth.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CPUs hide latency with caches and speculation; GPUs hide it by switching between thousands of threads — which explains everything in Module 08.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