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__syncthreads is the one people omit, and the resulting race is intermittent.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pinned memory produces code that looks overlapped and is not — and the profiler shows it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Nsight Compute names the limiter directly now, which makes this table a cross-check rather than a diagnosis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mirrors Module 07's CPU ordering and for the same reasons.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GPU Optimisation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Getting from working to fast.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shared memory for tiling and reuse.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and avoid bank conflicts.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Overlap transfer with computation using streams.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limiting resource from a profile.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Judge when to use a library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Shared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programmer-managed cache.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Tiling turns a bandwidth problem into a compute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GPU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Naive matrix multiply reads each element O(n) times from global memory.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Arithmetic intensity ~0.25 (Module 07): bandwidth-bound.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Tiled matrix multiply loads a tile into shared memory once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every thread in the block reuses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Intensity rises with the tile dimension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32×32 tile raises it by roughly 32×, which moves the kernel past the ridge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same arithmetic becomes compute-bound.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This is the clearest demonstration in the course that intensity is something you change, not something you have.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Tiled matrix multiply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#define T 32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__global__ void matmul(float* A, float* B, float* C, int n)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__shared__ float As[T][T], Bs[T][T];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int row = blockIdx.y*T + threadIdx.y;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int col = blockIdx.x*T + threadIdx.x;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float acc = 0.0f;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for (int t = 0; t &lt; n/T; t++)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// COOPERATIVE LOAD: each thread loads one element of each tile.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As[threadIdx.y][threadIdx.x] = A[row*n + t*T + threadIdx.x];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Bs[threadIdx.y][threadIdx.x] = B[(t*T + threadIdx.y)*n + col];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__syncthreads();                 // tile is complete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for (int k = 0; k &lt; T; k++)      // every thread reuses the tile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acc += As[threadIdx.y][k] * Bs[k][threadIdx.x];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__syncthreads();                 // before overwriting 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C[row*n + col] = acc;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TWO syncthreads: one after loading, one before the next overwrite.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Omitting the second is a race that appears only under 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tile element is loaded once from global memory and used T times from shared. That ratio is the speedup.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Bank conflicts serialise shared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DETAIL THAT COSTS 32×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Shared memory is divided into 32 banks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each serving one access per cycle.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32 threads access 32 different banks, all are served simultaneously.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Full bandwidth.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they all access the same bank, the accesses serialise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32 cycles instead of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Column access of a T×T tile is the classic case: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T = 32, every thread in a column hits the same bank.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Pad the array to [T][T+1]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conflict disappears entirely. One character.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Transfers and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bus is slower than you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PCIe is the bottleneck nobody budgets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GPU memory bandwidth is ~1000 GB/s. PCIe is ~30 GB/s.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factor of thirty.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transferring data to the GPU can cost more than the computation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frequently does for a single kernel.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rule: keep data resident on the device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run many kernels on it rather than transferring per operation.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overlap what you must transfer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computation, using streams.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kernel that is faster than the CPU but loses once transfer is counted is a common and dishonest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Overlapping transfer and compute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Split the work into chunks and pipeline them across streams.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While chunk i computes, chunk i+1 transfers.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const int NS = 4;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cudaStream_t s[NS];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for (int i = 0; i &lt; NS; i++) cudaStreamCreate(&amp;s[i]);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for (int i = 0; i &lt; nchunks; i++) {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int k = i % NS;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cudaMemcpyAsync(d_in + off, h_in + off, bytes,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cudaMemcpyHostToDevice, s[k]);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kernel&lt;&lt;&lt;grid, block, 0, s[k]&gt;&gt;&gt;(d_in + off, d_out + off, m);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cudaMemcpyAsync(h_out + off, d_out + off, bytes,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cudaMemcpyDeviceToHost, s[k]);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*** REQUIRES PINNED HOST MEMORY (cudaMallocHost). ***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Pageable memory cannot be DMA'd directly, so the driver stages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it through a pinned buffer -- which is synchronous, and your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"async" copy silently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pinned memory requirement is the detail that makes this work or silently not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Finding the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is actually constraining the kernel.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Reading a GPU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7" y="1901952"/>
            <a:ext cx="5394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56816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helps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 memory throughput, low compute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Bandwidth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7" y="2377440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414016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Tiling; fewer bytes; better layout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 compute, low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2852928"/>
            <a:ext cx="5394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889504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Better algorithm; lower precision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 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Latency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7" y="3328416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3364992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More occupancy or more ILP per thread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 divergence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Control 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7" y="3803904"/>
            <a:ext cx="5394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840480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Reorganise data (Module 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 achieved bandwidth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Coalescing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7" y="4279392"/>
            <a:ext cx="5394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315968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 the access pattern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Gaps between kernels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5887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5615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Launch or transfer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7" y="4754879"/>
            <a:ext cx="5394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45936" y="4791455"/>
            <a:ext cx="5175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Streams; fuse kernels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GPU optimisation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Correctness, verified against the CPU.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Coalescing.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Usually the largest single factor (Module 08).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Shared memory tiling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there is reuse to exploit.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Occupancy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if the profile says latency-bound.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5. Divergence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if the profile says control flow.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6. Streams and transfer overlap.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7. Instruction-level tuning.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Last, and rarely needed.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Measure after each.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Some steps interact and some lose.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Use the library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cuBLAS, cuFFT, cuDNN, Thrust, and CUB are written by people with the architecture documentation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are tuned per device generation.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hand-written matrix multiply reaching 60% of cuBLAS is a good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took you a week.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Write your own to understand the machine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this module is for, and it is genuinely necessary for reading a profile.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then use theirs.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Project 2 requires the comparison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reporting the gap honestly is the point of the exercise.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Tiling loads a block into shared memory once and reuses it, raising arithmetic intensity by roughly the tile dimension — which moves the kernel past the ridge point.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Shared memory has 32 banks; a column access of a 32×32 tile hits one bank and serialises. Padding to [T][T+1] fixes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PCIe is roughly thirty times slower than GPU memory, so keep data resident and overlap what you must transfer.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Asynchronous copies require pinned host memory — without it the copy is silently synchronous and nothing overlaps.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Both compute and memory throughput low means latency-bound: the GPU is waiting rather than working.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Optimise in order — correctness, coalescing, tiling, occupancy, divergence, streams — and then use the library anyway.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