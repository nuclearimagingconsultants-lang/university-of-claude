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task parallelism does not scale is the key practical limitation and is often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locality cost of dynamic scheduling is real and is why static still wins for uniform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most elegant designs in the course and is worth presenting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recognition is the most practically useful skill here — most code is a composition of these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Decomposition and Load Balancing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Dividing the work so that nobody waits.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decomposition strategy for a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granularity and its trade-off.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work stealing and explain why it balances.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load imbalance in a profile.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parallel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ways to divide a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Decomposition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Divide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(domain)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Regions of the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Arrays, grids,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Task (functional)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Different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Pipelines, heterogeneous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Recursive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Divide and conquer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Trees, sorts, spatial 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Stages of a sequence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Streaming; bounded by the slowest 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Granularity is the central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TOO FINE OR TOO COARSE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coarse: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few chunks, so load imbalance is severe and the tail dominates. With four chunks on four cores, one slow chunk wastes three cores.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fine: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scheduling overhead dominates the work. A task costing a microsecond does not justify a queue operation.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rule of thumb: enough chunks that imbalance averages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typically several times the thread count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large enough to amortise the scheduling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measure.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right granularity depends on the per-item cost and the runtime, and it is easy to find empirically.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Load 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Nobody finishes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barrier costs the slowest thread's time, n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IMBALANCE IS SO EXPENSIVE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barrier, every thread waits for the last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the cost of the phase is the maximum, not the average.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one thread takes twice as long, every other thread idles for half the phase.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32 threads that is 31 cores doing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invisible in total CPU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idle threads are spinning or sleeping, not computing.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imbalance goes straight into Amdahl's serial fraction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01), and it is frequently the largest contributor.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Static and dynamic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Static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Assign work up front, equally.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runtime overhead at all.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Good locality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each thread owns a contiguous region.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Requires the cost per item to be known and uniform.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Fails completely under skew.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Dynamic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Threads take work as they become free.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Balances automatically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whatever the cost distribution.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Costs a queue operation per chunk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locality suffers.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Requires work to be divisible at runtime.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general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 STEALING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scheduler that balances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Each worker has its OWN double-ended queue (deque).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OWN work:    push and pop at the BOTTOM  -- LIFO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the most recently pushed task is popped first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that task's data is still in cache. GOOD LOCALITY.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and it is the deepest in a recursion, so it is small.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STEALING:    thieves take from the TOP of a victim's deque -- FIFO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the OLDEST task, which is the LARGEST remaining subtree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so one steal transfers a lot of work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-&gt; and the thief and victim touch opposite ends, so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common case needs no synchronisation at all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Idle worker: pick a random victim and try to steal. Repeat.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*** The LIFO-own / FIFO-steal asymmetry is the whole design.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Local LIFO for cache locality, remote FIFO to steal large chunks, opposite ends to avoid contention. Three properties from one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work stealing is near-optimal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Blumofe and Leiserson proved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randomised work stealing achieves expected time within a constant factor of optimal, with provably bounded space and communication.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requires no knowledge of task costs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makes it practical — the costs are usually unknowable in advance.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adapts to whatever the machine is doing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other processes competing for cores.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what Cilk, TBB, OpenMP tasks, Go, Rust's rayon, and .NET's task scheduler all use.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convergence is not coincidence.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shapes that recur.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parallel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Parallelism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Apply f to every element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Trivially parallel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Combine all elements with an associative 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Tree; O(log n)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prefix sums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Looks serial; is not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(Module 11)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Stencil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output from a neighbourhood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Parallel with halo exchange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Gather / scatter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Indexed read / write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Scatter needs conflict handling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by a predicate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Scan over flags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Associativity is what makes reduction parallel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reduction can be computed as a tree only if the operator is associative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(a⊕b)⊕c must equal a⊕(b⊕c).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Addition of integers is associative. Addition of floats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parallel float reduction gives a different answer than the serial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different answer for different thread counts.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bug, and it must be expected.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bitwise reproducibility matters, fix the reduction order explicitly and accept the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Data decomposition scales with the data; task decomposition scales with the number of distinct tasks, which is usually small.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Granularity trades load imbalance against scheduling overhead — enough chunks to average out imbalance, each large enough to amortise the queue.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barrier costs the slowest thread's time multiplied by the thread count, so imbalance goes straight into Amdahl's serial fraction.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Work stealing uses LIFO locally for cache locality and FIFO remotely to steal large subtrees, with thief and victim at opposite ends.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Randomised work stealing is provably near-optimal, requires no knowledge of task costs, and is what every modern task runtime 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Floating-point addition is not associative, so a parallel reduction gives a different answer than the serial one — expect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