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'independent jobs' row matters — people write MPI for embarrassingly parallel work that a scheduler handles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code block contains most of what students need. The interior/boundary split is the key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crossover size is the practical number — it tells you when aggregation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asymptotic difference is the reason production codes all use 3D decomposition despite the extra bookkeeping.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Distributed Memory and MPI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the data does not fit on one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message-passing model and when it is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point-to-point and collective operations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communication cost and reason about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Overlap communication with computation.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Decompose a domain with halo exchange.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Separate address spaces, explicit messages.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Nothing is shared, which is a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process has its own memory.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are no data races, because there is no shared data to race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communication is explicit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the communication cost is visible in the source rather than hidden in a cache miss.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explicitness is why MPI programs often scale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cannot accidentally communicate.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main reason to use it on one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too: the discipline of explicit data movement produces better decompositions than shared memory encourages.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you actually need distributed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exceeds one machine's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legitimate reason. Not negotiable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 more cores than one node has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Legitimate, past a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Fault tolerance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 — MPI itself is not fault tolerant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Throughput on independent jobs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a job scheduler, not MPI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 seems more serious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Point to point, and collectives.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operations you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MPI_Init(&amp;argc, &amp;argv);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MPI_Comm_rank(MPI_COMM_WORLD, &amp;rank);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MPI_Comm_size(MPI_COMM_WORLD, &amp;size);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BLOCKING point to point. Simple, and it can deadlock: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  if every rank MPI_Send's before any MPI_Recv's, and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  messages are too large to buffer, everyone blocks forever.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MPI_Send(buf, n, MPI_DOUBLE, dest, tag, MPI_COMM_WORLD);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MPI_Recv(buf, n, MPI_DOUBLE, src,  tag, MPI_COMM_WORLD, &amp;status);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NON-BLOCKING: post, compute, then wait. This is how you overlap.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MPI_Request req[2];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MPI_Irecv(ghost, n, MPI_DOUBLE, left,  0, comm, &amp;req[0]);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MPI_Isend(edge,  n, MPI_DOUBLE, right, 0, comm, &amp;req[1]);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compute_interior();                       // &lt;-- overlapped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MPI_Waitall(2, req, MPI_STATUSES_IGNORE);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compute_boundary();                       // needs the ghost data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COLLECTIVES: use these. They are optimised per topology.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MPI_Allreduce(&amp;local, &amp;global, 1, MPI_DOUBLE, MPI_SUM, comm);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non-blocking pattern — post, compute the interior, wait, compute the boundary — is the central idiom of the module.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collectives rather than writing your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reduction implemented as a loop of point-to-point sends is O(n).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MPI_Reduce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O(log n) by 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implementation knows the network topology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uses different algorithms for shared memory, InfiniBand, and multi-rack, chosen at runtime.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Some use hardware offload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reductions, which no hand-written version can reach.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Bcast, Reduce, Allreduce, Scatter, Gather, Alltoall, Barrier.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Learn them; they are almost always what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communication cost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 = α + n·β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Latency plus bytes over bandwidth. α is per-message; β is per-byte.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α ≈ 1–10 μs,  1/β ≈ 10–200 GB/s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Typical for a modern interconnect. The latency dominates for small messages.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n* = α / β  —  the message size where they are equal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Below it you are latency-bound; above, bandwidth-bound. Usually a few kilobytes.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Send fewer, larger messages.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latency term is paid per message regardless of size.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Domain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standard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Halo exchange: the surface-to-volume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DECOMPOSITION SHAPE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process owns a subdomain and needs a layer of its neighbours' boundary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halo, or ghost cells.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Computation scales with the volume; communication scales with the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ratio improves as the subdomain grows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why weak scaling works and strong scaling degrades (Module 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3D decomposition beats 1D: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slicing a cube into slabs gives far more surface per process than cutting it into cubes.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large process counts the difference is substantial.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Decomposition shape and communication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Surface per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At p=1000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1D slabs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2n²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— constant in 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2D columns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4n²/√p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3D blocks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6n²/p^(2/3)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by a wide margin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Overlap, and measure whether it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Post the non-blocking receives, compute the interior, wait, then compute the boundary.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interior computation covers the communication.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posting a non-blocking send does not mean progress is being made.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Many MPI implementations only advance the transfer inside MPI calls.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overlap may not happen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code looks correct either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time the interior computation with and without the outstanding communication. If they are the same, nothing overlapped.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Each process has its own memory and all communication is explicit, so there are no data races and the communication cost is visible in the source.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legitimate reason for distributed memory is data that exceeds one machine; independent jobs want a scheduler, not MPI.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Blocking sends can deadlock when every rank sends before receiving and the messages are too large to buffer.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Use collectives — they are O(log n), topology-aware, and sometimes hardware-offloaded.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Communication costs α + nβ: send fewer, larger messages, because the latency term is paid per message.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Computation scales with volume and communication with surface, which is why 3D decomposition beats 1D and why weak scaling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