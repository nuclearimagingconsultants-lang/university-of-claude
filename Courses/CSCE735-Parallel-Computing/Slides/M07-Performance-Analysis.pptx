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ridge point is the single most useful number — it tells you which side of the model your hardware sits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naive-vs-tiled matmul contrast is the clearest demonstration that intensity is an algorithmic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matters: people reach for hardware counters before they know which function is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where/why split is the useful framing for choosing which tool to reach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Performance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out what is actually slow.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read a roofline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arithmetic intensity for a kernel.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Determine whether a kernel is compute- or bandwidth-bound.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a profiler to identify the limiting resource.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and report performance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roofline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plot that tells you what to optimise.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ROOFLINE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 = FLOPs / bytes moved      (arithmetic intensity)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arithmetic you do per byte fetched from memory. A property of the algorithm, not the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 = min( P_peak , I × BW_peak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Attainable performance is the lesser of the machine's compute peak and what its memory bandwidth can feed.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I_ridge = P_peak / BW_peak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intensity at which the two are equal. Below it you are bandwidth-bound; above it, compute-bound.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machine numbers, one kernel number, and the answer to 'what should I optimise?'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Arithmetic intensity of common kernels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Intensity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Bound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Vector add (a+b→c)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~0.08 FLOP/byte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Bandwidth, badly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SAXPY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~0.17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Bandwidth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Stencil (7-point)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Bandwidth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Matrix multiply, naive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~0.25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Bandwidth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Matrix multiply, tiled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~O(tile size)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~O(log 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Depends on 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real code is bandwidth-bound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CONCLUSION THAT REDIRECTS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Typical ridge points are 5–20 FLOP per byte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modern CPUs and GPUs, and rising — compute has grown faster than bandwidth for decades.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kernels have intensities well below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optimising the arithmetic in a bandwidth-bound loop achieves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processor is waiting for memory either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helps instead: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raise the intensity through blocking and fusion, reduce the bytes moved through better layout and compression, and improve locality.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faster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Measuring rather than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Start with a timer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around phases. Coarse, free, and it usually identifies the right region immediately.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a sampling profiler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perf, VTune, Instruments. Low overhead, and it tells you where the time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hardware counters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why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cache misses, branch mispredictions, memory stalls, vector utilisation.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 bandwidth and FLOP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place the kernel on the roofline.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only then optimise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against a measurement, not an intuition.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counters tell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6858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Likely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cache miss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Poor locality; wrong data layout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branch mispredictions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Data-dependent branches; consider branchless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IPC, high memory stalls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Bandwidth- or latency-bound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 vector utilisation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vectorising (Module 02)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coherence traffic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 sharing (Module 02)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Uneven per-thread cycles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Load imbalance (Module 06)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discipline, stated.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measurement mistakes that recur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warm-up.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first iteration pays for cold caches, page faults, and lazy allocation.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Dead code elimination.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compiler removes a benchmark whose result is unused, and you measure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Timing a single run.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Report a distribution; machines have other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Measuring at the wrong granularity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timer around a microsecond operation measures the timer.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frequency scaling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the first seconds faster than the rest, or slower.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performance claim must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hardware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model, core count, memory configuration. 'A modern CPU' is not a specification.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compiler and flags.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factor of two frequently lives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baseline, and its optimisation state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distribution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the minimum — median and spread over many runs.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problem size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the answer frequently depends on whether it fits in cache.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Project 1 and 2 require all five.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 result without them cannot be checked or reproduced.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Optimise in the right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 THAT SAVES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1. A better algorithm.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O(n log n) method beats any amount of tuning of an O(n²)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2. Better data layout.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SoA, blocking, alignment — frequently a larger factor than parallelism.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3. Vectorisation.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4–16× on one core (Module 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4. Parallelism.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Bounded by Amdahl and by the memory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5. Micro-optimisation.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Last, and usually unnecessary.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Doing these in the wrong order wastes most of the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Arithmetic intensity is FLOPs per byte moved — a property of the algorithm. Attainable performance is the lesser of compute peak and intensity times bandwidth.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ridge point separates bandwidth-bound from compute-bound, and modern ridge points are 5–20 FLOP per byte and rising.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Most real kernels have intensity below 1, so they are bandwidth-bound and optimising the arithmetic achieves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Raise intensity by blocking and fusion, and reduce bytes moved by better layout — that is what helps a bandwidth-bound kernel.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Profile in order: timers for the region, sampling for where, hardware counters for why, then the roofline placement.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Optimise in order: algorithm, data layout, vectorisation, parallelism, micro-optimisation. The wrong order wastes most of the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