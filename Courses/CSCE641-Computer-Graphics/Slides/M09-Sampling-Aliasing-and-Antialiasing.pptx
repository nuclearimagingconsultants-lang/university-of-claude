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table is the point of the module. Every artifact chased so far is one phenomenon.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Press this: geometry edges genuinely have infinite bandwidth, so no finite sample rate suffices. That reframes AA as damage control rather than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Mipmapping is prefiltering; MSAA is supersampling restricted to coverage. Framing them as the two available strategies organises the whole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honest summary: every real-time method trades a different artifact for the aliasing. There is no free antialiasing.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TAA is the current default and the current complaint. Both are deserved. Understanding why explains most 'modern games look blurry' discourse.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641 — Computer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Sampling, Aliasing, and Antialiasing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The theory behind every artifact in this course.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641 · Module 09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the sampling theorem and apply it to rendering.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aliasing as frequency folding, not as 'jaggies'.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Compare supersampling, MSAA, and post-process AA honestly.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MSAA is cheap and why deferred rendering breaks 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Choose an antialiasing strategy for a given renderer and justify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One cause, many symptoms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Module 01 promised this. Here is the theory.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UNIFICATION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same failure, five places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45720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Symptom</a:t>
            </a:r>
          </a:p>
        </p:txBody>
      </p:sp>
      <p:sp>
        <p:nvSpPr>
          <p:cNvPr id="8" name="Rectangle 7"/>
          <p:cNvSpPr/>
          <p:nvPr/>
        </p:nvSpPr>
        <p:spPr>
          <a:xfrm>
            <a:off x="5138928" y="1901952"/>
            <a:ext cx="64922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48656" y="1956816"/>
            <a:ext cx="6272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The signal being undersampled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77440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414016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Jagged edges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38928" y="2377440"/>
            <a:ext cx="6492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48656" y="2414016"/>
            <a:ext cx="6272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Coverage — a step function, sampled at pixel centres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852928"/>
            <a:ext cx="4572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889504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Shimmering textures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8928" y="2852928"/>
            <a:ext cx="64922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48656" y="2889504"/>
            <a:ext cx="6272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The texture, sampled once per pixel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328416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364992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Vanishing specular highlights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38928" y="3328416"/>
            <a:ext cx="6492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48656" y="3364992"/>
            <a:ext cx="6272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A narrow lighting function, sampled per vertex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803904"/>
            <a:ext cx="4572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3840480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Crawling on thin geometry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38928" y="3803904"/>
            <a:ext cx="64922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48656" y="3840480"/>
            <a:ext cx="6272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Coverage of a sub-pixel feature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279392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4315968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Shadow map acne and stairs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38928" y="4279392"/>
            <a:ext cx="6492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48656" y="4315968"/>
            <a:ext cx="6272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The depth function, sampled at shadow-map resolution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Aliasing, properly defined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KEY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Aliasing is not 'jagged edges'. Jagged edges are one visible consequence.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Aliasing is what happens when a signal containing frequencies above half the sampling rate is sampled: those high frequencies </a:t>
            </a:r>
            <a:r>
              <a:rPr sz="1900" b="0" i="1">
                <a:solidFill>
                  <a:srgbClr val="141924"/>
                </a:solidFill>
                <a:latin typeface="Georgia"/>
              </a:rPr>
              <a:t>reappear as low frequencies</a:t>
            </a:r>
            <a:r>
              <a:rPr sz="1900" b="0" i="0">
                <a:solidFill>
                  <a:srgbClr val="141924"/>
                </a:solidFill>
                <a:latin typeface="Georgia"/>
              </a:rPr>
              <a:t>. They do not vanish; they masquerade.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That is why the artifact is a pattern rather than noise, and why it moves coherently with the camera. A moiré pattern on a distant fence is high-frequency detail folded down into a low-frequency shape that was never there.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Nyquist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f_s  &gt;  2 f_max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Sample at more than twice the highest frequency present, or lose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f_alias  =  |f − n·f_s|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Frequencies above the limit fold back and appear as lower ones.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rendering: f_max is often 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A triangle edge is a step function, with unbounded frequency content.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last line is the real problem. You cannot sample your way out of a step edge — you must prefilter, or accept residual error.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TWO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Prefilter, or sample more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5266944" cy="404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5266944" cy="4572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157984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924"/>
                </a:solidFill>
                <a:latin typeface="Calibri"/>
              </a:rPr>
              <a:t>Prefilter — remove the high frequencies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679192"/>
            <a:ext cx="4754880" cy="30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Band-limit the signal before sampling.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3C4555"/>
                </a:solidFill>
                <a:latin typeface="Calibri"/>
              </a:rPr>
              <a:t>Mipmapping</a:t>
            </a:r>
            <a:r>
              <a:rPr sz="1400" b="0" i="0">
                <a:solidFill>
                  <a:srgbClr val="3C4555"/>
                </a:solidFill>
                <a:latin typeface="Calibri"/>
              </a:rPr>
              <a:t> is exactly this (Module 08).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Correct, cheap, and done offline.</a:t>
            </a:r>
          </a:p>
          <a:p>
            <a:pPr algn="l" lvl="1">
              <a:lnSpc>
                <a:spcPct val="120000"/>
              </a:lnSpc>
              <a:spcAft>
                <a:spcPts val="700"/>
              </a:spcAft>
            </a:pPr>
            <a:r>
              <a:rPr sz="1250" b="0" i="0">
                <a:solidFill>
                  <a:srgbClr val="798290"/>
                </a:solidFill>
                <a:latin typeface="Calibri"/>
              </a:rPr>
              <a:t>–  Only possible when you know the signal in advance.</a:t>
            </a:r>
          </a:p>
          <a:p>
            <a:pPr algn="l" lvl="1">
              <a:lnSpc>
                <a:spcPct val="120000"/>
              </a:lnSpc>
              <a:spcAft>
                <a:spcPts val="700"/>
              </a:spcAft>
            </a:pPr>
            <a:r>
              <a:rPr sz="1250" b="0" i="0">
                <a:solidFill>
                  <a:srgbClr val="798290"/>
                </a:solidFill>
                <a:latin typeface="Calibri"/>
              </a:rPr>
              <a:t>–  You do not know geometry coverage in advance.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901952"/>
            <a:ext cx="5266944" cy="404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901952"/>
            <a:ext cx="5266944" cy="45720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57984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924"/>
                </a:solidFill>
                <a:latin typeface="Calibri"/>
              </a:rPr>
              <a:t>Supersample — raise the sampling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79192"/>
            <a:ext cx="4754880" cy="30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Take more samples, then average.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Works on any signal, including coverage.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Cost scales directly with sample count.</a:t>
            </a:r>
          </a:p>
          <a:p>
            <a:pPr algn="l" lvl="1">
              <a:lnSpc>
                <a:spcPct val="120000"/>
              </a:lnSpc>
              <a:spcAft>
                <a:spcPts val="700"/>
              </a:spcAft>
            </a:pPr>
            <a:r>
              <a:rPr sz="1250" b="0" i="0">
                <a:solidFill>
                  <a:srgbClr val="798290"/>
                </a:solidFill>
                <a:latin typeface="Calibri"/>
              </a:rPr>
              <a:t>–  Never eliminates aliasing, only pushes it higher.</a:t>
            </a:r>
          </a:p>
          <a:p>
            <a:pPr algn="l" lvl="1">
              <a:lnSpc>
                <a:spcPct val="120000"/>
              </a:lnSpc>
              <a:spcAft>
                <a:spcPts val="700"/>
              </a:spcAft>
            </a:pPr>
            <a:r>
              <a:rPr sz="1250" b="0" i="0">
                <a:solidFill>
                  <a:srgbClr val="798290"/>
                </a:solidFill>
                <a:latin typeface="Calibri"/>
              </a:rPr>
              <a:t>–  All geometric AA is a cheaper approximation of this.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Antialiasing in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Every method is a different compromise.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SSAA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Supersampling: correct and unaffordable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Render at N× resolution, then downsample.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Antialiases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everything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: coverage, shading, textures, specular highlights.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Cost is N× in every respect — fragments, bandwidth, memory.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4× SSAA is roughly a quarter of your frame rate.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Correct, trivially implemented, and almost never used in real time.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Still the ground truth you compare other methods against.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MSAA: the key insight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IT IS CHEAP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Edges alias because </a:t>
            </a:r>
            <a:r>
              <a:rPr sz="1900" b="0" i="1">
                <a:solidFill>
                  <a:srgbClr val="141924"/>
                </a:solidFill>
                <a:latin typeface="Georgia"/>
              </a:rPr>
              <a:t>coverage</a:t>
            </a:r>
            <a:r>
              <a:rPr sz="1900" b="0" i="0">
                <a:solidFill>
                  <a:srgbClr val="141924"/>
                </a:solidFill>
                <a:latin typeface="Georgia"/>
              </a:rPr>
              <a:t> is undersampled. The </a:t>
            </a:r>
            <a:r>
              <a:rPr sz="1900" b="0" i="1">
                <a:solidFill>
                  <a:srgbClr val="141924"/>
                </a:solidFill>
                <a:latin typeface="Georgia"/>
              </a:rPr>
              <a:t>shading</a:t>
            </a:r>
            <a:r>
              <a:rPr sz="1900" b="0" i="0">
                <a:solidFill>
                  <a:srgbClr val="141924"/>
                </a:solidFill>
                <a:latin typeface="Georgia"/>
              </a:rPr>
              <a:t> within a triangle is usually smooth and does not need more samples.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So: store N depth and coverage samples per pixel, but run the fragment shader </a:t>
            </a:r>
            <a:r>
              <a:rPr sz="1900" b="1" i="0">
                <a:solidFill>
                  <a:srgbClr val="141924"/>
                </a:solidFill>
                <a:latin typeface="Georgia"/>
              </a:rPr>
              <a:t>once</a:t>
            </a:r>
            <a:r>
              <a:rPr sz="1900" b="0" i="0">
                <a:solidFill>
                  <a:srgbClr val="141924"/>
                </a:solidFill>
                <a:latin typeface="Georgia"/>
              </a:rPr>
              <a:t>, at the pixel centre, and write that one result to every covered sample.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You get N× coverage resolution for roughly 1× shading cost. Only the bandwidth and memory scale. This is why MSAA was the standard for fifteen years.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Antialiasing, compared honestly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1945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19751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sp>
        <p:nvSpPr>
          <p:cNvPr id="8" name="Rectangle 7"/>
          <p:cNvSpPr/>
          <p:nvPr/>
        </p:nvSpPr>
        <p:spPr>
          <a:xfrm>
            <a:off x="2761488" y="1901952"/>
            <a:ext cx="31089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71216" y="1956816"/>
            <a:ext cx="28895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Fixes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70448" y="1901952"/>
            <a:ext cx="34747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80176" y="1956816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Misses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45167" y="1901952"/>
            <a:ext cx="22860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54895" y="1956816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Cost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377440"/>
            <a:ext cx="21945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414016"/>
            <a:ext cx="19751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SSAA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61488" y="2377440"/>
            <a:ext cx="31089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71216" y="2414016"/>
            <a:ext cx="28895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Everything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70448" y="2377440"/>
            <a:ext cx="34747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0176" y="2414016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Nothing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45167" y="2377440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54895" y="2414016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N× shading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852928"/>
            <a:ext cx="21945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2889504"/>
            <a:ext cx="19751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MSAA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61488" y="2852928"/>
            <a:ext cx="31089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71216" y="2889504"/>
            <a:ext cx="28895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Geometric edges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70448" y="2852928"/>
            <a:ext cx="34747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80176" y="2889504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Shader aliasing, alpha-test edges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45167" y="2852928"/>
            <a:ext cx="2286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54895" y="2889504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N× bandwidth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328416"/>
            <a:ext cx="21945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364992"/>
            <a:ext cx="19751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FXAA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61488" y="3328416"/>
            <a:ext cx="31089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71216" y="3364992"/>
            <a:ext cx="28895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Edges in the final image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70448" y="3328416"/>
            <a:ext cx="34747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80176" y="3364992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Blurs; no sub-pixel information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45167" y="3328416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54895" y="3364992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~1 ms, trivial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803904"/>
            <a:ext cx="21945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3840480"/>
            <a:ext cx="19751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TAA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61488" y="3803904"/>
            <a:ext cx="31089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71216" y="3840480"/>
            <a:ext cx="28895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Edges, shading, and specular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70448" y="3803904"/>
            <a:ext cx="34747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80176" y="3840480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Ghosting, blur, disocclusion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345167" y="3803904"/>
            <a:ext cx="2286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54895" y="3840480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1 frame history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279392"/>
            <a:ext cx="21945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6656" y="4315968"/>
            <a:ext cx="19751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DLSS/FSR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61488" y="4279392"/>
            <a:ext cx="31089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71216" y="4315968"/>
            <a:ext cx="28895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As TAA, plus upscaling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70448" y="4279392"/>
            <a:ext cx="34747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80176" y="4315968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Same failure modes, better hidden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45167" y="4279392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454895" y="4315968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Vendor-specific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MSAA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Why MSAA fell out of favour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Deferred rendering breaks it.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Lighting happens in a later pass, per pixel — so coverage samples have already been resolved away.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Keeping per-sample G-buffers costs N× the memory, which defeats the purpose of deferring.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It only fixes geometry.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Modern aliasing is increasingly in the shading: sharp specular, high-frequency normal maps, thin highlights.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Alpha-tested foliage is invisible to it.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The edge is created by </a:t>
            </a:r>
            <a:r>
              <a:rPr sz="1656" b="0" i="0">
                <a:solidFill>
                  <a:srgbClr val="3C4555"/>
                </a:solidFill>
                <a:latin typeface="Consolas"/>
              </a:rPr>
              <a:t>discard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, not by coverage.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Alpha-to-coverage partially recovers this.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TAA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Temporal antialiasing: samples from the past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Jitter the projection by a sub-pixel offset each frame.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Reproject the previous frame using motion vectors, and blend.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Effectively supersamples </a:t>
            </a:r>
            <a:r>
              <a:rPr sz="1800" b="0" i="1">
                <a:solidFill>
                  <a:srgbClr val="3C4555"/>
                </a:solidFill>
                <a:latin typeface="Calibri"/>
              </a:rPr>
              <a:t>over time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many samples for the cost of one per frame.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Antialiases shading and specular too, which MSAA cannot.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The cost is in the failure modes: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</a:t>
            </a:r>
            <a:r>
              <a:rPr sz="1600" b="1" i="0">
                <a:solidFill>
                  <a:srgbClr val="798290"/>
                </a:solidFill>
                <a:latin typeface="Calibri"/>
              </a:rPr>
              <a:t>Ghosting</a:t>
            </a:r>
            <a:r>
              <a:rPr sz="1600" b="0" i="0">
                <a:solidFill>
                  <a:srgbClr val="798290"/>
                </a:solidFill>
                <a:latin typeface="Calibri"/>
              </a:rPr>
              <a:t> when reprojection is wrong.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</a:t>
            </a:r>
            <a:r>
              <a:rPr sz="1600" b="1" i="0">
                <a:solidFill>
                  <a:srgbClr val="798290"/>
                </a:solidFill>
                <a:latin typeface="Calibri"/>
              </a:rPr>
              <a:t>Blur</a:t>
            </a:r>
            <a:r>
              <a:rPr sz="1600" b="0" i="0">
                <a:solidFill>
                  <a:srgbClr val="798290"/>
                </a:solidFill>
                <a:latin typeface="Calibri"/>
              </a:rPr>
              <a:t> in motion, because history is resampled repeatedly.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</a:t>
            </a:r>
            <a:r>
              <a:rPr sz="1600" b="1" i="0">
                <a:solidFill>
                  <a:srgbClr val="798290"/>
                </a:solidFill>
                <a:latin typeface="Calibri"/>
              </a:rPr>
              <a:t>Disocclusion</a:t>
            </a:r>
            <a:r>
              <a:rPr sz="1600" b="0" i="0">
                <a:solidFill>
                  <a:srgbClr val="798290"/>
                </a:solidFill>
                <a:latin typeface="Calibri"/>
              </a:rPr>
              <a:t> — newly revealed pixels have no history.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Choosing a method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Forward renderer, simple shading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→ MSAA. Still excellent.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Deferred renderer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→ TAA, or FXAA if you cannot afford motion vectors.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Heavy specular or dense normal maps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→ TAA; MSAA will not touch the real problem.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Offline or reference renders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→ SSAA. It is correct and you have the time.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Any renderer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→ fix shader aliasing at the source too: roughness clamping, specular antialiasing, mip-biased normal maps.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798290"/>
                </a:solidFill>
                <a:latin typeface="Calibri"/>
              </a:rPr>
              <a:t>The best antialiasing is a signal that was band-limited before you sampled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Aliasing is high frequencies folding down into low ones. Jagged edges are one symptom; shimmer, moiré, and lost highlights are others.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Nyquist says sample above twice the highest frequency. Geometry edges have unbounded frequency content, so no sample rate is sufficient.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There are two strategies: prefilter (mipmapping) or sample more (supersampling). Everything else is an approximation of one of them.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MSAA is cheap because coverage is sampled N× while shading runs once. Deferred rendering destroys that trick.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TAA supersamples across time, antialiases shading as well as geometry, and pays for it in ghosting and motion blur.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The best fix is upstream: band-limit the signal before sampling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