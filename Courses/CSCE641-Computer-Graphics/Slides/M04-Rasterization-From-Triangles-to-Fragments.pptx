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this single expression gives coverage, winding, area, and barycentrics. It is the central object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bounding box: without it you test the whole screen per triangle. With it, cost is proportional to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skip this and then chase 'random sparkles' along mesh seams for days. Make them implement it in Project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moment to mention sub-pixel precision: hardware typically uses 8 fractional bits, which is why very large triangles can show snapping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back to Module 02: this is exactly the weighted average of points that IS well defined when weights sum to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depth z_ndc is already the result of a divide, so it IS screen-affine and must NOT be perspective-corrected. Getting this backwards is a common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render with and without and diff the images. The difference on a floor plane is unmistakable.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CSCE 735: this is also what makes rasterization SIMD-friendly, since the per-pixel work becomes a vector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Rasterization: From Triangles to Fragments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Deciding which pixels a triangle covers, and what they inherit.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triangle coverage using edge functions.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a fill rule that makes shared edges neither doubled nor gapped.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barycentric coordinates and use them to interpolate attributes.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screen-space linear interpolation is wrong, and correct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Rasterize incrementally rather than re-evaluating per pixel.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Is this sample inside this triangle?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EDGE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One function answers 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E(p)  =  (pₓ − aₓ)(b_y − a_y) − (p_y − a_y)(bₓ − aₓ)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2D cross product of edge ab with the vector from a to 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E(p) &gt; 0  →  p is left of edge 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sign is the orientation. That is the entire inside test.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inside  ⟺  E₀(p), E₁(p), E₂(p) all share a 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edge functions, one sign comparison. No divisions, no branches.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same quantity is twice the signed area of triangle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abp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coverage and interpolation turn out to be the same computation.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naive rasterizer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float edge(vec2 a, vec2 b, vec2 p)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return (p.x - a.x) * (b.y - a.y) - (p.y - a.y) * (b.x - a.x);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void raster(vec2 v0, vec2 v1, vec2 v2)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// Only visit pixels that could possibly be covered.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int x0 = floor(min3(v0.x, v1.x, v2.x)), x1 = ceil(max3(...));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int y0 = floor(min3(v0.y, v1.y, v2.y)), y1 = ceil(max3(...));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for (int y = y0; y &lt;= y1; ++y)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for (int x = x0; x &lt;= x1; ++x) {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vec2 p = vec2(x + 0.5f, y + 0.5f);   // sample at pixel CENTRE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float w0 = edge(v1, v2, p);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float w1 = edge(v2, v0, p);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float w2 = edge(v0, v1, p);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if (w0 &gt;= 0 &amp;&amp; w1 &gt;= 0 &amp;&amp; w2 &gt;= 0) emit_fragment(x, y, w0, w1, w2);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Sampling at the pixel centre, not the corner, is a convention — but it must be the same convention everywhere, or adjacent triangles disagree about their shared edge.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Fill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happens exactly on an edge decides whether your mesh has cracks.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shared-edge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Two triangles share an edge. A sample lands exactly on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both triangles claim it, you get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double shading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visible as a bright seam with transparency, and as wasted work always.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neither claims it, you get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crack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one-pixel line of background showing through a solid mesh.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Floating-point does not save you: the sample is exactly on the edge for both triangles, because they share the same vertices and therefore the same arithmetic.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top-left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sample exactly on an edge belongs to the triangle if that edge is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top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edge or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left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edge.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Top edge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exactly horizontal, with the triangle below it.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Left edge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going down, with the triangle to its right.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Each shared edge is a top-or-left edge of exactly one of the two triangles.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So exactly one claims it. No gaps, no overlaps, deterministic.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This is what GPUs implement. It is in the D3D and Vulkan specifications.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Top-left as a bias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Classify each edge once, before the pixel loop.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bool is_top_left(vec2 a, vec2 b)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bool top  = (a.y == b.y) &amp;&amp; (b.x &lt; a.x);   // horizontal, triangle below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bool left = (b.y &gt; a.y);                   // going down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top || left;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Turn the rule into a constant bias so the inner loop stays branch-free: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inclusive edges keep &gt;= 0, exclusive edges effectively become &gt; 0.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bias0 = is_top_left(v1, v2) ? 0.0f : -EPS;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bias1 = is_top_left(v2, v0) ? 0.0f : -EPS;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bias2 = is_top_left(v0, v1) ? 0.0f : -EPS;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if (w0 + bias0 &gt;= 0 &amp;&amp; w1 + bias1 &gt;= 0 &amp;&amp; w2 + bias2 &gt;= 0) { ...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With integer or fixed-point coordinates the bias is exactly −1 and the rule is exact. This is one of several reasons real GPUs rasterize in fixed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Barycentric coordinates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Coverage and interpolation are the same computation.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BARYCENTRICS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edge functions were already 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λᵢ  =  Eᵢ(p) / (E₀ + E₁ + E₂)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Normalize the three edge functions and you have barycentric weights.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λ₀ + λ₁ + λ₂  =  1,   all ≥ 0 inside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 affine combination — legal for points, unlike a plain sum.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attr(p)  =  λ₀ a₀ + λ₁ a₁ + λ₂ a₂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Interpolate anything: colour, normal, texcoord, depth, tangent.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You computed the edge functions for the inside test. The weights come free — one reciprocal per fragment.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Perspective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step whose absence produces swimming textures.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Linear in 3D is not linear on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 texture coordinate varies linearly across a triangle in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world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space. After perspective projection it does not vary linearly across the triangle in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screen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space.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Projection divided by z, and division is not affine. Equal steps in screen space correspond to unequal steps on the surface — larger ones further away.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Interpolate naively and the texture appears to slide, swim, or bend as the camera moves. It is most obvious on large floor polygons seen at a shallow angle, which is why it was so conspicuous in 1995-era console games.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Interpolate attribute over w, then divide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1/w  is  affine in screen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one quantity that survives projection linearly. Everything hangs off this.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interpolate  a/w  and  1/w  linearly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Both are affine, so plain barycentric interpolation is correct for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a(p)  =  lerp(a/w) / lerp(1/w)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extra divide per fragment per attribute set. That is the whole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Hardware does this for you. In a software rasterizer you must do it yourself, and Project 1 requires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Perspective-correct interpolation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After the perspective divide, keep 1/w for every vertex.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float iw0 = 1.0f / c0.w, iw1 = 1.0f / c1.w, iw2 = 1.0f / c2.w;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Per fragment, with screen-space barycentrics l0, l1, l2: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float iw = l0*iw0 + l1*iw1 + l2*iw2;          // affine: correct as-is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// Perspective-correct weights, computed once per fragment: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float p0 = l0 * iw0 / iw;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float p1 = l1 * iw1 / iw;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float p2 = l2 * iw2 / iw;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vec2 uv     = p0*uv0 + p1*uv1 + p2*uv2;       // CORRECTED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vec3 normal = p0*n0  + p1*n1  + p2*n2;        // CORRECTED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float depth = l0*z0 + l1*z1 + l2*z2;          // NOT corrected: z_ndc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                                      // is already screen-affine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Compute the corrected weights once, then reuse them for every attribute. Correcting depth as well is a real and common bug.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Making it 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answer, with far less arithmetic.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INCREMENTAL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Edge functions are affine, so step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E(x+1, y) = E(x, y) + (b_y − a_y)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E(x, y+1) = E(x, y) + (aₓ − bₓ)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So: evaluate once per triangle at the bounding-box corner, then add per pixel.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Three multiplies and three subtractions per pixel become three additions.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Better still: evaluate a 2×2 or 8×8 block at once.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If all four corners of a block are outside the same edge, the whole block is outside — skip it.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This is roughly what real hardware does, in a hierarchy.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Rasterization artifacts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you see</a:t>
            </a:r>
          </a:p>
        </p:txBody>
      </p:sp>
      <p:sp>
        <p:nvSpPr>
          <p:cNvPr id="8" name="Rectangle 7"/>
          <p:cNvSpPr/>
          <p:nvPr/>
        </p:nvSpPr>
        <p:spPr>
          <a:xfrm>
            <a:off x="5138928" y="1901952"/>
            <a:ext cx="6492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48656" y="1956816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One-pixel cracks along shared edges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8928" y="237744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6" y="2414016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fill rule, or inconsistent sample 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Bright seams on transparent geometry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2852928"/>
            <a:ext cx="6492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6" y="2889504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Double-shaded shared edges — same cause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Texture slides as camera moves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3328416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3364992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Interpolation not perspective-corrected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Texture correct, depth wrong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8928" y="3803904"/>
            <a:ext cx="6492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8656" y="3840480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Depth perspective-corrected when it should not be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Triangles vanish at glancing angles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928" y="4279392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8656" y="4315968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Degenerate triangle: near-zero area, sign unstable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Geometry snaps as it moves slowly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38928" y="4754879"/>
            <a:ext cx="6492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8656" y="4791455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Insufficient sub-pixel precision in fixed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One edge function gives you coverage, winding, area, and barycentric weights. It is the whole module in a single expression.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top-left rule decides ties on shared edges so exactly one triangle claims each sample. Without it you get cracks or double shading.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Barycentric weights are the normalized edge functions — free, once you have done the inside test.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1/w is the quantity that stays affine under projection. Interpolate a/w and 1/w, then divide.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Depth in NDC is already the result of a divide, so it must NOT be perspective-corrected. Attributes must.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Edge functions are affine, so step them incrementally and reject whole blocks at once. That is what makes rasterization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