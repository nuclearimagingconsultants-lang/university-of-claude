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that pass 1 is literally the Module 05 depth buffer with a different camera. Nothing new is required to build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pc.z &gt; 1.0 early out, and tie it back to Module 08's clamp-to-border wrap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offset is underused and often the better answer; it translates in world space rather than along the light ray.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most important conceptual point about PCF and it is easy to get backwards.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split scheme matters: pure logarithmic wastes near detail, pure uniform wastes far. Practical schemes blend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lights costing six renders is why engines limit the number of shadow-casting point lights so aggressively.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641 — Computer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Shadows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Visibility from the light's point of view, and everything that goes wrong with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641 · Module 10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Implement basic shadow mapping end to end.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Diagnose acne, peter-panning, and aliasing, and explain the cause of each.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Apply slope-scaled bias and normal offset correctly.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Implement PCF and explain what it does and does not fix.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cascaded shadow maps and why directional lights need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 point is lit if the light can see it. So render from the light.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SHADOW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algorithm in two passes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Pass 1.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Render the scene from the light's position, storing depth only.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This is a depth buffer — the nearest surface the light can see in every direction.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Pass 2.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Render normally. For each fragment: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Transform its world position into the light's clip space.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Compare its depth to the stored depth at that location.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Greater → something is between it and the light → in shadow.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Image-space, geometry-independent, and the standard technique everywhere.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SHADOW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lookup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361943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glsl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087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float shadow(vec3 worldPos, vec3 N, vec3 L) {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vec4 lp = uLightVP * vec4(worldPos, 1.0);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vec3 pc = lp.xyz / lp.w;             // perspective divide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pc = pc * 0.5 + 0.5;                 // NDC [-1,1] -&gt; UV [0,1]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// Outside the light's frustum: treat as lit, not as shadowed.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if (pc.z &gt; 1.0) return 1.0;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float stored  = texture(uShadowMap, pc.xy).r;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float current = pc.z;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return (current - BIAS) &gt; stored ? 0.0 : 1.0;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428487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Four lines of real work. Everything difficult about shadows is in the choice of BIAS and in what happens at the edges.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Three artifacts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Each has a different cause, and fixing one often causes another.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Shadow acne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ARTIFACT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Moiré-like stripes of self-shadowing across lit surfaces.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1" i="0">
                <a:solidFill>
                  <a:srgbClr val="141924"/>
                </a:solidFill>
                <a:latin typeface="Georgia"/>
              </a:rPr>
              <a:t>Cause: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 the shadow map stores one depth per texel, but the texel covers an </a:t>
            </a:r>
            <a:r>
              <a:rPr sz="1900" b="0" i="1">
                <a:solidFill>
                  <a:srgbClr val="141924"/>
                </a:solidFill>
                <a:latin typeface="Georgia"/>
              </a:rPr>
              <a:t>area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 of a sloped surface. Points within that area are nearer or further than the single stored value, so roughly half of them test as shadowed by themselves.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The steeper the surface relative to the light, the wider the depth range inside one texel, and the worse the acne. On a surface perpendicular to the light there is no acne at all — which is the clue to the fix.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FIX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Slope-scaled bias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bias  =  c₁ + c₂ · tan(θ)   where cosθ = n·l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depth range within a texel grows with the surface slope, so the bias should too.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bias = max(c₂ · (1 − n·l), c₁)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usual cheap approximation. Constant floor plus a slope term.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normal offset:  p' = p + n · 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Move the sample point along the normal instead of biasing depth. Often better behaved.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Constant bias alone forces you to choose between acne (too small) and peter-panning (too large). Slope scaling removes most of that dilemma.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Peter-panning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ARTIFACT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0" i="0">
                <a:solidFill>
                  <a:srgbClr val="141924"/>
                </a:solidFill>
                <a:latin typeface="Georgia"/>
              </a:rPr>
              <a:t>The shadow detaches from the object and floats, so objects appear to hover above the ground.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Cause: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too much bias. The contact point where the object meets the floor is pushed out of shadow.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0" i="0">
                <a:solidFill>
                  <a:srgbClr val="141924"/>
                </a:solidFill>
                <a:latin typeface="Georgia"/>
              </a:rPr>
              <a:t>This is the direct consequence of over-correcting artifact 1, which is why constant bias alone is a losing game: the value that removes acne on sloped surfaces detaches shadows on flat ones.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0" i="0">
                <a:solidFill>
                  <a:srgbClr val="141924"/>
                </a:solidFill>
                <a:latin typeface="Georgia"/>
              </a:rPr>
              <a:t>Partial fix: render only back faces into the shadow map, so the biasing happens on surfaces you never see. Works well on closed geometry, badly on open sheets.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Shadow aliasing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ARTIFACT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Blocky, stair-stepped shadow edges — Module 09's phenomenon, now in the shadow map.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1" i="0">
                <a:solidFill>
                  <a:srgbClr val="141924"/>
                </a:solidFill>
                <a:latin typeface="Georgia"/>
              </a:rPr>
              <a:t>Cause: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 the shadow map is a finite-resolution sampling of the depth function. One texel may cover many screen pixels, especially near the camera or for a light covering a large area.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This is </a:t>
            </a:r>
            <a:r>
              <a:rPr sz="1900" b="0" i="1">
                <a:solidFill>
                  <a:srgbClr val="141924"/>
                </a:solidFill>
                <a:latin typeface="Georgia"/>
              </a:rPr>
              <a:t>perspective aliasing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: the mismatch between shadow map resolution and screen resolution varies enormously with distance. It is the reason cascades exist.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Softening and scaling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PCF for the edges; cascades for the distance.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PCF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Percentage-closer filtering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361943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glsl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087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Average the COMPARISON RESULTS, not the depths.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Averaging depths and then comparing is wrong and gives you nothing.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float pcf(vec3 pc, float bias) {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float sum = 0.0;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vec2 texel = 1.0 / textureSize(uShadowMap, 0);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for (int y = -1; y &lt;= 1; ++y)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for (int x = -1; x &lt;= 1; ++x) {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    float d = texture(uShadowMap, pc.xy + vec2(x,y) * texel).r;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    sum += (pc.z - bias) &gt; d ? 0.0 : 1.0;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}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return sum / 9.0;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428487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Comparison is a step function, so averaging before comparing returns a step function again. Averaging after comparing is what produces a gradient.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PCF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PCF does and does not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Does: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antialias the shadow edge. The hard step becomes a gradient over the filter width.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Does: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hide residual acne, by averaging it away.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Does not: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produce physically correct soft shadows.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A real penumbra widens with distance from the occluder.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PCF's width is constant — it is blur, not penumbra.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PCSS estimates blocker distance to vary the radius. More correct, more expensive, and still an approximation.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CASCADES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Why directional lights need cascades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The sun must shadow everything from 1 m to 1000 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One shadow map covering that range gives perhaps 1 texel per metre nearby — unusably coarse.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Cascaded shadow maps: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split the view frustum by depth, one shadow map per slice.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Near slice: small area, high effective resolution.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Far slice: large area, low resolution — and nobody notices.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Typically 3–4 cascades, split logarithmically.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Blend across cascade boundaries, or the seam is visible.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Shadows by light 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3774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Light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4368" y="1901952"/>
            <a:ext cx="27432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54096" y="1956816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Projection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87568" y="1901952"/>
            <a:ext cx="23774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97296" y="19568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Maps needed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65008" y="1901952"/>
            <a:ext cx="35661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956816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Notes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377440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4140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Directional (sun)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2377440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4096" y="2414016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Orthographic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87568" y="2377440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97296" y="2414016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3–4 cascades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65008" y="2377440"/>
            <a:ext cx="3566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2414016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Fit each cascade to its frustum slice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852928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2889504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Spot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44368" y="2852928"/>
            <a:ext cx="27432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54096" y="2889504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Perspective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87568" y="2852928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7296" y="2889504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65008" y="2852928"/>
            <a:ext cx="35661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74736" y="2889504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Simplest case; frustum matches the cone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328416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364992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Point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44368" y="3328416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54096" y="3364992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Perspective ×6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87568" y="3328416"/>
            <a:ext cx="2377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97296" y="3364992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Cube map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65008" y="3328416"/>
            <a:ext cx="3566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74736" y="3364992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Six renders, or one with layered geometry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803904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3840480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Area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44368" y="3803904"/>
            <a:ext cx="27432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054096" y="3840480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87568" y="3803904"/>
            <a:ext cx="2377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97296" y="3840480"/>
            <a:ext cx="215798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Many / stochastic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803904"/>
            <a:ext cx="35661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74736" y="3840480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No exact shadow map method; sample or raytrace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Shadow bugs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48463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46268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you see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13248" y="1901952"/>
            <a:ext cx="621792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22976" y="1956816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Cause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377440"/>
            <a:ext cx="48463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414016"/>
            <a:ext cx="46268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Striped self-shadowing on lit surfaces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13248" y="2377440"/>
            <a:ext cx="6217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22976" y="2414016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Bias too small — acne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852928"/>
            <a:ext cx="48463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889504"/>
            <a:ext cx="46268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Shadows detached, objects float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13248" y="2852928"/>
            <a:ext cx="6217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22976" y="2889504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Bias too large — peter-panning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328416"/>
            <a:ext cx="48463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3364992"/>
            <a:ext cx="46268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Blocky stair-stepped shadow edges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13248" y="3328416"/>
            <a:ext cx="6217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22976" y="3364992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Shadow map resolution; needs PCF and/or cascades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803904"/>
            <a:ext cx="48463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3840480"/>
            <a:ext cx="46268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Everything in shadow beyond a distance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13248" y="3803904"/>
            <a:ext cx="6217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22976" y="3840480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Outside the light frustum; needs the pc.z &gt; 1 early out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279392"/>
            <a:ext cx="48463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4315968"/>
            <a:ext cx="46268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Hard line across the scene at a fixed depth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13248" y="4279392"/>
            <a:ext cx="6217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22976" y="4315968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Cascade boundary without blending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4754879"/>
            <a:ext cx="48463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4791455"/>
            <a:ext cx="46268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Shadow swims as the camera moves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13248" y="4754879"/>
            <a:ext cx="621792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22976" y="4791455"/>
            <a:ext cx="59984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Cascade not snapped to texel boundaries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Shadow mapping is a depth buffer rendered from the light. Pass 1 is Module 05 with a different camera.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Acne comes from one depth per texel covering a sloped area; peter-panning comes from over-correcting it. Slope-scaled bias and normal offset break the dilemma.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Shadow aliasing is Module 09 again, with the shadow map as the sampling grid.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PCF averages comparison results, not depths. Averaging depths first is wrong and achieves nothing.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PCF produces blur, not penumbra. Real soft shadows widen with occluder distance; PCSS approximates that.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Directional lights need cascades because one map cannot cover 1 m and 1000 m usefully. Snap cascades to texels or the shadows swim.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