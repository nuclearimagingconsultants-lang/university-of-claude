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pass 1 is literally the Module 05 depth buffer with a different camera. Nothing new is required to build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pc.z &gt; 1.0 early out, and tie it back to Module 08's clamp-to-border wrap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offset is underused and often the better answer; it translates in world space rather than along the light 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conceptual point about PCF and it is easy to get backwards.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split scheme matters: pure logarithmic wastes near detail, pure uniform wastes far. Practical schemes blend the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lights costing six renders is why engines limit the number of shadow-casting point lights so aggressively.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Shadows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Visibility from the light's point of view, and everything that goes wrong with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basic shadow mapping end to end.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acne, peter-panning, and aliasing, and explain the cause of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slope-scaled bias and normal offset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PCF and explain what it does and does not fix.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cascaded shadow maps and why directional lights need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point is lit if the light can see it. So render from the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SHADOW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algorithm in two passes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Pass 1.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Render the scene from the light's position, storing depth only.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a depth buffer — the nearest surface the light can see in every direction.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Pass 2.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Render normally. For each fragment: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Transform its world position into the light's clip space.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Compare its depth to the stored depth at that location.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Greater → something is between it and the light → in shadow.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Image-space, geometry-independent, and the standard technique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SHADOW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lookup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shadow(vec3 worldPos, vec3 N, vec3 L)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vec4 lp = uLightVP * vec4(worldPos, 1.0);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vec3 pc = lp.xyz / lp.w;             // perspective divide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pc = pc * 0.5 + 0.5;                 // NDC [-1,1] -&gt; UV [0,1]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// Outside the light's frustum: treat as lit, not as shadowed.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if (pc.z &gt; 1.0) return 1.0;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stored  = texture(uShadowMap, pc.xy).r;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current = pc.z;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(current - BIAS) &gt; stored ? 0.0 : 1.0;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Four lines of real work. Everything difficult about shadows is in the choice of BIAS and in what happens at the edges.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has a different cause, and fixing one often causes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Shadow acne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ARTIFACT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Moiré-like stripes of self-shadowing across lit surfaces.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Cause: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the shadow map stores one depth per texel, but the texel covers an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area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of a sloped surface. Points within that area are nearer or further than the single stored value, so roughly half of them test as shadowed by themselves.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steeper the surface relative to the light, the wider the depth range inside one texel, and the worse the acne. On a surface perpendicular to the light there is no acne at all — which is the clue to the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FIX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Slope-scaled bias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bias  =  c₁ + c₂ · tan(θ)   where cosθ = n·l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depth range within a texel grows with the surface slope, so the bias should too.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bias = max(c₂ · (1 − n·l), c₁)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usual cheap approximation. Constant floor plus a slope term.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normal offset:  p' = p + n ·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Move the sample point along the normal instead of biasing depth. Often better behaved.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Constant bias alone forces you to choose between acne (too small) and peter-panning (too large). Slope scaling removes most of that dilemma.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Peter-panning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ARTIFACT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shadow detaches from the object and floats, so objects appear to hover above the ground.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Cause: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too much bias. The contact point where the object meets the floor is pushed out of shadow.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direct consequence of over-correcting artifact 1, which is why constant bias alone is a losing game: the value that removes acne on sloped surfaces detaches shadows on flat ones.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Partial fix: render only back faces into the shadow map, so the biasing happens on surfaces you never see. Works well on closed geometry, badly on open 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Shadow aliasing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ARTIFACT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Blocky, stair-stepped shadow edges — Module 09's phenomenon, now in the shadow map.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Cause: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the shadow map is a finite-resolution sampling of the depth function. One texel may cover many screen pixels, especially near the camera or for a light covering a large area.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perspective aliasing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: the mismatch between shadow map resolution and screen resolution varies enormously with distance. It is the reason cascades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Softening and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PCF for the edges; cascades for the distance.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Percentage-closer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Average the COMPARISON RESULTS, not the depths.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Averaging depths and then comparing is wrong and gives you nothing.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pcf(vec3 pc, float bias)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float sum = 0.0;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vec2 texel = 1.0 / textureSize(uShadowMap, 0);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(int y = -1; y &lt;= 1; ++y)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for (int x = -1; x &lt;= 1; ++x) {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float d = texture(uShadowMap, pc.xy + vec2(x,y) * texel).r;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sum += (pc.z - bias) &gt; d ? 0.0 : 1.0;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return sum / 9.0;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Comparison is a step function, so averaging before comparing returns a step function again. Averaging after comparing is what produces a gradient.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PCF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PCF does and does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antialias the shadow edge. The hard step becomes a gradient over the filter width.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hide residual acne, by averaging it away.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not: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produce physically correct soft shadows.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real penumbra widens with distance from the occluder.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PCF's width is constant — it is blur, not penumbra.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PCSS estimates blocker distance to vary the radius. More correct, more expensive, and still an approximation.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CASCADES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directional lights need cascades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sun must shadow everything from 1 m to 1000 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One shadow map covering that range gives perhaps 1 texel per metre nearby — unusably coarse.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Cascaded shadow maps: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split the view frustum by depth, one shadow map per slice.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Near slice: small area, high effective resolution.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Far slice: large area, low resolution — and nobody notices.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Typically 3–4 cascades, split logarithmically.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Blend across cascade boundaries, or the seam is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Shadows by light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Maps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Directional (sun)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Orthographic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756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729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3–4 cascades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Fit each cascade to its frustum slice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Spot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4436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5409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Perspective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8756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729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Simplest case; frustum matches the cone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Perspective ×6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Cube map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Six renders, or one with layered geometry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4436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5409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8756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/ stochastic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 exact shadow map method; sample or raytrace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Shadow bugs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you see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2297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Striped self-shadowing on lit surfaces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1324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297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 too small — acne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Shadows detached, objects float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Bias too large — peter-panning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Blocky stair-stepped shadow edges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1324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2297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 map resolution; needs PCF and/or cascades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 in shadow beyond a distance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1324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2297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Outside the light frustum; needs the pc.z &gt; 1 early 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 line across the scene at a fixed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4279392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4315968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Cascade boundary without blending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 swims as the camera moves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13248" y="4754879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22976" y="4791455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Cascade not snapped to texel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Shadow mapping is a depth buffer rendered from the light. Pass 1 is Module 05 with a different camera.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Acne comes from one depth per texel covering a sloped area; peter-panning comes from over-correcting it. Slope-scaled bias and normal offset break the dilemma.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Shadow aliasing is Module 09 again, with the shadow map as the sampling grid.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PCF averages comparison results, not depths. Averaging depths first is wrong and achieves nothing.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PCF produces blur, not penumbra. Real soft shadows widen with occluder distance; PCSS approximates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Directional lights need cascades because one map cannot cover 1 m and 1000 m usefully. Snap cascades to texels or the shadows swim.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