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map-projection analogy lands well: Mercator preserves angles and ruins areas, and UV unwrapping faces exactly that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shadow-map use of clamp-to-border matters in Module 10: it decides what happens outside the light's frustum.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 the asymmetry: magnification is a resolution problem (annoying), minification is a sampling problem (actually broken).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the loop with Module 07 nicely. The quad is not an implementation curiosity; mipmapping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fixes the previous row's residual. That progression is the whole story of texture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Mirrored UV islands are extremely common in game assets — character faces especially. The handedness bug shows up as one cheek lit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 form of Module 06's gamma rule. Colour is sRGB; everything else 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Texture Mapping, Filtering, and Mipmaps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Putting detail on surfaces without putting geometry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UV parameterisation and the artifacts of a bad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correctly between magnification and minification filters.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mipmaps exist in sampling terms, and what trilinear and anisotropic filtering each fix.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tangent-space normal mapping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common texture types and say which are colour and which are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Parameterisation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Assigning a 2D coordinate to every point on a 3D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UV map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vertex carries a 2D coordinate (u, v) into texture space.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rasterizer interpolates it — perspective-correctly, per Module 04.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Making a good UV map is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flattening a 3D surface onto a plane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Only developable surfaces flatten without distortion.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sphere does not. Neither does almost anything interesting.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every UV map trades off three things: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stretch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seams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wasted texture space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You cannot have none of them. Module 12 revisits this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Wrap modes, and when each is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Behaviour outside [0,1]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Tiles seamlessly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Floors, walls, any tiling 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Mirrored repeat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Tiles, flipping alternately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Hides a seam in a tiling texture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Clamp to 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Holds the border texel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Decals, UI, anything not meant to tile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Clamp to border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Returns a constant colour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 maps — border = 'fully lit'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texture is a grid of samples. The screen is a different grid of samples. These rarely line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FAILURE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Magnification and minification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Magnification — texels larger than pixels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One texel covers many pixels.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Problem: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blockiness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Nearest → hard squares.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Bilinear → smooth, slightly soft.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Easy case. Bilinear is almost always right.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Minification — texels smaller than pixels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Many texels fall inside one pixel.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Problem: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aliasing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shimmer and moiré.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Point sampling picks one texel arbitrarily.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pixel moves, a different texel is picked, it flickers.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Hard case. This is what mipmaps exist 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Minification is undersampling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pixel covers an area of the texture. Its correct value is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average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over that area.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Point sampling takes one texel from that area and pretends it represents the whole. When the pixel moves slightly, a different texel is chosen, and the result flickers.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the Module 01 theme again: a continuous signal sampled too sparsely. Module 09 gives the theory; mipmapping is the practical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MIPMAPS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Precompute the averages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Store the texture at every power-of-two reduction: full, 1/2, 1/4, 1/8…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level is a prefiltered average of the one above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At render time, pick the level where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one texel ≈ one pixel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averaging you needed has already been done, offline.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Costs 33% more memory. ∑ 1/4ⁿ = 4/3.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Level chosen from the screen-space derivatives of the UV — which is why Module 07's 2×2 quads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MIPMAPS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the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ρ  =  max( |∂uv/∂x| , |∂uv/∂y|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far the texture coordinate moves per pixel step, in texels.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level  =  log₂(ρ)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mip level halves resolution, so the log is the natural measure.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trilinear: lerp between ⌊level⌋ and ⌈level⌉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Removes the visible seam where the level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Derivatives come from neighbouring threads in the quad — hence undefined behaviour if you sample inside divergent control 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filter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Remaining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10928" y="1901952"/>
            <a:ext cx="1920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0656" y="19568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Nearest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Blocky and aliased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10928" y="23774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0656" y="24140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tap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Bilinear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Blockiness within a 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Still aliases on minification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10928" y="2852928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0656" y="2889504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 taps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Bilinear + mipmap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Aliasing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Visible seams between levels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10928" y="3328416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0656" y="3364992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 taps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Trilinear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Level seams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Over-blurs at oblique angles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8" y="3803904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0656" y="3840480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 taps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Anisotropic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4096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Oblique over-blur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5449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Cost; usually capped at 16×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10928" y="4279392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0656" y="4315968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up to 16×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trilinear blurs oblique surfaces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ANISOTROPY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pixel on a floor seen at a shallow angle covers a long, thin footprint in texture space — perhaps 1 texel wide and 16 long.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Mip level selection takes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maximum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derivative, so it picks a level coarse enough for the long axis. The short axis is then blurred by 16× more than it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Result: distant floors look smeared. Anisotropic filtering takes several samples along the long axis at a finer level instead, which is why it has such a visible effect on ground textures for such a modest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Normal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Faking geometry that is not there, convincingly.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NORMAL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Perturb the normal, not the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Store a normal per texel instead of a colour.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it in the lighting equation in place of the interpolated normal.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Lighting responds as though the surface had that shape.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Bumps, scratches, pores — at texture resolution, for no extra geometry.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But the silhouette does not change.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Look along the surface and it is visibly flat. This is the one limitation that nothing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TANGENT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normals are stored in tangent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Object-space normal maps bake in the orientation of the mesh.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Cannot be reused on another model. Cannot tile. Breaks under deformation.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Tangent-space maps store the normal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relative to the surface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Reusable, tileable, and correct under skinning — which matters in Module 13.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Mostly blue, because (0,0,1) means 'unperturbed'.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Needs a per-vertex frame: tangent, bitangent, normal — the TBN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TANGENT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Applying a normal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Vertex shader: build the TBN basis and pass it along.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T = normalize(uNormalMatrix * aTangent);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N = normalize(uNormalMatrix * aNormal);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 = normalize(T - dot(T, N) * N);     // Gram-Schmidt: re-orthogonalise,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// because interpolation drifts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B = cross(N, T) * aTangent.w;    // w stores handedness (+1 / -1)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vTBN = mat3(T, B, N);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Fragment shader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n = texture(uNormalMap, vUV).rgb * 2.0 - 1.0;   // [0,1] -&gt; [-1,1]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N = normalize(vTBN * n);                        // -&gt; world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details that are routinely wrong: the handedness in tangent.w (mirrored UVs flip it, and without it mirrored parts light inside out), and the Gram–Schmidt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Texture types and colour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364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Colour 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Albedo / base colour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Surface colour with no lighting baked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sRGB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Tangent-space normal, encoded to [0,1]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1364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37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 — never sRGB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Roughness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Microfacet spread (Module 11)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Metallic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Dielectric or conductor, usually 0 or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364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Ambient occlusion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self-shadowing factor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1364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Emissive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 emitted by the surface itself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13648" y="4754879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23376" y="4791455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sRGB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Height / displacement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5230367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2736" y="5266943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Offset along the normal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13648" y="5230367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23376" y="5266943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UV mapping is flattening a surface onto a plane: stretch, seams, and wasted space are a three-way trade you cannot escape.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Magnification is a resolution problem; minification is a sampling problem. Only the second one actually breaks.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Mipmaps precompute the averages that correct minification aliasing, for 33% extra memory.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Mip level comes from screen-space UV derivatives, which is why fragments shade in 2×2 quads.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Trilinear over-blurs oblique surfaces because level selection uses the maximum derivative; anisotropic filtering is the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Tangent-space normal maps are reusable and survive deformation, but need a correct TBN including handedness.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