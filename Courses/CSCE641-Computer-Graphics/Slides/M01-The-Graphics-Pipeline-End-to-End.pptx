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arrive expecting graphics to be about colour and lighting. Push the framing hard here: continuous-to-discrete is the recurring theme, and aliasing, texture filtering, and antialiasing are all the same problem reappearing.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stating explicitly that these are the same integral evaluated with the loops swapped. That framing pays off in 647.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memorise the consumes/produces columns rather than the names. Knowing what crosses each boundary is what makes bug localisation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the biggest performance wins in real engines are almost always here, not in the shader.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03 derives every one of these matrices. Here they only need to know the chain exists and why it is a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fragment-is-not-a-pixel distinction prevents a large class of confusions later, especially around MSAA.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place to note that GPUs give the illusion of in-order results while executing wildly out of order. That guarantee costs hardware, and it is why blending is a fixed-function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boundary has moved over thirty years, always in the direction of more programmability — but coverage and blending have stayed fixed, which tells you something about their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forward to CSCE 735. The GPU is a throughput machine, and every architectural decision follows from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the single most useful artifact of Module 01. Students should keep it open for the whole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students to copy this into their repo README now. By Module 05 they will have implemented every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The Graphics Pipeline, End to 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Where a triangle goes, and what happens to it on the 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every stage of the real-time pipeline and state what it consumes and produces.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rendering is structured as a pipeline at all, and where the parallelism lives.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Trace one triangle from object space to a shaded pixel.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Distinguish fixed-function stages from programmable ones.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Localise a rendering artifact to a stage before opening a debugger.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problem is this?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Before the stages, the statement of the problem they solve.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Rendering, stated precisely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Given a description of a scene and a camera, produce an image.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Scene: geometry, materials, lights — a continuous 3D description.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Camera: a position, an orientation, and a field of view.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Image: a finite grid of pixels, each needing one colour.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The mismatch in that sentence is the whole subject.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The scene is continuous. The image is discrete.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Every hard problem in graphics lives in that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central difficulty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KEY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 scene is continuous. A screen is a finite grid of samples.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Rendering is therefore a sampling problem wearing a geometry costume — and almost every artifact you will ever chase is a sampling failure.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Hold on to this. It explains stage after stage that would otherwise look arbitrary.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TWO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Two ways to answer the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Ray tracing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for each pixel, ask which geometry it sees.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Loop over pixels on the outside, geometry on the inside.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Natural for light transport. Expensive to make interactive.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Rasterization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for each triangle, ask which pixels it covers.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Loop over geometry on the outside, pixels on the inside.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Awkward for global effects. Astonishingly fast, and parallel.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This course is rasterization. CSCE 647 is the other loop order.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Six stages, each consuming the previous one's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each stage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0175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Consumes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1753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Produces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Application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444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Scene graph,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0780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1753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Draw calls + vertex buffers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Vertex processing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444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Vertices in object space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0780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1753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Vertices in clip space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Clipping &amp; assembly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444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417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Clip-space vertices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0780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1753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Triangles inside frustum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Rasterization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8444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Screen-space triangles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0780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Fragments with interpolants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Fragment processing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84448" y="427939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94176" y="4315968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Fragments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07808" y="427939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17536" y="4315968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Shaded colour + depth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30175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27980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Output merging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84448" y="4754879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4176" y="4791455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Shaded fragments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07808" y="4754879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17536" y="4791455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Final framebuffer pixels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Application: deciding what to draw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Runs on the CPU. The only stage you fully control.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Culling: discard what cannot be seen before it costs anything.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Frustum culling — outside the camera volume.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Occlusion culling — hidden behind something else.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Level of detail: choose a cheaper mesh when it will not be noticed.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Sorting: opaque front-to-back for early-Z, transparent back-to-front.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Batching: fewer, larger draw calls. Draw-call overhead is real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798290"/>
                </a:solidFill>
                <a:latin typeface="Calibri"/>
              </a:rPr>
              <a:t>The fastest triangle is the one you never submitted.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Vertex processing: moving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Runs once per vertex, massively in parallel, on the GPU.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Its job: take each vertex from the space the artist authored it in to the space the rasterizer needs.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Object space → world → camera → clip space.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One matrix multiply per step, composed into one matrix.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Also computes per-vertex attributes to be interpolated later: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normals, texture coordinates, tangents, vertex colours.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transform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v_clip  =  P · V · M · v_object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One composed matrix per object. M = model, V = view, P = projection.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v_ndc  =  v_clip.xyz / v_clip.w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perspective divide. This is where distant things get smaller.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v_screen  =  viewport(v_ndc)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Map the [-1,1] cube to pixel coordinates and a depth range.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Three lines that every real-time renderer executes billions of times a second. Module 03 derives each 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Clipping and primitive assembly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Vertices are grouped into triangles according to the index buffer.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Triangles crossing the view frustum boundary are clipped.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 clipped triangle becomes one or more new triangles.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The near plane is the one that </a:t>
            </a:r>
            <a:r>
              <a:rPr sz="1600" b="0" i="1">
                <a:solidFill>
                  <a:srgbClr val="798290"/>
                </a:solidFill>
                <a:latin typeface="Calibri"/>
              </a:rPr>
              <a:t>must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be clipped — geometry behind the eye produces nonsense after the divide.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Backface culling: discard triangles facing away from the camera.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Determined by winding order after projection — a signed area test, nothing more.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Roughly halves the triangles on a closed mesh,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Rasterization: geometry becomes fragments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For each triangle, determine which pixel samples it covers.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Each covered sample becomes a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fragment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: a candidate pixel.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 fragment is not a pixel. It is a proposal for one.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Several fragments may compete for the same pixel.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Some will be rejected by the depth test, some blended.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Vertex attributes are interpolated across the triangle here — and the interpolation must account for perspective.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Fragment processing: deciding colour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Runs once per fragment. This is where almost all your shader code goes.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Inputs: interpolated attributes, textures, uniforms, lights.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Output: a colour, and usually a depth.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Cost here scales with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overdraw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not triangle count.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Shading a fragment that a later fragment covers is wasted work.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Hence front-to-back sorting and early-Z: reject before shading.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798290"/>
                </a:solidFill>
                <a:latin typeface="Calibri"/>
              </a:rPr>
              <a:t>Fragment cost dominates most real frames. Optimise here last, but measure here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Output merging: writing pixels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Depth test: is this fragment nearer than what is already there?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Stencil test: does a mask permit writing here?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Blending: combine with what is already in the framebuffer.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Required for transparency, which is why transparency needs sorting.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Fixed-function and strictly ordered per pixel — even though everything before it ran out of order.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a pipeline?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structure is not an accident of history. It is what makes the parallelism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DIVISION OF LABOUR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Fixed-function and programmable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Fixed-function (you configure)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Primitive assembly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Clipping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Rasterization / coverage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Depth and stencil test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Blending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Hardwired because they are universal and benefit enormously from dedicated silicon.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Programmable (you write)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Vertex shader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Fragment shader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Geometry / tessellation (optional)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Compute shader (adjacent)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Programmable because the interesting variation between renderers lives almost entirely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REAL REASON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the parallelism lives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Every stage is embarrassingly parallel over its own unit of work.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Vertex shading: vertices are independent.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Rasterization: triangles are independent.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Fragment shading: fragments are independent.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So the hardware can keep all stages busy at once on different data.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This is why the pipeline is a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pipeline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and not a function call: throughput, not latency, is the design target.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One frame's latency is ~16 ms. The pipeline depth is far longer than that — and it does not matter, because stages overlap.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Throughput, not latency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DESIGN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 GPU is not a fast CPU. It is a machine that tolerates enormous latency by always having other work ready.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Every design choice downstream — wide SIMD, thousands of threads in flight, fixed-function coverage — follows from that one commitment.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When you optimise graphics code, you are almost always feeding the machine better, not making any single operation faster.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Reading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practical payoff: the picture tells you which stage is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the artifact tells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749039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you see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Stage at fault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9168" y="1901952"/>
            <a:ext cx="4572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68896" y="19568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Usual 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Nothing renders at 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Vertex / assembly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9168" y="2377440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8896" y="24140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Wrong matrix order, or winding backwards into culling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Geometry inside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596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Assembly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9168" y="2852928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68896" y="2889504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Winding order or inverted scale in the model matrix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Objects stretched with the window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3328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5696" y="3364992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Vertex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9168" y="3328416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8896" y="3364992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Aspect ratio not in the projection matrix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Texture swims toward the horizon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5968" y="3803904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25696" y="3840480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Rasterization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59168" y="3803904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8896" y="3840480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Interpolation not perspective-correct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Flickering between two surfaces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427939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25696" y="4315968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Output merging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59168" y="4279392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68896" y="4315968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Z-fighting — depth precision, usually near plane too close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Jagged stair-stepped edges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5968" y="4754879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25696" y="4791455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Rasterization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59168" y="4754879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68896" y="4791455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Point sampling of coverage — aliasing (Module 09)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230367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6656" y="5266943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Transparency in the wrong order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8" y="5230367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25696" y="5266943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Output merging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9168" y="523036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68896" y="5266943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Blending without back-to-front sorting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WHOLE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pipeline as twelve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pseudocode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for each draw call: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for each vertex v in buffer:                 # vertex processing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clip_pos[v] = P * V * M * v.position     #   (parallel)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for each triangle t assembled from indices:  # assembly + clip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if backfacing(t): continue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for t' in clip_to_frustum(t):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ndc  = t'.clip_pos / t'.clip_pos.w   # perspective divide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tri  = viewport_transform(ndc)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for each sample s covered by tri:    # rasterization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    attrs = perspective_correct_lerp(tri, s)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    color, depth = fragment_shader(attrs)   # (parallel)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    if depth_test(s, depth):         # output merging</a:t>
            </a:r>
          </a:p>
          <a:p>
            <a:pPr algn="l">
              <a:lnSpc>
                <a:spcPct val="105000"/>
              </a:lnSpc>
            </a:pPr>
            <a:r>
              <a:rPr sz="1339" b="0" i="0">
                <a:solidFill>
                  <a:srgbClr val="E4E8EF"/>
                </a:solidFill>
                <a:latin typeface="Consolas"/>
              </a:rPr>
              <a:t>                    framebuffer[s] = blend(framebuffer[s], color)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Every renderer in this course is an elaboration of these twelve lines. Project 1 is literally writing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THIS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we are going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Modules 02–03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the mathematics of moving points.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Modules 04–05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rasterization and visibility.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Project 1: the software rasterizer.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Modules 06–07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light, colour, and the programmable pipeline.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Modules 08–09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texturing and the sampling theory that makes it 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Modules 10–11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shadows and physically based shading.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Project 2: the GPU renderer.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Modules 12–13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geometry and animation.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Rendering is a continuous-to-discrete sampling problem. Nearly every artifact in this course is a sampling failure in disguise.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Rasterization and ray tracing are the same question with the loops swapped: per-triangle-find-pixels versus per-pixel-find-triangles.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Six stages: application, vertex processing, clipping and assembly, rasterization, fragment processing, output merging. Know what crosses each boundary.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pipeline exists for throughput. Each stage is independently parallel over its own work unit, so all stages stay busy at once.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fragment is a candidate pixel, not a pixel. Several fragments compete for one pixel and most of them lose.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artifact tells you the stage. Learn to read the picture before you reach for the debugger.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