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Indexed is what you render. Half-edge is what you edit. Most pipelines convert between them, which is itself a design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Non-manifold handling is where mesh libraries get hard. Worth saying out loud so they are not surprised in CSCE 645.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Casteljau is worth implementing: it makes the convex hull property and the subdivision property both obvious.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Local control is the decisive practical difference and the reason CAD uses NURBS rather than Bezier patches.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last point surprises people and is worth stating: subdivision did not replace splines, it extended them to arbitrary topology.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control shader is where adaptive LOD logic lives: factors can depend on screen-space edge length, curvature, or silhouette.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641 — Computer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Geometry: Meshes, Curves, and Tessellation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How surfaces are represented, and what each representation makes easy.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641 · Module 12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mesh connectivity structures and what queries each makes fast.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Evaluate Bezier and B-spline curves and state their continuity properties.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subdivision surfaces and their relationship to splines.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Describe LOD strategies and the popping problem.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the tessellation stages do and when they are worth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Meshes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Triangles are the output format. They are rarely the authoring format.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REPRESENTATIONS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Mesh data structures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4688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35808" y="1901952"/>
            <a:ext cx="31089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5536" y="1956816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Stores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1901952"/>
            <a:ext cx="28346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4496" y="1956816"/>
            <a:ext cx="26151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Fast 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79408" y="1901952"/>
            <a:ext cx="26517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89136" y="1956816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Weak 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77440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414016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Triangle soup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35808" y="2377440"/>
            <a:ext cx="31089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45536" y="2414016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Three vertices per triangle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2377440"/>
            <a:ext cx="2834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4496" y="2414016"/>
            <a:ext cx="26151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Rendering, nothing else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9408" y="2377440"/>
            <a:ext cx="2651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2414016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Any adjacency query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852928"/>
            <a:ext cx="2468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2889504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Indexed mesh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35808" y="2852928"/>
            <a:ext cx="31089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45536" y="2889504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Vertex array + index array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2852928"/>
            <a:ext cx="28346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2889504"/>
            <a:ext cx="26151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Rendering, vertex reuse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79408" y="2852928"/>
            <a:ext cx="26517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2889504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Adjacency; neighbours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328416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364992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Half-edge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35808" y="3328416"/>
            <a:ext cx="31089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364992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Directed edge pairs with links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44768" y="3328416"/>
            <a:ext cx="2834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3364992"/>
            <a:ext cx="26151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All adjacency, in O(1)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79408" y="3328416"/>
            <a:ext cx="2651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89136" y="3364992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Memory; non-manifold meshes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803904"/>
            <a:ext cx="2468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3840480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Winged-edge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35808" y="3803904"/>
            <a:ext cx="31089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45536" y="3840480"/>
            <a:ext cx="28895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Edges with four neighbours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44768" y="3803904"/>
            <a:ext cx="28346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4496" y="3840480"/>
            <a:ext cx="26151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Adjacency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979408" y="3803904"/>
            <a:ext cx="26517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89136" y="3840480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Fiddlier than half-edge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HALF-EDGE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half-edge is the editing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Each edge is split into two directed half-edges, one per adjacent face.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Each half-edge knows: its twin, its next, its origin vertex, its face.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That is enough for every adjacency query in constant time: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All faces around a vertex — walk twin/next.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All edges of a face — follow next until you return.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The neighbour across an edge — follow twin.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Required for: simplification, subdivision, smoothing, remeshing, UV unwrapping.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Assumes a </a:t>
            </a:r>
            <a:r>
              <a:rPr sz="1600" b="1" i="0">
                <a:solidFill>
                  <a:srgbClr val="798290"/>
                </a:solidFill>
                <a:latin typeface="Calibri"/>
              </a:rPr>
              <a:t>manifold</a:t>
            </a:r>
            <a:r>
              <a:rPr sz="1600" b="0" i="0">
                <a:solidFill>
                  <a:srgbClr val="798290"/>
                </a:solidFill>
                <a:latin typeface="Calibri"/>
              </a:rPr>
              <a:t> mesh. Real assets often are not, and handling that is most of the engineering.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Curves and surfaces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Smooth by construction rather than by having enough triangles.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BEZIER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Bezier curves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B(t)  =  Σ C(n,i) tⁱ (1−t)ⁿ⁻ⁱ Pᵢ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 weighted average of control points; the weights are Bernstein polynomials.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de Casteljau: repeated linear interpolation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Numerically stable, geometrically meaningful, and trivially subdivides the curve.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B(0) = P₀,   B(1) = Pₙ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Interpolates the endpoints only. Interior control points pull without being touched.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curve lies inside the convex hull of its control points — which is what makes conservative culling of curved geometry possible.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Bezier and B-spline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5266944" cy="4572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Bezier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Degree tied to control point count.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Moving one point changes the </a:t>
            </a:r>
            <a:r>
              <a:rPr sz="1400" b="1" i="0">
                <a:solidFill>
                  <a:srgbClr val="3C4555"/>
                </a:solidFill>
                <a:latin typeface="Calibri"/>
              </a:rPr>
              <a:t>whole</a:t>
            </a:r>
            <a:r>
              <a:rPr sz="1400" b="0" i="0">
                <a:solidFill>
                  <a:srgbClr val="3C4555"/>
                </a:solidFill>
                <a:latin typeface="Calibri"/>
              </a:rPr>
              <a:t> curve.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Interpolates the endpoints.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Joining segments smoothly requires manual constraints.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Right for short, independently controlled segments.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901952"/>
            <a:ext cx="5266944" cy="45720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B-spline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Degree independent of control point count.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3C4555"/>
                </a:solidFill>
                <a:latin typeface="Calibri"/>
              </a:rPr>
              <a:t>Local control</a:t>
            </a:r>
            <a:r>
              <a:rPr sz="1400" b="0" i="0">
                <a:solidFill>
                  <a:srgbClr val="3C4555"/>
                </a:solidFill>
                <a:latin typeface="Calibri"/>
              </a:rPr>
              <a:t> — a point affects only nearby spans.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Does not generally interpolate control points.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Cⁿ⁻¹ continuity automatically at the joins.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Right for long curves. NURBS adds weights, and exact conics.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CONTINUITY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Two kinds of smoothness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Cⁿ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parametric continuity: derivatives match as functions of 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Gⁿ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geometric continuity: the shape is smooth, direction matches, speed need not.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G¹ is what the eye sees. C¹ is what the mathematics gives you.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A curve can be G¹ but not C¹ — smooth to look at, with a speed discontinuity.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That matters for camera paths and animation, where speed is visible.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C²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matters for reflections: highlights reveal curvature discontinuities the silhouette hides.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SUBDIVISION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Subdivision surfaces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Start with a coarse control cage. Refine it by a fixed rule. Repeat.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In the limit, a smooth surface — and the limit is reached quickly enough to be practical.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Catmull–Clark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quads, C² except at extraordinary vertices. The film and games standard.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Loop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triangles, C² except at extraordinary vertices.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Advantages over patches: arbitrary topology, no trimming, one representation for all LODs.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Catmull–Clark on a regular quad mesh is exactly a uniform bicubic B-spline. It is a generalisation, not an alternative.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Level of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Spending triangles where they are visible.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LOD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Strategies and their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Discrete LOD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several prebuilt versions, switch by distance. Simple;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pops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at the switch.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Cross-fade or dither between levels to hide it.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Continuous LOD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progressive meshes; add or remove one edge collapse at a time. No popping; more complex.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Virtualised geometry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cluster-based, selected per cluster per frame. Essentially eliminates both popping and authoring effort, at the cost of a large runtime system.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Impostors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replace distant geometry with a billboard. Cheapest; breaks under parallax.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SIMPLIFICATION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Edge collapse and quadric error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The standard simplification primitive: collapse an edge, merging two vertices into one.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Choose which edge by a cost metric and collapse the cheapest repeatedly.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Quadric error metric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(Garland–Heckbert): cost = sum of squared distances to the planes of the original faces.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Representable as a 4×4 matrix per vertex, and matrices add.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So the cost of a collapse is computable in constant time.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Preserves silhouettes well, because silhouette edges have high error.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Needs extra care for UV seams and normals — collapsing across a seam destroys the UV layout.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Tessellation on the GPU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Generating geometry during the frame.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tessellation stages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32918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8768" y="1901952"/>
            <a:ext cx="32004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68496" y="1956816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Runs 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9168" y="1901952"/>
            <a:ext cx="45720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68896" y="1956816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Produces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Tessellation control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8768" y="2377440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8496" y="2414016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59168" y="2377440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68896" y="2414016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Per-edge and inner tessellation factors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32918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Tessellator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58768" y="2852928"/>
            <a:ext cx="32004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68496" y="2889504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Patch (fixed-function)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9168" y="2852928"/>
            <a:ext cx="4572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68896" y="2889504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 grid of barycentric coordinates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32918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30723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Tessellation evaluation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58768" y="3328416"/>
            <a:ext cx="32004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68496" y="3364992"/>
            <a:ext cx="29809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Generated vertex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9168" y="3328416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68896" y="3364992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The actual vertex 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JUDGEMENT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When tessellation pays, and when it does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Pays: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terrain with a heightmap — huge detail from little memory, adaptive to distance.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Pays: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smooth silhouettes on curved surfaces that normal maps cannot fix.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Pays: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displacement where the silhouette genuinely matters.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Does not pay: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anything producing sub-pixel triangles.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Module 07: 2×2 quad shading means a one-pixel triangle wastes 75% of its work.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Over-tessellation is a common and expensive mistake.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Rule: aim for triangles of roughly 8–16 pixels, not 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798290"/>
                </a:solidFill>
                <a:latin typeface="Calibri"/>
              </a:rPr>
              <a:t>Mesh shaders are increasingly replacing this pipeline, with the same arithmetic about triangle size still applying.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Indexed meshes are for rendering; half-edge is for editing. The conversion between them is a real design decision.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Bezier curves are weighted averages of control points, lie in their convex hull, and have global control. B-splines add local control, which is why CAD uses them.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Cⁿ is parametric continuity, Gⁿ is geometric. The eye sees G, animation speed depends on C, and reflections expose C².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Catmull–Clark subdivision on a regular quad mesh is exactly a bicubic B-spline — it generalises splines to arbitrary topology.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Quadric error metrics make edge-collapse simplification tractable because the error matrices simply add.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Tessellation pays for terrain and silhouettes, and loses badly the moment triangles go sub-pixel.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