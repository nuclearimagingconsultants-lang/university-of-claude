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Project 1 is that nothing here is mysterious: they have already written every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module each line came from. This is the payoff slide for the whole first half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annotations are the point: they have already derived all of this. The GPU adds no new ideas, only a new execution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forward to CSCE 735, which treats this properly. Here they need the practical rule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heuristic: ask 'would all 32 neighbouring pixels make the same decision?' If yes, branch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practical slide in the second half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them capture a frame in this module, not later. The skill compounds across every remaining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The Programmable Pipeline: Shaders in Practice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Moving everything you just built onto the GPU.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Map each stage of your software rasterizer onto its GPU counterpart.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vertex and fragment shaders and explain the data flow between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SIMD execution and why branching costs what it does.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uniforms, buffers, and textures with an understanding of their cost.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Capture and read a frame in RenderDoc.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same pipeline, in silicon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Everything you wrote by hand, now fixed-function or massively parallel.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Your rasterizer, translated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749039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You wrote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901952"/>
            <a:ext cx="3931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9568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 the GPU it 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7888" y="1901952"/>
            <a:ext cx="33832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956816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Who controls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Your MVP multiply loop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23774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24140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Vertex shader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2377440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2414016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 — programmable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Your clip and cull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5968" y="2852928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2889504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Fixed-function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8" y="2852928"/>
            <a:ext cx="33832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889504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Configured, not written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Your edge-function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332841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3364992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Rasterizer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328416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3364992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Fixed-function, in hardware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Your barycentric lerp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3803904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25696" y="3840480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Interpolators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47888" y="3803904"/>
            <a:ext cx="33832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5" y="3840480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Declared via qualifiers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Your shade() function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427939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25696" y="4315968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Fragment shader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8" y="4279392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5" y="4315968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 — programmable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Your depth compare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5968" y="4754879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25696" y="4791455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ROP / output merger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47888" y="4754879"/>
            <a:ext cx="33832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57615" y="4791455"/>
            <a:ext cx="31638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Configured, not written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MINIMAL ·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vertex shader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#version 450 core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layout(location = 0) in vec3 aPos;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layout(location = 1) in vec3 aNormal;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uniform mat4 uMVP;               // Module 03: P * V * M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uniform mat4 uModel;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uniform mat3 uNormalMatrix;      // Module 02: inverse transpose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out vec3 vWorldPos;              // interpolated for us, perspective-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out vec3 vNormal;                //   correctly, per Module 04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void main() {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   vWorldPos   = (uModel * vec4(aPos, 1.0)).xyz;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   vNormal     = uNormalMatrix * aNormal;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    gl_Position = uMVP * vec4(aPos, 1.0);</a:t>
            </a:r>
          </a:p>
          <a:p>
            <a:pPr algn="l">
              <a:lnSpc>
                <a:spcPct val="105000"/>
              </a:lnSpc>
            </a:pPr>
            <a:r>
              <a:rPr sz="126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Runs once per vertex. Its one obligation is to write </a:t>
            </a:r>
            <a:r>
              <a:rPr sz="1150" b="0" i="1">
                <a:solidFill>
                  <a:srgbClr val="798290"/>
                </a:solidFill>
                <a:latin typeface="Consolas"/>
              </a:rPr>
              <a:t>gl_Position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in clip space; everything else it writes becomes an interpolated input to the fragment shader.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MINIMAL ·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fragment shader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#version 450 core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in  vec3 vWorldPos;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in  vec3 vNormal;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out vec4 fragColor;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uniform vec3 uLightPos, uLightColor, uAlbedo;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void main() {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vec3  N  = normalize(vNormal);         // Module 02: renormalize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vec3  Lv = uLightPos - vWorldPos;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float d  = length(Lv);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vec3  L  = Lv / d;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vec3 c = uAlbedo / 3.14159             // Module 06: the 1/pi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 * uLightColor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 * max(dot(N, L), 0.0)           // Module 06: cosine law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 / (d * d);                      // Module 06: inverse square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fragColor = vec4(c, 1.0);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Runs once per fragment. Every line implements something from Modules 02–06 — nothing new is introduced here except the syntax.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How the hardware runs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Thousands of threads, executing in lockstep, whether you like it or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SIMD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Threads execute in lockstep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Fragments are grouped into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warps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or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waves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of 32 or 64.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All threads in a group execute the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same instruction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at the same time, on different data.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 branch where threads disagree must execute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both sides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Threads take the branch they need; the others are masked off and idle.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Cost = cost of both branches, not the average. This is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divergence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 branch where the whole group agrees is nearly free.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Branching on a uniform is fine. Branching per-pixel on noise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Branching: cheap and expensive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Nearly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Branch on a uniform — same for every thread.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Branch on a value constant across a whole triangle.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Early-out that an entire tile takes together.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The group agrees, so only one path executes.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Expensive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Branch on a texture sample that varies per pixel.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Branch on screen position in a fine pattern.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Loops whose trip count varies per pixel.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The group disagrees, so every path executes and most lanes sit idle.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Quads, derivatives, and why discard is costly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Fragments are always shaded in 2×2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quads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even at a triangle's edge where only one of the four is covered.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This is how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dFdx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dFdy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work: the derivative is the difference between neighbouring threads in the quad. Texture mipmap selection (Module 08) depends on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Consequence: small triangles waste up to 75% of shading work on helper lanes. This is why dense meshes get disproportionately expensive, and why nanite-style approaches matter.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Consequence: </a:t>
            </a:r>
            <a:r>
              <a:rPr sz="1472" b="0" i="0">
                <a:solidFill>
                  <a:srgbClr val="141924"/>
                </a:solidFill>
                <a:latin typeface="Consolas"/>
              </a:rPr>
              <a:t>discard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cannot free its lane, because the neighbours still need it for derivatives.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Feeding the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data comes from, and what each route costs.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Ways to get data into a shader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21945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Changes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3892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865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5088" y="1901952"/>
            <a:ext cx="29260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4815" y="19568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Vertex attribute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2377440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4096" y="2414016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 vertex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3892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4865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Position, normal, UV, tangent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5088" y="2377440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24140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Cheap; fixed layout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Uniform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44368" y="2852928"/>
            <a:ext cx="21945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54096" y="2889504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 draw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3892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4865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Matrices, light params, material constants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05088" y="2852928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4815" y="2889504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Cheapest to read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Uniform buffer (UBO)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328416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364992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 draw/frame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3892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865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Grouped constants, camera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05088" y="3328416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4815" y="3364992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Cheap; size-limited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Storage buffer (SSBO)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44368" y="3803904"/>
            <a:ext cx="21945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54096" y="3840480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Anytime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3892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4865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Large arrays, instance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05088" y="3803904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14815" y="3840480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Slower; unbounded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279392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656" y="4315968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Texture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44368" y="4279392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54096" y="4315968"/>
            <a:ext cx="19751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 draw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38928" y="4279392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8656" y="4315968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Images, lookup tables, data maps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05088" y="4279392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815" y="4315968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Cached; filtering free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actually makes frames slow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State changes and draw calls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usually the CPU-side bottleneck. Batch aggressively.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Overdraw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shading fragments that get covered. Sort front-to-back; use a depth pre-pass.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Bandwidth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reading textures and writing targets. Often dominant at high resolution.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Divergence and occupancy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idle lanes, or too few threads in flight because registers ran out.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Rarely the arithmetic.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Counting ALU instructions is almost never where the win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Measure before optimising. The bottleneck is seldom where intuition puts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Reading a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RenderDoc is not a debugging tool of last resort. It is how you see what the GPU did.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RENDERDOC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look at, in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Event browser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every draw call in order. How many? Is anything drawn twice?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Texture viewer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inspect any render target or texture at any point in the frame.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Pipeline state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what was actually bound. Most 'shader bugs' are binding bugs.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Mesh viewer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vertex data in and out. Catches bad matrices immediately.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Shader debugger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step a single pixel's fragment shader, watching every variable.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Black screen? Check the mesh viewer output first. Nine times in ten the vertices are not where you think.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GPU-specific bugs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48463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Symptom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13248" y="1901952"/>
            <a:ext cx="6217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2976" y="19568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Usual cause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4846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Black screen, geometry is correct in mesh viewer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3248" y="2377440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2976" y="24140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Shader compile failed silently — check the info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4846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Everything one flat colour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2852928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2976" y="2889504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Uniform not found: a typo, or optimised out as unused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846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Works on your GPU, breaks elsewhere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3248" y="3328416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3364992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Undefined behaviour: uninitialised variable, or relying on a driver quirk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4846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Correct at distance, wrong up close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13248" y="3803904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2976" y="3840480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Interpolation qualifier — flat vs smooth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4846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Lighting dark toward triangle centres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13248" y="4279392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22976" y="4315968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Interpolated normal not renormalized (Module 02)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4846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Sudden frame-time cliff after a small edit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13248" y="4754879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22976" y="4791455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Early-Z disabled, or register pressure dropped occupancy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GPU pipeline is the pipeline you already wrote: some stages became fixed-function, two became programmable.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Threads run in lockstep groups. A divergent branch executes both sides, so cost is the sum, not the average.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Fragments shade in 2×2 quads for derivatives, so small triangles waste most of their shading work on helper lanes.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Choose your data path by update frequency: attribute, uniform, UBO, SSBO, texture.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Frames are slow because of draw calls, overdraw, bandwidth, and occupancy. Almost never because of arithmetic.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Learn RenderDoc now. Most 'shader bugs' are binding bugs, and the pipeline state view shows them instantly.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