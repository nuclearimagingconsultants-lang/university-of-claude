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Catmull's z-buffer is a good example of trading memory for algorithmic simplicity, a trade that keeps getting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why this fails for transparency before showing Part 4 — most will work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organising principle is worth stating explicitly: coarse rejection is cheap per unit rejected, fine rejection is expensive. Spend effort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blended OIT is the pragmatic default in most engines today. Worth implementing in Project 2 as an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the depth mask produces transparent objects that mysteriously erase each other. Very common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Visibility: Depth, Culling, and the Z-Buffer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Deciding what is in front, cheaply and in any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depth buffer and explain why it is order-independent.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z-fighting quantitatively and apply the right fix.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backface and frustum culling, and state what each saves.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early-Z and the shader features that silently disable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why transparency breaks the depth buffer, and the options.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occlusion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Nearer surfaces hide further ones. Deciding which is which is harder than it sounds.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Sort the geometry, or sort per pixel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Painter's algorithm — sort triangles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Draw back to front; later writes cover earlier.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O(n log n) per frame, and the sort is on the CPU.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Fails outright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on cyclic overlap and on interpenetrating geometry.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Three triangles can mutually overlap with no valid order at all.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Requires splitting triangles to fix, which is expensive and ugly.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Z-buffer — sort per pixel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Store the nearest depth seen so far at every pixel.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O(1) per fragment. No sorting of any kind.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Order-independent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for opaque geometry.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Cyclic overlap and interpenetration are handled exactly, with no special case.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Costs memory and bandwidth — which in 1974 was prohibitive and today is nothing.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Z-BUFFER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entire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188464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1914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Once per frame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clear(depth_buffer, +INFINITY);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Per fragment, in any order whatsoever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if (fragment.z &lt; depth_buffer[x][y])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depth_buffer[x][y] = fragment.z;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color_buffer[x][y] = shade(fragment);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5500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Four lines. The order-independence is the whole point: triangles may arrive in any sequence and the result is identical.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Z-fighting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two surfaces disagree about which is in front, and keep changing their minds.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z-fighting actually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Two surfaces so close in depth that they quantise to the same buffer value.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Whichever fragment arrives last wins — so the result flickers as the camera moves and the draw order shifts.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Recall from Module 03: stored depth is a function of 1/z.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Precision is concentrated near the near plane.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f/n ratio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is the number that matters, not the absolute far distance.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 the first thing to try is almost always: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push the near plane out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Ranked by value for effort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 to use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Increase near plane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Attacks the dominant precision term directly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Always try first. Nearly free.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Reversed-Z + float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Cancels 1/z against float density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Permanent fix. Do it once in Project 2.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 the geometry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Stop authoring coplanar surfaces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When it is a content problem, which is often.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Polygon offset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Biases one surface away in depth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Decals, coplanar overlays. Tune carefully.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Depth pre-pass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Establishes exact depth, then draws equal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50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47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Heavy fragment shaders; helps overdraw too.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Not drawing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 form of culling is the same idea: reject early, at the coarsest granularity you 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CULLING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hierarchy of rejection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Frustum culling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(CPU, per object) — is the bounding volume outside the view? Rejects whole objects for the cost of six plane tests.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Occlusion culling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(CPU/GPU, per object) — is it entirely behind something already drawn? Hardest to do well, biggest win indoors.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Backface culling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(GPU, per triangle) — sign of the screen-space area. Removes about half of a closed mesh for one subtraction.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Hierarchical Z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(GPU, per tile) — reject a whole tile against the coarsest depth. Free, in hardware.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Early-Z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(GPU, per fragment) — depth test before shading rather than after.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Each level is cheaper per unit of work rejected than the one below it. Reject as high up as you 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Early-Z, and how to lose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PERFORMANCE CLIFF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depth test logically happens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after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the fragment shader. Hardware moves it before, so doomed fragments never shade — often the single largest saving in a frame.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It is disabled automatically if your fragment shader writes </a:t>
            </a:r>
            <a:r>
              <a:rPr sz="1748" b="0" i="0">
                <a:solidFill>
                  <a:srgbClr val="141924"/>
                </a:solidFill>
                <a:latin typeface="Consolas"/>
              </a:rPr>
              <a:t>gl_FragDepth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, calls </a:t>
            </a:r>
            <a:r>
              <a:rPr sz="1748" b="0" i="0">
                <a:solidFill>
                  <a:srgbClr val="141924"/>
                </a:solidFill>
                <a:latin typeface="Consolas"/>
              </a:rPr>
              <a:t>discard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, or uses certain side-effecting operations — because then the hardware cannot know the depth in advance.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Adding one </a:t>
            </a:r>
            <a:r>
              <a:rPr sz="1748" b="0" i="0">
                <a:solidFill>
                  <a:srgbClr val="141924"/>
                </a:solidFill>
                <a:latin typeface="Consolas"/>
              </a:rPr>
              <a:t>discard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for alpha-tested foliage can therefore cost far more than the discard itself. The fix is usually </a:t>
            </a:r>
            <a:r>
              <a:rPr sz="1748" b="0" i="0">
                <a:solidFill>
                  <a:srgbClr val="141924"/>
                </a:solidFill>
                <a:latin typeface="Consolas"/>
              </a:rPr>
              <a:t>layout(early_fragment_tests) in;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when you know the depth is still valid, or a depth pre-pass.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Transparency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case the depth buffer cannot handle, and what to do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transparency breaks the z-buffer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depth buffer keeps one depth per pixel: it assumes one visible surface.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transparent surface does not hide what is behind it — it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combines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Blending is order-dependent: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over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does not commute.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So transparent geometry must be drawn back to front — which is the painter's algorithm, with all of its failure cases back.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And sorting per-object is not enough: a single object can self-overlap.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Approaches to transparency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 / limitation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Sort back to front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Sort draws by depth; depth-write 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Cheap. Wrong on self-overlap and intersection.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Alpha testing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discard below a threshold; stays opaque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Order-independent, but hard edges and kills early-Z.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Weighted blended OIT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Approximate, order-independent weighting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extra target. Approximate but robust.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Depth peeling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Render the scene once per depth layer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Exact; cost scales with layer count.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Per-pixel linked lists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Capture all fragments, sort in a shader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50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47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Exact; needs atomics and unbounded memory.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opaque/transparent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1. Opaque: front-to-back maximises early-Z rejection.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glEnable(GL_DEPTH_TEST);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glDepthMask(GL_TRUE);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glDisable(GL_BLEND);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sort_front_to_back(opaque);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draw(opaque);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2. Transparent: back-to-front, test against depth but do NOT write it.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glEnable(GL_BLEND);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glBlendFunc(GL_SRC_ALPHA, GL_ONE_MINUS_SRC_ALPHA);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glDepthMask(GL_FALSE);          // &lt;-- the line everyone forgets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sort_back_to_front(transparent);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draw(transparent);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798290"/>
                </a:solidFill>
                <a:latin typeface="Consolas"/>
              </a:rPr>
              <a:t>glDepthMask(GL_FALSE)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is the critical line: transparent surfaces must be occluded by opaque geometry, but must not occlude each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PROJECT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now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Modules 02–03 gave you the transform chain.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Module 04 gave you coverage, barycentrics, and perspective correction.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Module 05 gives you depth and culling.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That is a complete renderer.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Project 1 is now buildable end to end.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Load a mesh, transform, cull, clip, rasterize, depth-test, write a PNG.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No GPU. No graphics API. Nothing you did not 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z-buffer trades memory for order-independence — and that trade has only improved since 1974.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Z-fighting is a precision problem dominated by the f/n ratio. Push the near plane out first; adopt reversed-Z permanently.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Culling is a hierarchy. Reject at the coarsest granularity available, because that is where rejection is cheapest per unit of work saved.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Early-Z is often the biggest single saving in a frame, and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discard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or depth-writing silently disables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Transparency breaks the z-buffer's one-surface-per-pixel assumption; every solution is a different compromise between exactness and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Draw opaque front-to-back, transparent back-to-front with depth writes disabled.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