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Catmull's z-buffer is a good example of trading memory for algorithmic simplicity, a trade that keeps getting better.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students why this fails for transparency before showing Part 4 — most will work it 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organising principle is worth stating explicitly: coarse rejection is cheap per unit rejected, fine rejection is expensive. Spend effort at the 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Weighted blended OIT is the pragmatic default in most engines today. Worth implementing in Project 2 as an extension.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Forgetting the depth mask produces transparent objects that mysteriously erase each other. Very common bug.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641 — Computer Graphics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Visibility: Depth, Culling, and the Z-Buffer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Deciding what is in front, cheaply and in any order.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641 · Module 05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a depth buffer and explain why it is order-independent.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z-fighting quantitatively and apply the right fix.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backface and frustum culling, and state what each saves.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early-Z and the shader features that silently disable 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Describe why transparency breaks the depth buffer, and the options.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occlusion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Nearer surfaces hide further ones. Deciding which is which is harder than it sounds.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TWO APPROACHES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Sort the geometry, or sort per pixel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5266944" cy="4572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7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Painter's algorithm — sort triangles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Draw back to front; later writes cover earlier.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O(n log n) per frame, and the sort is on the CPU.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Fails outright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on cyclic overlap and on interpenetrating geometry.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Three triangles can mutually overlap with no valid order at all.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Requires splitting triangles to fix, which is expensive and ugly.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55080" y="1901952"/>
            <a:ext cx="5266944" cy="40416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1901952"/>
            <a:ext cx="5266944" cy="45720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2157984"/>
            <a:ext cx="4754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141924"/>
                </a:solidFill>
                <a:latin typeface="Calibri"/>
              </a:rPr>
              <a:t>Z-buffer — sort per pixel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679192"/>
            <a:ext cx="4754880" cy="3035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Store the nearest depth seen so far at every pixel.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O(1) per fragment. No sorting of any kind.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400" b="1" i="0">
                <a:solidFill>
                  <a:srgbClr val="3C4555"/>
                </a:solidFill>
                <a:latin typeface="Calibri"/>
              </a:rPr>
              <a:t>Order-independent</a:t>
            </a:r>
            <a:r>
              <a:rPr sz="1400" b="0" i="0">
                <a:solidFill>
                  <a:srgbClr val="3C4555"/>
                </a:solidFill>
                <a:latin typeface="Calibri"/>
              </a:rPr>
              <a:t> for opaque geometry.</a:t>
            </a:r>
          </a:p>
          <a:p>
            <a:pPr algn="l" lvl="1">
              <a:lnSpc>
                <a:spcPct val="120000"/>
              </a:lnSpc>
              <a:spcAft>
                <a:spcPts val="700"/>
              </a:spcAft>
            </a:pPr>
            <a:r>
              <a:rPr sz="1250" b="0" i="0">
                <a:solidFill>
                  <a:srgbClr val="798290"/>
                </a:solidFill>
                <a:latin typeface="Calibri"/>
              </a:rPr>
              <a:t>–  Cyclic overlap and interpenetration are handled exactly, with no special case.</a:t>
            </a:r>
          </a:p>
          <a:p>
            <a:pPr algn="l">
              <a:lnSpc>
                <a:spcPct val="120000"/>
              </a:lnSpc>
              <a:spcAft>
                <a:spcPts val="700"/>
              </a:spcAft>
            </a:pPr>
            <a:r>
              <a:rPr sz="1400" b="0" i="0">
                <a:solidFill>
                  <a:srgbClr val="3C4555"/>
                </a:solidFill>
                <a:latin typeface="Calibri"/>
              </a:rPr>
              <a:t>▪  Costs memory and bandwidth — which in 1974 was prohibitive and today is nothing.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Z-BUFFER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entire algorithm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2188464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1914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Once per frame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clear(depth_buffer, +INFINITY);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Per fragment, in any order whatsoever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if (fragment.z &lt; depth_buffer[x][y]) {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depth_buffer[x][y] = fragment.z;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   color_buffer[x][y] = shade(fragment);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5500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Four lines. The order-independence is the whole point: triangles may arrive in any sequence and the result is identical.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Z-fighting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When two surfaces disagree about which is in front, and keep changing their minds.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DIAGNOSIS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z-fighting actually is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Two surfaces so close in depth that they quantise to the same buffer value.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Whichever fragment arrives last wins — so the result flickers as the camera moves and the draw order shifts.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Recall from Module 03: stored depth is a function of 1/z.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Precision is concentrated near the near plane.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The </a:t>
            </a:r>
            <a:r>
              <a:rPr sz="1600" b="1" i="0">
                <a:solidFill>
                  <a:srgbClr val="798290"/>
                </a:solidFill>
                <a:latin typeface="Calibri"/>
              </a:rPr>
              <a:t>f/n ratio</a:t>
            </a:r>
            <a:r>
              <a:rPr sz="1600" b="0" i="0">
                <a:solidFill>
                  <a:srgbClr val="798290"/>
                </a:solidFill>
                <a:latin typeface="Calibri"/>
              </a:rPr>
              <a:t> is the number that matters, not the absolute far distance.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So the first thing to try is almost always: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push the near plane out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FIXES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Ranked by value for effort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7432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Fix</a:t>
            </a:r>
          </a:p>
        </p:txBody>
      </p:sp>
      <p:sp>
        <p:nvSpPr>
          <p:cNvPr id="8" name="Rectangle 7"/>
          <p:cNvSpPr/>
          <p:nvPr/>
        </p:nvSpPr>
        <p:spPr>
          <a:xfrm>
            <a:off x="3310128" y="1901952"/>
            <a:ext cx="47548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19856" y="19568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What it does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When to use it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Increase near plane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10128" y="2377440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19856" y="2414016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Attacks the dominant precision term directly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Always try first. Nearly free.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Reversed-Z + float depth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310128" y="2852928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419856" y="2889504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Cancels 1/z against float density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500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Permanent fix. Do it once in Project 2.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Fix the geometry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310128" y="3328416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419856" y="3364992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Stop authoring coplanar surfaces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When it is a content problem, which is often.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7432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Polygon offset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10128" y="3803904"/>
            <a:ext cx="47548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419856" y="3840480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Biases one surface away in depth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Decals, coplanar overlays. Tune carefully.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7432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5237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Depth pre-pass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10128" y="4279392"/>
            <a:ext cx="47548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419856" y="4315968"/>
            <a:ext cx="45354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Establishes exact depth, then draws equal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6500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473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Heavy fragment shaders; helps overdraw too.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Not drawing things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Every form of culling is the same idea: reject early, at the coarsest granularity you can.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CULLING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hierarchy of rejection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Frustum culling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(CPU, per object) — is the bounding volume outside the view? Rejects whole objects for the cost of six plane tests.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Occlusion culling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(CPU/GPU, per object) — is it entirely behind something already drawn? Hardest to do well, biggest win indoors.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Backface culling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(GPU, per triangle) — sign of the screen-space area. Removes about half of a closed mesh for one subtraction.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Hierarchical Z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(GPU, per tile) — reject a whole tile against the coarsest depth. Free, in hardware.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Early-Z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(GPU, per fragment) — depth test before shading rather than after.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798290"/>
                </a:solidFill>
                <a:latin typeface="Calibri"/>
              </a:rPr>
              <a:t>Each level is cheaper per unit of work rejected than the one below it. Reject as high up as you can.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Early-Z, and how to lose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PERFORMANCE CLIFF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The depth test logically happens </a:t>
            </a:r>
            <a:r>
              <a:rPr sz="1900" b="0" i="1">
                <a:solidFill>
                  <a:srgbClr val="141924"/>
                </a:solidFill>
                <a:latin typeface="Georgia"/>
              </a:rPr>
              <a:t>after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the fragment shader. Hardware moves it before, so doomed fragments never shade — often the single largest saving in a frame.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It is disabled automatically if your fragment shader writes </a:t>
            </a:r>
            <a:r>
              <a:rPr sz="1748" b="0" i="0">
                <a:solidFill>
                  <a:srgbClr val="141924"/>
                </a:solidFill>
                <a:latin typeface="Consolas"/>
              </a:rPr>
              <a:t>gl_FragDepth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, calls </a:t>
            </a:r>
            <a:r>
              <a:rPr sz="1748" b="0" i="0">
                <a:solidFill>
                  <a:srgbClr val="141924"/>
                </a:solidFill>
                <a:latin typeface="Consolas"/>
              </a:rPr>
              <a:t>discard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, or uses certain side-effecting operations — because then the hardware cannot know the depth in advance.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900" b="0" i="0">
                <a:solidFill>
                  <a:srgbClr val="141924"/>
                </a:solidFill>
                <a:latin typeface="Georgia"/>
              </a:rPr>
              <a:t>Adding one </a:t>
            </a:r>
            <a:r>
              <a:rPr sz="1748" b="0" i="0">
                <a:solidFill>
                  <a:srgbClr val="141924"/>
                </a:solidFill>
                <a:latin typeface="Consolas"/>
              </a:rPr>
              <a:t>discard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for alpha-tested foliage can therefore cost far more than the discard itself. The fix is usually </a:t>
            </a:r>
            <a:r>
              <a:rPr sz="1748" b="0" i="0">
                <a:solidFill>
                  <a:srgbClr val="141924"/>
                </a:solidFill>
                <a:latin typeface="Consolas"/>
              </a:rPr>
              <a:t>layout(early_fragment_tests) in;</a:t>
            </a:r>
            <a:r>
              <a:rPr sz="1900" b="0" i="0">
                <a:solidFill>
                  <a:srgbClr val="141924"/>
                </a:solidFill>
                <a:latin typeface="Georgia"/>
              </a:rPr>
              <a:t> when you know the depth is still valid, or a depth pre-pass.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Transparency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The case the depth buffer cannot handle, and what to do instead.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transparency breaks the z-buffer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The depth buffer keeps one depth per pixel: it assumes one visible surface.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 transparent surface does not hide what is behind it — it </a:t>
            </a:r>
            <a:r>
              <a:rPr sz="1800" b="0" i="1">
                <a:solidFill>
                  <a:srgbClr val="3C4555"/>
                </a:solidFill>
                <a:latin typeface="Calibri"/>
              </a:rPr>
              <a:t>combines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with it.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Blending is order-dependent: </a:t>
            </a:r>
            <a:r>
              <a:rPr sz="1656" b="0" i="0">
                <a:solidFill>
                  <a:srgbClr val="3C4555"/>
                </a:solidFill>
                <a:latin typeface="Consolas"/>
              </a:rPr>
              <a:t>over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does not commute.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So transparent geometry must be drawn back to front — which is the painter's algorithm, with all of its failure cases back.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And sorting per-object is not enough: a single object can self-overlap.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OPTIONS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Approaches to transparency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292608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6656" y="19568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Approach</a:t>
            </a:r>
          </a:p>
        </p:txBody>
      </p:sp>
      <p:sp>
        <p:nvSpPr>
          <p:cNvPr id="8" name="Rectangle 7"/>
          <p:cNvSpPr/>
          <p:nvPr/>
        </p:nvSpPr>
        <p:spPr>
          <a:xfrm>
            <a:off x="3493008" y="1901952"/>
            <a:ext cx="457200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2736" y="19568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How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65008" y="1901952"/>
            <a:ext cx="3566160" cy="475488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74736" y="19568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Calibri"/>
              </a:rPr>
              <a:t>Cost / limitation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377440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6656" y="2414016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Sort back to front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93008" y="2377440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2736" y="2414016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Sort draws by depth; depth-write off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2377440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74736" y="2414016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Cheap. Wrong on self-overlap and intersection.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852928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6656" y="2889504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Alpha testing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93008" y="2852928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02736" y="2889504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discard below a threshold; stays opaque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065008" y="2852928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74736" y="2889504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Order-independent, but hard edges and kills early-Z.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3328416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76656" y="3364992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Weighted blended OIT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93008" y="3328416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2736" y="3364992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Approximate, order-independent weighting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3328416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74736" y="3364992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One extra target. Approximate but robust.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803904"/>
            <a:ext cx="292608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6656" y="3840480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Depth peeling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93008" y="3803904"/>
            <a:ext cx="457200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602736" y="3840480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Render the scene once per depth layer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065008" y="3803904"/>
            <a:ext cx="3566160" cy="475488"/>
          </a:xfrm>
          <a:prstGeom prst="rect">
            <a:avLst/>
          </a:prstGeom>
          <a:solidFill>
            <a:srgbClr val="F1EEE8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174736" y="3840480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Exact; cost scales with layer count.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279392"/>
            <a:ext cx="292608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76656" y="4315968"/>
            <a:ext cx="270662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Per-pixel linked lists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93008" y="4279392"/>
            <a:ext cx="457200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602736" y="4315968"/>
            <a:ext cx="435254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Capture all fragments, sort in a shader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65008" y="4279392"/>
            <a:ext cx="3566160" cy="47548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174736" y="4315968"/>
            <a:ext cx="3346704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3C4555"/>
                </a:solidFill>
                <a:latin typeface="Calibri"/>
              </a:rPr>
              <a:t>Exact; needs atomics and unbounded memory.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IN PRACTICE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standard opaque/transparent split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361943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cpp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0876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1. Opaque: front-to-back maximises early-Z rejection.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glEnable(GL_DEPTH_TEST);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glDepthMask(GL_TRUE);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glDisable(GL_BLEND);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sort_front_to_back(opaque);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draw(opaque);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// 2. Transparent: back-to-front, test against depth but do NOT write it.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glEnable(GL_BLEND);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glBlendFunc(GL_SRC_ALPHA, GL_ONE_MINUS_SRC_ALPHA);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glDepthMask(GL_FALSE);          // &lt;-- the line everyone forgets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sort_back_to_front(transparent);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E4E8EF"/>
                </a:solidFill>
                <a:latin typeface="Consolas"/>
              </a:rPr>
              <a:t>draw(transparent);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428487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798290"/>
                </a:solidFill>
                <a:latin typeface="Consolas"/>
              </a:rPr>
              <a:t>glDepthMask(GL_FALSE)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is the critical line: transparent surfaces must be occluded by opaque geometry, but must not occlude each other.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PROJECT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now have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Modules 02–03 gave you the transform chain.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Module 04 gave you coverage, barycentrics, and perspective correction.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Module 05 gives you depth and culling.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800" b="1" i="0">
                <a:solidFill>
                  <a:srgbClr val="3C4555"/>
                </a:solidFill>
                <a:latin typeface="Calibri"/>
              </a:rPr>
              <a:t>That is a complete renderer.</a:t>
            </a:r>
            <a:r>
              <a:rPr sz="1800" b="0" i="0">
                <a:solidFill>
                  <a:srgbClr val="3C4555"/>
                </a:solidFill>
                <a:latin typeface="Calibri"/>
              </a:rPr>
              <a:t> Project 1 is now buildable end to end.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Load a mesh, transform, cull, clip, rasterize, depth-test, write a PNG.</a:t>
            </a:r>
          </a:p>
          <a:p>
            <a:pPr algn="l" lvl="1">
              <a:lnSpc>
                <a:spcPct val="122000"/>
              </a:lnSpc>
              <a:spcAft>
                <a:spcPts val="500"/>
              </a:spcAft>
            </a:pPr>
            <a:r>
              <a:rPr sz="1600" b="0" i="0">
                <a:solidFill>
                  <a:srgbClr val="798290"/>
                </a:solidFill>
                <a:latin typeface="Calibri"/>
              </a:rPr>
              <a:t>–  No GPU. No graphics API. Nothing you did not write.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z-buffer trades memory for order-independence — and that trade has only improved since 1974.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Z-fighting is a precision problem dominated by the f/n ratio. Push the near plane out first; adopt reversed-Z permanently.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Culling is a hierarchy. Reject at the coarsest granularity available, because that is where rejection is cheapest per unit of work saved.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Early-Z is often the biggest single saving in a frame, and </a:t>
            </a:r>
            <a:r>
              <a:rPr sz="1564" b="0" i="0">
                <a:solidFill>
                  <a:srgbClr val="D6DCE6"/>
                </a:solidFill>
                <a:latin typeface="Consolas"/>
              </a:rPr>
              <a:t>discard</a:t>
            </a:r>
            <a:r>
              <a:rPr sz="1700" b="0" i="0">
                <a:solidFill>
                  <a:srgbClr val="D6DCE6"/>
                </a:solidFill>
                <a:latin typeface="Calibri"/>
              </a:rPr>
              <a:t> or depth-writing silently disables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Transparency breaks the z-buffer's one-surface-per-pixel assumption; every solution is a different compromise between exactness and cost.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Draw opaque front-to-back, transparent back-to-front with depth writes disabled.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641 · Computer Graphics  —  Module 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