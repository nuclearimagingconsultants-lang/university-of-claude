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Module 06's diffuse shader is this integral with a constant BRDF and a single-direction light — so the integral collapses to a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the correspondence explicit: D replaces the arbitrary exponent, F adds the missing rim brightening, G plus the denominator provide energy conservation.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metal/dielectric split in F0 is the single most important practical consequence of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kD slowly. It is the line that makes the model conserve energy, and it is the line people delete when 'metals look too dark'.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Intermediate metallic values are physically meaningless; they exist only to blend between material regions in a texture.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stating how good the approximation is: it assumes v = n = r, which is exact head-on and degrades at grazing angles. Visible mainly on rough metal.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AO multiplies ambient only. Applying it to direct light double-darkens and is a very common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641 — Computer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Physically Based Shading and Image-Based Lighting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Replacing the curve fit with something that conserves energy.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641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reflectance equation and identify each term in a shader.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microfacet model and the role of D, F, and 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 Cook–Torrance BRDF with metallic/roughness parameters.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split-sum approximation and implement image-based lighting.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tonemapping is required once lighting is physical.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equation everything approximates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Module 06 fitted curves. This module derives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REFLECTANCE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reflectance equation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L_o(v) = ∫_Ω f_r(l,v) L_i(l) (n·l) dω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Outgoing radiance is incoming radiance, weighted by the BRDF and the cosine, integrated over the hemisphere.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f_r(l,v)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BRDF — the material. This is the only part you choose.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(n·l)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Module 06's cosine law. Geometry, not material.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Every shading model in real-time graphics is an approximation of this integral. CSCE 647 evaluates it properly; here we approximate it cheaply.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physical BRDF must satisfy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Positivity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fᵣ ≥ 0. Surfaces do not emit negative light.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Reciprocity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fᵣ(l,v) = fᵣ(v,l). Swapping light and eye changes nothing.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Energy conservation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integral of outgoing light cannot exceed incoming.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Blinn–Phong satisfies the first, roughly the second,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fails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the third.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That failure is why materials had to be retuned under every lighting change.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Fixing it is most of the practical benefit of PBR.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Microfacets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rough surface is a mirror you cannot resolve.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microfacet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Model the surface as an enormous number of tiny perfect mirrors, each too small to see.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Roughness describes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distribution of their orientations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 Smooth means they all point the same way; rough means they are scattered.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Only facets oriented exactly halfway between light and view can reflect light to the eye. So the halfway vector from Module 06 stops being a convenient trick and becomes a physical quantity: the normal of the facets that matter.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COOK-TORRANCE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specular BRDF, term by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f_spec  =  D · F · G  /  (4 (n·l)(n·v))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terms over a normalisation factor.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D(h)  —  normal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What fraction of facets point along h. Controls highlight shape and size.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F(v,h)  —  Fresnel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How much light reflects rather than refracts. Rises sharply at grazing angles.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57784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577840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69279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G(l,v)  —  geometry / masking-shadowing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5449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Facets blocking each other. Matters most on rough surfaces at grazing angles.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Each term fixes one of the three defects of Blinn–Phong named in Module 06.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term actually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D — GGX / Trowbridge-Reitz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Distribution of facet normals.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Roughness α = (perceptual roughness)².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GGX has a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long tail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: a tight core with a wide dim halo.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That tail is why GGX looks far more realistic than Beckmann or Phong on metals.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F — Fresnel (Schlick)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Reflectance rises toward 1 at grazing angles. Always.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F₀ = reflectance at normal incidence.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Dielectrics: F₀ ≈ 0.04, achromatic.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Metals: F₀ is the metal's colour — which is why gold has a gold highlight.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Cook-Torrance,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float D_GGX(float NdotH, float a)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float a2 = a * a;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float d  = NdotH * NdotH * (a2 - 1.0) + 1.0;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return a2 / (PI * d * d);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F_Schlick(float VdotH, vec3 F0)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return F0 + (1.0 - F0) * pow(1.0 - VdotH, 5.0);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float V_SmithGGX(float NdotL, float NdotV, float a) {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// Visibility = G / (4 NdotL NdotV): folds in the denominator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float l = NdotV * (NdotL * (1.0 - a) + a);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float v = NdotL * (NdotV * (1.0 - a) + a);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   return 0.5 / max(l + v, 1e-5);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// F0: dielectrics are 0.04; metals take their colour from albedo.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 F0      = mix(vec3(0.04), albedo, metallic);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 F       = F_Schlick(VdotH, F0);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 spec    = D_GGX(NdotH, a) * V_SmithGGX(NdotL, NdotV, a) * F;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// Metals have NO diffuse. Energy not reflected specularly is absorbed.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 kD      = (1.0 - F) * (1.0 - metallic);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 diffuse = kD * albedo / PI;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57" b="0" i="0">
                <a:solidFill>
                  <a:srgbClr val="E4E8EF"/>
                </a:solidFill>
                <a:latin typeface="Consolas"/>
              </a:rPr>
              <a:t>vec3  Lo = (diffuse + spec) * lightColor * NdotL;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98290"/>
                </a:solidFill>
                <a:latin typeface="Consolas"/>
              </a:rPr>
              <a:t>kD = (1−F)(1−metallic)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is the energy bookkeeping: what is not reflected specularly is available to scatter diffusely, and metals have none of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metallic/roughness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Parameter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Dielectric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78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175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Albedo 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Diffuse colour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078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175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Specular colour (F₀)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0.04, achromatic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078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175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albedo — coloured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Diffuse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Present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078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175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Examples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Plastic, wood, skin, stone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078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175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Gold, copper, iron, aluminium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Image-based lighting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Lighting from an environment, not from a list of point lights.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problem and the trick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Real environments light surfaces from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every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direction, not from three point lights.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Store the environment as an HDR cube map and integrate over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But the integral has thousands of samples per pixel. Not real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Split-sum approximation: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factor the integral into two parts, each precomputable.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One depends only on the environment — prefilter it once.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One depends only on roughness and viewing angle — a 2D lookup table, computed once ever.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split-sum approximation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∫ f_r L_i (n·l) dω  ≈  (prefiltered L) × (BRDF integral)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Separate the lighting from the material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prefiltered environment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Mip level n = roughness n. Convolved with the GGX lobe, offline.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BRDF LUT(n·v, roughness)  →  (scale, bias) for F₀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2D texture. Scene-independent — generate it once and ship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Two texture fetches replace an integral over the hemisphere. This is the technique that made PBR viable in real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Evaluating IBL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glsl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--- diffuse: irradiance map, cosine-convolved offline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irradiance = texture(uIrradianceMap, N).rgb;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diffuseIBL = irradiance * albedo;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--- specular: prefiltered env + BRDF LUT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 R          = reflect(-V, N);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float lod        = roughness * MAX_REFLECTION_LOD;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 prefiltered = textureLod(uPrefilteredMap, R, lod).rgb;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vec2  ab          = texture(uBRDFLut, vec2(max(dot(N,V),0.0), roughness)).rg;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 specularIBL = prefiltered * (F0 * ab.x + ab.y);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--- combine. AO applies to ambient only, never to direct light.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kD     = (1.0 - F) * (1.0 - metallic);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vec3 ambient = (kD * diffuseIBL + specularIBL) * occlusion;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precomputed resources: an irradiance cube map, a roughness-mipped prefiltered cube map, and one scene-independent 2D LUT.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Now you must tonemap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Physical lighting produces physical values. The sun is ~100,000 lux; an interior is ~300. These do not fit in [0,1].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Rendering in HDR and then simply clipping to the display range destroys everything bright: highlights become flat white blobs and all colour in them is lost.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tonemapping curve compresses the high dynamic range to the display's range while preserving contrast where the eye looks. ACES and Khronos PBR Neutral are the current standards; Reinhard is the simple one to start with.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Tonemap,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then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apply the sRGB encode from Module 06. In that order.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reflectance equation is what every shading model approximates. The BRDF is the only part that is the material.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physical BRDF must be positive, reciprocal, and energy-conserving. Blinn–Phong fails the third, and that failure is why materials never transferred between scenes.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Microfacet theory makes the halfway vector physical: it is the normal of the facets that can reflect light to the eye.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D sets the highlight shape, F adds the grazing-angle brightening every real surface has, G and the denominator conserve energy.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Metals have coloured F₀ and no diffuse; dielectrics have F₀ ≈ 0.04 and a diffuse term. That split is the whole workflow.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The split-sum approximation reduces an environment integral to two texture fetches — and physical lighting then forces you to tonemap.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641 · Computer Graphics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