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showing the broken result once — it is memorable and instantly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matrix row surprises people: the set of rotation matrices is not convex, so the average of two rotations is not a rotation.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hits the sign bug once. Showing it here saves them the afternoon.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that nlerp (normalized lerp) is often used instead: cheaper, not constant-velocity, and usually indistinguishable between adjacent keyframes.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that the per-vertex data layout is itself the reason 4 influences became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back to Module 02: normals use mat3 so translation does not reach them. And to Module 08: this is why normal maps must be tangent-space, since the tangent frame deforms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Animation: Hierarchies, Skinning, and Interpolation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Making it move, and the mathematics of interpolating rotations.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13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 transform hierarchy and compute world transforms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Euler angles and matrices both interpolate badly.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quaternions and slerp for rotation interpolation.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linear blend skinning and explain the candy-wrapper artifact.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the animation pipeline from clip to final vertex.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Hierarchies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skeleton is a tree of transforms. Nothing more.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Local and world transforms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Each joint stores its transform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relative to its parent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Rotating a shoulder moves the whole arm for free — that is the entire reason for the structure.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World transform = parent's world transform × own local transform.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Computed by one depth-first traversal per frame.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Parents must be processed before children, so store joints in topological order and the traversal becomes a flat loop.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Order matters, exactly as in Module 03. Parent first, then child.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SKINNING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bind pose and why it is inverted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M_skin  =  W_current · (W_bind)⁻¹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Undo the bind pose, then apply the current pose.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(W_bind)⁻¹  —  the inverse bind matrix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Precomputed once per joint and stored with the mesh.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v' = M_skin ·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Vertices are authored in bind pose, so they must be un-posed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inverse bind matrix is the step people forget. Without it the mesh explodes the moment any joint is not at the origin.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Interpolating rotations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Translation and scale interpolate trivially. Rotation does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Four ways to store a rotation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14630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12435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Size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3168" y="1901952"/>
            <a:ext cx="26517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82896" y="19568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Interpolates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465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Euler angles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2377440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9856" y="2414016"/>
            <a:ext cx="12435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73168" y="2377440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82896" y="2414016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Badly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2492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3465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Gimbal lock; order-dependent; non-unique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Rotation matrix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0128" y="2852928"/>
            <a:ext cx="14630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19856" y="2889504"/>
            <a:ext cx="12435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73168" y="2852928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82896" y="2889504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Badly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2492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3465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Lerping leaves the rotation group — shears and scales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Axis–angle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0128" y="3328416"/>
            <a:ext cx="14630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3364992"/>
            <a:ext cx="12435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73168" y="3328416"/>
            <a:ext cx="2651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82896" y="3364992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Partially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492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3465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 clean composition rule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Quaternion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10128" y="3803904"/>
            <a:ext cx="14630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9856" y="3840480"/>
            <a:ext cx="12435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73168" y="3803904"/>
            <a:ext cx="26517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82896" y="3840480"/>
            <a:ext cx="24323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Correctly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24928" y="3803904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4656" y="3840480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Double cover: q and −q are the same rotation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Gimbal 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NOT EULER ANGLES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Three sequential axis rotations. When the middle rotation reaches 90°, the first and third axes align — and one degree of freedom is lost.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No amount of changing the first and third angles can produce rotation about the missing axis. The parameterisation has collapsed, not the rotation.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This is not an implementation flaw; it is a topological fact about mapping three angles onto the rotation group. Any three-parameter representation has it somewhere.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It is also why Euler angles remain fine as an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authoring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interface and unacceptable as an </a:t>
            </a:r>
            <a:r>
              <a:rPr sz="1600" b="0" i="1">
                <a:solidFill>
                  <a:srgbClr val="141924"/>
                </a:solidFill>
                <a:latin typeface="Georgia"/>
              </a:rPr>
              <a:t>interpolation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representation.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QUATERNIONS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quaternions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unit quaternion is a point on the 4D unit sphere; rotations are points on that sphere.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Interpolating along the sphere's surface stays on the sphere — so every intermediate value is a valid rotation.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slerp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— spherical linear interpolation — moves at constant angular velocity along the shortest arc.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The sign trap: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q and −q represent the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same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rotation.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If the dot product of the two quaternions is negative, negate one before interpolating.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Otherwise you take the long way round — up to 358° instead of 2°. Spectacular, and the most common quaternion bug.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QUATERNIONS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slerp, with the sign 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596640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322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quat slerp(quat a, quat b, float t)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d = dot(a, b);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q and -q are the same rotation. Without this you may take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the 358-degree path instead of the 2-degree one.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if (d &lt; 0.0f) { b = -b; d = -d; }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Nearly parallel: slerp is numerically unstable, lerp is fine.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if (d &gt; 0.9995f) return normalize(a + t * (b - a));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theta = acosf(d);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s     = sinf(theta);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(sinf((1 - t) * theta) * a + sinf(t * theta) * b) / s;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63184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Three lines of actual interpolation and two guards. Both guards are necessary — the second prevents a division by a vanishing sine.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Skinning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Each vertex follows several joints at once.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LBS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Linear blend skinning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v'  =  Σ wᵢ · Mᵢ · 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Weighted sum of the vertex transformed by each influencing joint.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Σ wᵢ  = 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Weights must be normalised or the mesh changes size.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typically 4 influences per vertex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Fits neatly in a vec4 of weights and a uvec4 of indices.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Simple, fast, GPU-friendly, and wrong in a specific way that the next slide names.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candy-wrapper artifact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LBS IS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Averaging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transformation matrices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is not the same as averaging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transformations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midpoint of two rotation matrices 180° apart is not a rotation — it is a degenerate matrix that collapses the space. So a wrist twisted 180° pinches to nothing, like the twist in a sweet wrapper.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Mitigations: add more joints so no single joint twists far; paint weights carefully; or switch to dual-quaternion skinning, which interpolates the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transformations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rather than their matrices and preserves volume at the cost of a slight bulge.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SKINNING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Skinning in the vertex shader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layout(location=0) in vec3  aPos;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layout(location=1) in vec3  aNormal;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layout(location=5) in uvec4 aJoints;    // 4 joint indices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layout(location=6) in vec4  aWeights;   // 4 weights, summing to 1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layout(std430) buffer Skin { mat4 uSkin[]; };   // world * inverseBind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void main() {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mat4 S = aWeights.x * uSkin[aJoints.x]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+ aWeights.y * uSkin[aJoints.y]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+ aWeights.z * uSkin[aJoints.z]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       + aWeights.w * uSkin[aJoints.w];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vec3 pos = (S * vec4(aPos, 1.0)).xyz;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vec3 nrm = mat3(S) * aNormal;        // w=0: Module 02, no translation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gl_Position = uViewProj * vec4(pos, 1.0);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    vNormal     = normalize(nrm);</a:t>
            </a:r>
          </a:p>
          <a:p>
            <a:pPr algn="l">
              <a:lnSpc>
                <a:spcPct val="105000"/>
              </a:lnSpc>
            </a:pPr>
            <a:r>
              <a:rPr sz="1128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Blend the matrices first, then transform once — not four transforms averaged. Same result, a quarter of the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From clip to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1. Sample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the animation clip at the current time — translation, rotation, scale per joint.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Interpolate between keyframes: lerp position and scale, slerp rotation.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2. Blend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between clips (walk→run) or layer them (aim over walk).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3. Apply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inverse kinematics corrections — foot placement, look-at.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4. Traverse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the hierarchy to world transforms.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5. Multiply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by inverse bind matrices to get skinning matrices.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6. Upload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the palette and skin in the vertex shader.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Steps 1–5 are CPU and cheap. Step 6 is GPU and scales with vertex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Where this leaves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You have built a renderer twice: once in software, once on the GPU.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You can transform, rasterize, shade physically, shadow, antialias, texture, and animate.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CSCE 647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replaces the rasterizer with real light transport.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CSCE 645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goes deeper into the geometry you have only sampled here.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CSCE 649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makes the motion physical rather than keyframed.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CSCE 735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explains the machine underneath all of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the capstone on this codebase. It is the artifact.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skeleton is a tree of local transforms; world transforms come from one ordered traversal per frame.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The inverse bind matrix un-poses vertices before the current pose is applied. Forget it and the mesh explodes.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Euler angles suffer gimbal lock; rotation matrices do not interpolate because the rotation group is not convex.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Unit quaternions interpolate correctly via slerp — but q and −q are the same rotation, so check the dot product sign.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Linear blend skinning averages matrices, not transformations, which collapses the mesh under large twists: the candy-wrapper artifact.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Dual-quaternion skinning interpolates transformations instead, fixing the collapse at the cost of a bulge.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