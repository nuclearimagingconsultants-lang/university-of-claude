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payoff is immediate: if you translate a normal vector you have made an error, and the type system of homogeneous coordinates will catch it for you if you let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for unit vectors the dot product IS the cosine. Nearly every lighting equation in Module 06 is a clamped dot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memorise 'the view matrix is the inverse of the camera transform' without knowing why it is cheap. Orthonormality is the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exact bug produces a handful of black or white pixels that move with the camera. It is worth showing once so they recognise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Derivation in the notes: it follows from requiring n·t = 0 to be preserved for every tangent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having students copy this into their renderer as a comment block. It prevents a whole family of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Vectors, Frames, and Homogeneous Coordinates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algebra the whole pipeline is written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points from vectors, and explain why the distinction is not pedantry.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 orthonormal frame from an arbitrary direction.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fourth coordinate means and why translation requires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dot and cross products fluently for projection, area, and orientation.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Transform normals correctly, and say why the obvious method is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Points are not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distinction that costs nothing to maintain and a great deal to ignore.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different things with the same 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Point — a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Answers: </a:t>
            </a:r>
            <a:r>
              <a:rPr sz="1400" b="0" i="1">
                <a:solidFill>
                  <a:srgbClr val="3C4555"/>
                </a:solidFill>
                <a:latin typeface="Calibri"/>
              </a:rPr>
              <a:t>where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?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Has no direction or length.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Point − point = vector.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Point + vector = point.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Point + point is </a:t>
            </a:r>
            <a:r>
              <a:rPr sz="1250" b="1" i="0">
                <a:solidFill>
                  <a:srgbClr val="798290"/>
                </a:solidFill>
                <a:latin typeface="Calibri"/>
              </a:rPr>
              <a:t>meaningless</a:t>
            </a:r>
            <a:r>
              <a:rPr sz="1250" b="0" i="0">
                <a:solidFill>
                  <a:srgbClr val="798290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Affected by translation.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Vector — a displacement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Answers: </a:t>
            </a:r>
            <a:r>
              <a:rPr sz="1400" b="0" i="1">
                <a:solidFill>
                  <a:srgbClr val="3C4555"/>
                </a:solidFill>
                <a:latin typeface="Calibri"/>
              </a:rPr>
              <a:t>how far, which way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?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Has direction and length, no location.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Vector + vector = vector.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Scalar × vector = vector.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All operations are well defined.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Unaffected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by translation.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matters in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Translating a direction is always a bug. A surface normal does not move when the object moves — it only rotates.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Homogeneous coordinates encode this distinction in the data itself: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w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= 1 for a point,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w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= 0 for a vector. Multiply both by the same translation matrix and the vector is automatically left alone.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fourth coordinate is not a trick to make translation fit into a matrix. It is a type tag that happens to make translation fit into a matrix.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HOMOGENEOUS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fourth coordinate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point   =  (x, y, z,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Translation reaches it, because the translation column is scaled by w=1.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vector  =  (x, y, z,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Translation cannot reach it. Rotation and scale still apply normally.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(x, y, z, w)  ≡  (x/w, y/w, z/w, 1)   for w ≠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Scaling all four coordinates names the same point — this is what makes perspective possible.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third line is the one that earns the fourth coordinate. Module 03 uses it to make perspective a linear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Products that do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products, and almost everything geometric you will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DOT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dot product measures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· b  =  aₓbₓ + a_yb_y + a_zb_z  =  |a||b| cos 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definitions, one for computing and one for understanding.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· b = 0   ⟺   perpendicular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visibility and backface tests reduce to this sign.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proj_b(a)  =  (a · b̂) b̂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Projection onto a direction. Used in every lighting model and in Gram–Schmidt.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DOT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you will actually use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Lambert's cosine law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diffuse shading is max(0, n · l).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Backface culling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sign of n · v tells you which way a face points.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Specular highlights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(n · h) raised to a power.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Frustum culling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signed distance from a plane is a dot product with the plane normal.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Decomposing a vector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splitting a velocity into components along and across a surface, which is the whole of collision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CROSS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cross product makes perpendiculars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× b  =  (a_yb_z − a_zb_y,  a_zbₓ − aₓb_z,  aₓb_y − a_ybₓ)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Perpendicular to both inputs, by the right-hand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|a × b|  =  |a||b| sin θ  =  area of the parallelogram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Half of this is the triangle area — which Module 04 turns into barycentric coordinates.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  =  normalize((p₁ − p₀) × (p₂ − p₀))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face normal of a triangle. Winding order decides its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coordinate system is three vectors and a point. Nothing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coordinate frame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 origin (a point) plus three basis vectors (directions).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Coordinates are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the amounts of each basis vector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need.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orthonormal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frame has basis vectors that are mutually perpendicular and unit length.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Its matrix inverse is its transpose — which is why view matrices are cheap to invert.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Its determinant is +1 (right-handed) or −1 (left-handed, i.e. mirrored).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Every space in the pipeline — object, world, camera, tangent — is just a different 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Building a frame from one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Given a normal n, produce an orthonormal basis (t, b, n).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Needed for tangent space (Module 08) and for sampling (Module 11).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void make_frame(const vec3&amp; n, vec3&amp; t, vec3&amp; b)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Pick any axis not nearly parallel to n, or the cross product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degenerates and you get NaNs in a few pixels only -- the worst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kind of bug, because it looks like noise.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vec3 up = (fabs(n.z) &lt; 0.999f) ? vec3(0,0,1) : vec3(1,0,0);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t = normalize(cross(up, n));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b = cross(n, t);            // already unit: n and t are orthonormal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guard on the `up` vector is not optional. Without it the cross product returns zero wherever n happens to align with the axis, and normalize() produces NaN.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Transforming normals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 place where the obvious answer is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Normals do not transform like positions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CLASSIC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Apply a non-uniform scale to a surface and to its normal with the same matrix, and the normal stops being perpendicular to the surface.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Stretch a sphere into an ellipsoid along X: the surface flattens, so its normals should tilt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toward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the Y axis. Scaling the normals by the same matrix tilts them the other 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result is lighting that is subtly, confusingly wrong on every non-uniformly scaled object in your scene.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normal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n'  =  (M⁻¹)ᵀ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Transform normals by the inverse transpose of the model matrix.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for rotation only:  (M⁻¹)ᵀ =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Orthonormal matrices are their own normal matrix — no extra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for uniform scale:  (M⁻¹)ᵀ ∝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Direction is unchanged; only length, which normalize() removes anyway.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the inverse transpose only matters under non-uniform scale or shear — but that is common enough that you should simply always use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normal matrix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CPU side, once per object -- not per vertex, and never per fragment.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mat3 normalMatrix = transpose(inverse(mat3(model)));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Vertex shader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void main()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vWorldPos    = (model * vec4(aPos, 1.0)).xyz;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vWorldNormal = normalMatrix * aNormal;   // NOT model * aNormal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gl_Position  = proj * view * vec4(vWorldPos, 1.0);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Fragment shader: renormalize. Interpolating unit vectors across a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triangle does not preserve unit length.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N = normalize(vWorldNormal);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separate requirements: the right matrix on the CPU, and renormalization after interpolation. Missing either one dims your lighting in a way that is easy to mistake for an art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transforms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914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7316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Transform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9327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5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377440"/>
            <a:ext cx="914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414016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7316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9327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5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divide by w after projection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Direction / tangent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2852928"/>
            <a:ext cx="914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2889504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9327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5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normalize if needed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8768" y="3328416"/>
            <a:ext cx="914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8496" y="3364992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7316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289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(M⁻¹)ᵀ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9327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5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always renormalize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Plane (n, 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8" y="3803904"/>
            <a:ext cx="914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68496" y="3840480"/>
            <a:ext cx="694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7316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(M⁻¹)ᵀ on the 4-vector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39327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49055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renormalize n, rescale 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Points and vectors are different types. Homogeneous w = 1 and w = 0 encode the difference so the matrix does the right thing automatically.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fourth coordinate exists because scaling all four names the same point — that equivalence is what makes perspective linear.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Dot product measures alignment and gives you projection; cross product makes perpendiculars and gives you area. Almost all of geometry is these two.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 orthonormal frame's inverse is its transpose. This is why the view matrix is cheap.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Normals transform by the inverse transpose, and must be renormalized after interpolation. Both halves are required.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When building a frame from a single direction, guard the degenerate case or you will get NaN in a few pixels and never find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