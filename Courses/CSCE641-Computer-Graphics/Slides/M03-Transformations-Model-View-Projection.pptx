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object-vs-frame duality trips up almost everyone once. Being explicit about it here saves hours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why rows rather than columns: this IS the transpose, and the transpose IS the inverse. The -dot() terms are the rotated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verify by hand: plug z = -n and z = -f into row 3 and divide by w = n and w = f respectively. They should get -1 and 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shadow-map connection now; it makes Module 10 land much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counterintuitive and worth repeating. Students instinctively reach for the far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Reversed-Z is close to a free win on modern hardware and is worth implementing in Project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Transformations: Model, View, Projection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Deriving every matrix in the vertex shader.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translation, rotation, and scale matrices in homogeneous 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matrix order matters and predict the result of swapping two.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a view matrix from a camera position and orientation.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perspective projection matrix and explain each entry.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depth precision, why it is non-linear, and how to improve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Placing an object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basic transforms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T(t)  —  identity with the translation in the last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Only reaches points (w = 1), which is the point of homogeneous coordinates.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S(s)  —  diagonal (sₓ, s_y, s_z,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Non-uniform scale is what forces the normal matrix of Module 02.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R(θ)  —  orthonormal, determinant 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Inverse is the transpose. Composition of rotations is a rotation.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model matrix in your scene is a product of these three.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Order is not a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Matrix multiplication does not commute, and the two orders mean genuinely different things.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 · 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rotates the object about its own origin, then moves it. The object spins in place.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 · 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moves the object away from the origin, then rotates the whole displaced result. The object orbits.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Both are useful. Neither is a bug. But you must know which one you wrote.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a matrix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With column vectors, matrices apply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right to left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472" b="0" i="0">
                <a:solidFill>
                  <a:srgbClr val="798290"/>
                </a:solidFill>
                <a:latin typeface="Consolas"/>
              </a:rPr>
              <a:t>P * V * M * v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means: M first, then V, then 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the product right to left as a sequence of operations on the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object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Or read it left to right as a sequence of changes of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frame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Both readings are correct and they are inverses of each other. Pick one and stay with it, because mixing them is how people get lost.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Row-vector conventions (DirectX historically) reverse everything. Neither is better; both are in the wild.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view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There is no camera. There is only moving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camera is a fiction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pipeline has no concept of a camera. It renders whatever ends up in the canonical view volume looking down −Z.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 instead of moving a camera to the scene, we move the scene to a fixed camera. The view matrix is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inverse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of the transform that would place the camera in the world.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If this feels backwards, that is because it is. Everything after it is simpler as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Building look-at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look_at(vec3 eye, vec3 target, vec3 up)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f = normalize(eye - target);   // camera +Z (points BACKWARD)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r = normalize(cross(up, f));   // camera +X (right)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u = cross(f, r);               // camera +Y (true up)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Rotation part is orthonormal, so its inverse is its transpose: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write the basis vectors into the ROWS, not the columns.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Translation part is the negated, rotated eye position.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mat4(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r.x,  r.y,  r.z, -dot(r, eye),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u.x,  u.y,  u.z, -dot(u, eye),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f.x,  f.y,  f.z, -dot(f, eye),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0,    0,    0,    1);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 points backward because OpenGL's camera looks down −Z. Getting this sign wrong gives you a camera that renders everything behind you — usually an empty screen.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distant things small, without leaving linear algebra.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projection must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Map the view frustum — a truncated pyramid — onto the canonical cube [−1,1]³.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Clipping against a cube is trivial. Clipping against a pyramid is not. That is the real reason this stage exists.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Produce foreshortening: things further away must get smaller.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Screen position must scale as 1/z. Division is not linear.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trick: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arrange for the matrix to put view-space depth into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then let the perspective divide do the division.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Similar triangles give the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x' = (n · x) / (−z)      y' = (n · y) / (−z)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Pure similar triangles: project onto the plane at distance n from the eye.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set  w_clip = −z_view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Then the divide performs exactly that division, for free.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x_ndc = x_clip / w     y_ndc = y_clip / w     z_ndc = z_clip / 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divide, applied to all components, done by fixed-function hardware.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whole design is: make the matrix produce the right numerator and denominator, and let the hardware divide.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perspective matrix, annotated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fovy in radians, aspect = width/height, n and f are POSITIVE distances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perspective(float fovy, float aspect, float n, float f)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t = 1.0f / tanf(fovy * 0.5f);   // cotangent of half-FOV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mat4(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t/aspect, 0,  0,                 0,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0,        t,  0,                 0,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0,        0, -(f+n)/(f-n),  -2*f*n/(f-n),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0,        0, -1,                 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           ^^ this -1 is what puts -z_view into w_clip.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Row 3 maps the near plane to −1 and the far plane to +1. Row 4 is the entire perspective effect: it copies −z into w so the divide produces foreshortening.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Perspective and orthographic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 varies per vertex (= −z).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Parallel lines converge.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Depth resolution is non-linear.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Matches human vision and cameras.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Used for nearly all 3D scenes.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Orthographic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 = 1 for every vertex.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Parallel lines stay parallel.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Depth resolution is uniform.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foreshortening at all.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Used for CAD, 2D UI, and — importantly — directional light shadow maps (Module 10).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Depth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z-fighting actually comes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depth precision is uneven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After the divide, z_ndc is a function of 1/z_view, not of z_view.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equal steps in the depth buffer are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equal steps in world distance.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Precision concentrates near the near plane and thins out with distance.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Roughly: half of all depth buffer values describe the first few percent of your view distance.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Consequence: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near plane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dominates precision, not the far plane.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Moving near from 0.01 to 0.1 helps enormously. Moving far from 1000 to 500 barely helps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about z-fighting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0508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5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Push the near plane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Directly attacks the dominant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508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5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Free; may clip close geometry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Reversed-Z (far=0, near=1)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Pairs 1/z with float's density near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508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14815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Free; needs GL_GREATER + clip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32-bit float depth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mantissa bits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508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815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Bandwidth; often combined with reversed-Z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Polygon offset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Biases coplanar geometry apart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0508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5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 cause peter-panning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Just don't make it coplanar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Fixes the asset, not the symptom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0508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4815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Free, and usually correct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full chain,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Once per frame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V = look_at(eye, target, up);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P = perspective(radians(60.0f), width/(float)height, 0.1f, 1000.0f);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Once per object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M   = T(position) * R(rotation) * S(scale);   // read right to left: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          // scale, rotate, place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mat4 MVP = P * V * M;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mat3 N   = transpose(inverse(mat3(M)));            // Module 02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Per vertex (GPU)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vec4 clip = MVP * vec4(position, 1.0);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-&gt; hardware clips, divides by w, applies viewport. You are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matrices, built at three different frequencies. Building any of them more often than necessary is a common and unnecessary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Matrices apply right to left with column vectors. T·R spins in place; R·T orbits. Know which one you wrote.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There is no camera. The view matrix is the inverse of the camera's world transform, and it is cheap because rotation is orthonormal.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Projection exists to turn the frustum into a cube so clipping is trivial, and to put −z into w so the divide produces foreshortening.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perspective divide is the only non-linear step, and it is fixed-function. Everything else is a matrix multiply.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Depth precision is a function of 1/z. The near plane dominates; pushing it out is the highest-value fix for z-fighting.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Reversed-Z costs nothing and recovers most of the lost precision.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