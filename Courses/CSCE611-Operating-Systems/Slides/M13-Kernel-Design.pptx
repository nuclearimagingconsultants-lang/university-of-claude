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phone baseband case is the biggest deployment nobody knows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eBPF is the most interesting: it is a verifier, not a process boundary, achieving safety a different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conclusion: the right design depends entirely on what must be trusted and what must be guaranteed.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Kernel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Monolithic, micro, and what the argument was really about.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monolithic and microkernel designs on concrete criteria.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IPC cost decided the historical argument.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formal verification and what seL4 achieves.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modern hybrids: modules, eBPF, unikernels.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kernel design choices against workload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code must be trusted?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Monolithic and micro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Monolithic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Drivers, file systems, network stack — all in kernel mode.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service call is a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function call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Fast.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 driver bug can corrupt anything.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Trusted computing base: millions of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Microkernel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Only IPC, scheduling, and address spaces in the kernel.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service call is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IPC to another process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Slower — how much slower is the whole argument.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driver crash kills one process.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Trusted computing base: ~10,000 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argument was about IPC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MONOLITHIC WON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microkernel replaces function calls with IPC. If IPC is expensive, every file read pays for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First-generation microkernels (Mach) had IPC costs of thousands of cycles, and the performance penalty was severe enough to settle the argument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Liedtke's L4 showed this was an implementation failure, not an inherent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careful design brought IPC to a few hundred cycles, an order of magnitude better.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By then Linux and Windows NT had won on other grounds. The microkernel argument was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common fate in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microkernels 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on the desktop.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Microkernels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won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QNX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Cars, medical, industrial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Isolation and real-time guarantees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seL4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Defence, aviation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Formally 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L4 family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Billions of phone basebands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Isolation from the application processor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Fuchsia (Zircon)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Google devices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Driver isolation; updatable drivers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seL4: a kernel with a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STRONGEST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seL4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formally verified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machine-checked proof that the C implementation satisfies its specification.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proof covers functional correctness, and extends to integrity and confidentiality enforcement.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 buffer overflows, no null dereferences, no undefined behaviour — not 'none found', but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none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proven.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is possible because the kernel is about 10,000 lines. The proof is roughly 200,000 lines of Isabelle.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ratio is why nobody has verified Linux.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small trusted computing base is not only easier to audit — it is the precondition for proving anything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actually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Both sides got most of what they wanted.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Monolithic kernels adopted microkernel ideas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gives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Microkernel idea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Loadable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Drivers loaded and unloaded at 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Modularity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File systems as user processes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Services outside the kernel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User-space drivers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USB, GPU, network in user space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Driver isolation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eBPF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Verified programs extending the kernel safely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Safe extension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Hypervisors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tiny trusted layer under the kernel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small TCB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eBPF: a third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MODERN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microkernel question was 'should extensions run in a separate address space?' eBPF answers differently: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run them in the kernel, but prove they are safe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verifier checks that the program terminates, accesses only permitted memory, and respects type constraints — before it is allowed to load.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result: kernel-speed extension with no process boundary and no trust required. Used for networking, tracing, security policy, and scheduling.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is neither monolithic nor microkernel. It is a static guarantee replacing a runtime boundary, which is a genuinely new answer to a forty-year-old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UNIKERNELS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other direction entirely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Unikernel: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compile the application and the OS into a single binary with one address space.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No kernel/user boundary at all. No system calls — just function calls.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Rationale: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a VM running one application, the kernel's protection and multiplexing are redundant. The hypervisor already isolates.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Tiny, fast to boot, minimal attack surface — and difficult to debug, with no process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 reminder that 'what is the kernel for' has a different answer when it serves exactly one program.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General-purpose, broad hardware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Monolithic with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Safety certification or formal proof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Microkernel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seL4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 real-time with isolation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Microkernel — QNX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Multi-tenant cloud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Hypervisor + lightweight VMs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application per VM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Unikernel, or a thin library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have written context switching, a scheduler, virtual memory, system calls, and a journaling file system.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know what every illusion costs and where each one leaks.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read kernel source and know what you are looking at.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614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was the hardware under all of this.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662 / 678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 Module 12 seriously.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713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takes Module 11 seriously.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735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takes concurrency to many 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Monolithic kernels make a service call a function call; microkernels make it IPC. The whole argument was about what IPC costs.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First-generation microkernel IPC was slow enough to settle the argument; L4 showed that was an implementation failure, not an inherent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Microkernels won where isolation and certification matter: cars, medical devices, aviation, and billions of phone basebands.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seL4 is formally verified — and that is only possible because it is 10,000 lines. A small TCB is the precondition for proof.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Monolithic kernels adopted most microkernel ideas anyway: modules, FUSE, user-space drivers, hypervisors.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eBPF is a third answer: run extensions in the kernel, but verify safety statically rather than enforcing it with a process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