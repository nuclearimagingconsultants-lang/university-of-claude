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layer is a small abstraction over the one below. xv6's file system is organised exactly this way and is readable in an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FAT is linked-list allocation with the list pulled out into one table — which is why it must be kept 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size table makes the design rationale obvious and is worth working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per-component permission check is why 'x' on a directory means 'traverse', which confuses everyone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'no original' point for hard links is the one that clarifies everything else about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write/fsync distinction is the single most consequential thing in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explains a lot of 'impossible' corruption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611 —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File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Turning a block device into names, directories, and bytes.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611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inodes and the separation of names from files.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block allocation strategies and their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directories and path resolution work.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hard links, symlinks, and why unlink is named as it 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buffer cache and why fsync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a flat array of blocks to a named hierarchy.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layer provides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Turns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 array of fixed-size blocks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Buffer cache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Blocks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Cached blocks; write buffering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Inode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Blocks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growable byte array with metadata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Directory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Inodes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Names mapped to inode numbers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Path layer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Names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/usr/bin/ls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File descriptor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Inodes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Open files with offsets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inode is the file. A name is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SEPARATION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file's identity, metadata, and block pointers live in an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inode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identified by number.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directory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just a file whose contents are (name, inode number) pairs.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a name is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a file, not the file itself. One file can have many names — that is a hard link — and deleting a name does not delete the file.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separation explains hard links, why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unlink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called unlink rather than delete, and why a running program survives having its executable removed.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Block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file grows. Where do its blocks go?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to find a file's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Contiguous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Start block + length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External fragmentation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; cannot grow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Linked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Each block points to the next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Random access is O(n); one bad pointer loses the tail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Indexed (inode)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table of block numbers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everyone uses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Extents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(start, length) runs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Compact for large contiguous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Direct and indirect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inode: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metadata: type, size, link count, permissions, timestamps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addrs[0..11]   -&gt; 12 DIRECT block pointers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addrs[12]      -&gt; SINGLY indirect: a block full of pointers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(ext2 adds doubly and triply indirect)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With 1 KB blocks and 4-byte pointers (256 pointers per block):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direct         12 blocks        =  12 KB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single ind.   256 blocks        = 256 KB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double ind.   256*256           =  64 MB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triple ind.   256*256*256       =  16 GB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Small files: all data reachable in ONE inode read.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Large files: more indirection, but still O(1) random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design optimises for the common case — most files are small — while still supporting very large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Directories, links, and path resolution.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PATH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Walking /usr/bin/ls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65785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383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1. Start at the root inode (a known, fixed inode number).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2. Read the root directory. Search for "usr" -&gt; inode 42.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3. Read inode 42. Confirm it is a directory. Read it.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4. Search for "bin" -&gt; inode 87.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5. Read inode 87. Read it. Search for "ls" -&gt; inode 1203.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6. Return inode 1203.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Every component costs at least one inode read and one data read.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Deep paths are expensive -- which is why kernels cache the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results in a DENTRY CACHE.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2439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Path resolution is a loop, and permission is checked at every component — you need execute permission on each directory along the 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Hard and symbolic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Hard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Another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name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for the same inode.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Indistinguishable from the original — there is no original.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Increments the inode's link count.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Cannot cross file systems; cannot link directories.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The file vanishes when the count hits 0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and</a:t>
            </a:r>
            <a:r>
              <a:rPr sz="1250" b="0" i="0">
                <a:solidFill>
                  <a:srgbClr val="798290"/>
                </a:solidFill>
                <a:latin typeface="Calibri"/>
              </a:rPr>
              <a:t> nothing has it open.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Symbolic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small file containing a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path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Resolved at access time, every time.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Can point anywhere — or nowhere.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Crosses file systems; can point at directories.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Dangles if the target is removed.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it is called unlink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NAME IS THE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472" b="0" i="0">
                <a:solidFill>
                  <a:srgbClr val="141924"/>
                </a:solidFill>
                <a:latin typeface="Consolas"/>
              </a:rPr>
              <a:t>unlink(path)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removes a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name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It decrements the inode's link count.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file's blocks are freed only when the link count reaches zero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process still has it open.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Hence the classic Unix behaviour: delete a file that a running program has open, and the program keeps reading it happily. The space is reclaimed when the last descriptor closes.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And the classic puzzle: a disk shows 100% full,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du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accounts for far less, and the space returns when you restart the process holding a deleted log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buffer cache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writes are fast and why that is dangerous.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BUFFER 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caching buys and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Disk blocks are cached in memory. Reads hit; writes land in the cache and return.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Buys: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reads avoid the disk entirely; repeated writes to the same block collapse into one; writes can be reordered and batched for the device.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Costs: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write()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returning means the data is in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memory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on disk.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power failure loses it. Silently.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fsync(fd)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forces it out and does not return until the device says 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write() does not mean written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EXPENSIVE MISUNDERSTANDING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successful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write()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guarantees the data is in the kernel's page cache. Nothing more.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may remain there for tens of seconds. A power loss, a kernel panic, or a yanked cable loses it, with no error reported to anyone.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472" b="0" i="0">
                <a:solidFill>
                  <a:srgbClr val="141924"/>
                </a:solidFill>
                <a:latin typeface="Consolas"/>
              </a:rPr>
              <a:t>fsync()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the only guarantee — and it is slow, because it must actually reach durable media.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not enough on its own: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creating a file requires fsyncing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directory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too, or the file may exist with no name after a crash. Module 09 develops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Durability costs what it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7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5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Guarantee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write() to page cache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 μs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7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5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memory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fsync() to SSD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~100 μs – 1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7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5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 durable media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fsync() to spinning disk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5876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849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~5–10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7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 durable media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fsync() with write cache lied 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876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849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7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5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the device lied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inode is the file; a name is a reference to it. That separation explains links, unlink, and open-but-deleted files.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directory is a file containing (name, inode) pairs. Path resolution is a loop with a permission check per component.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Indexed allocation with direct and indirect blocks optimises for small files while supporting very large ones.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hard link is another name for the same inode — there is no original. A symlink is a path, resolved on every access.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write()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means 'in memory'. Only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fsync()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means 'on disk', and it is three orders of magnitude slower.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Creating a file durably requires fsyncing the directory as well as the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