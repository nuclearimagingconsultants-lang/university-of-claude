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'cannot move' constraint is what separates C allocators from garbage collectors, and it is worth stating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fragmentation being unfixable without relocation is the central difficulty.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fit being worse than first fit in practice surprises people and is a good lesson about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large-allocation-bypass explains a common observed behaviour and is worth mentioning.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Arena allocation is the one game and server code should use far more than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Memory Allocation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Handing out memory, and the fragmentation that follows.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internal and external fragmentation.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first fit, best fit, and segregated free lists.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buddy and slab allocation and where each is used.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allocator performance depends on usage pattern.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arena and pool allocation and when to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Variable sizes, arbitrary lifetimes, and no advance notice.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allocator must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Satisfy requests of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arbitrary size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arbitrary order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arbitrary lifetimes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Never move an allocation — the caller holds a raw pointer.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the constraint that makes compaction impossible and fragmentation inevitable.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Be fast.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malloc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called constantly and shows up in profiles.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Be space-efficient: minimise both bookkeeping overhead and wasted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kinds, two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Wasted space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inside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an allocation.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Ask for 33 bytes, get a 48-byte block.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Caused by size classes and alignment.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Predictable and bounded.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Reduce with finer size classes.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External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Wasted space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between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allocations.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Plenty free, none contiguous enough.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Caused by mixed sizes and lifetimes.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Unpredictable; depends on history.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Cannot be fixed without moving — which you cannot 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Allocation is an online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you knew every future request in advance, optimal placement would be computable.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do not. Each decision is made without knowing what comes next, and a decision that looks fine now may strand memory later.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an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online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problem, and online algorithms are judged by competitive ratio against the offline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 allocator is optimal for all workloads, which is why there are many and why 'which allocator is best' has no answer without naming the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Placement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Given a free list, which block do you use?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First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First block large enough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Fast; fragments the front of the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Next 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Resume scanning from last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Spreads wear; worse locality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Best 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Smallest block that fits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Less waste per block;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many tiny slivers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Worst 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Largest block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Leaves usable remainders; destroys large blocks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Segregated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Separate lists per size class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O(1); what real allocators 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Best fit is usually worse than first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COUNTERINTUITIVE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Best fit minimises the leftover from each individual allocation, which sounds obviously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leftovers are therefore as small as possible — and small leftovers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 heap accumulates thousands of fragments too small to satisfy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First fit leaves larger, more usable remainders and scans less, so it is typically both faster and less fragmenting.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good reminder that locally optimal decisions can be globally poor — the same lesson as greedy algorithms in CSCE 629 Module 09.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Real allocators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Size classes, and specialisation.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SEGREGATED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malloc is actually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Keep a separate free list per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size class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16, 32, 48, 64 bytes, and so 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Allocation: round the request up to a class, pop the head of that list.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O(1).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Free: push onto the matching list.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Cost: internal fragmentation, bounded by the class spacing.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Large allocations bypass this entirely and go to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mmap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why freeing a large block returns memory to the OS and freeing a small one usually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SPECIALISED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Allocators for known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Allocator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Buddy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and merge power-of-two blocks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Kernel page allocation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Pre-initialised caches of one object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Kernel objects: inodes, PCBs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Arena/region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Bump-allocate; free everything at once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Per-request, per-frame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Fixed-size objects, free 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Particles, nodes, entities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LIFO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Scratch space within a 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Arena allocation: the biggest practical win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WORTH KNOWING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Allocate a large block. Satisfy requests by bumping a pointer. Free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everything at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resetting the pointer.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Allocation is three instructions.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Free is one. There is no free list, no coalescing, no fragmentation, and no per-allocation metadata.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works whenever allocations share a lifetime: everything for one HTTP request, one frame, one parse, one compilation unit.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covers an enormous fraction of real allocation. Replacing general-purpose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malloc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an arena in a hot path is frequently a several-fold improvement — and the code usually gets simpler, because nothing needs individual freeing.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MULTICORE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allocators have per-thread caches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single global heap lock is a contended atomic — CSCE 614 Module 11's scalability failure.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modern allocators give each thread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private cache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free blocks.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Most allocations and frees touch no shared state at 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Complication: a block allocated on thread A may be freed on thread B.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Handled by remote free lists, batched back to the owner.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is why tcmalloc, jemalloc, and mimalloc exist and beat the system allocator on threaded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allocator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General-purpose, unknown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system allocator; measure before replacing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threads allocating heavily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jemalloc, tcmalloc, or mimalloc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Allocations share a lifetime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Arena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usually the biggest win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identical objects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Pool or slab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Real-time, bounded latency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Pre-allocate; never call malloc in the hot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allocator cannot move allocations, because callers hold raw pointers. That is why external fragmentation is unfixable.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Internal fragmentation is waste inside a block and is bounded; external is waste between blocks and depends on history.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Allocation is an online problem — no allocator is best for all workloads, which is why there are many.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Best fit is usually worse than first fit, because minimal leftovers are useless leftovers.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Real allocators use segregated free lists for O(1) allocation, trading bounded internal fragmentation for speed.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Arena allocation — bump a pointer, free everything at once — is the largest easy win when allocations share a lifetime.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