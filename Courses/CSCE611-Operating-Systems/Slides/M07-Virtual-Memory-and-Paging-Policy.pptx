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last row is an error. The first four are the mechanism doing its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retry semantics are what make all of this transparent. Worth emphasising.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 as a measuring stick rather than an algorithm is the right framing — same as SJF in Module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Extending to a second bit (dirty) gives the classic four-class NRU, worth mentioning.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paging as 'caching at a coarser granularity' unifies it with 614 and makes the policies feel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SIGBUS point is the practical gotcha: you cannot handle a read error from a mapped file conventionally.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Virtual Memory and Paging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kernel side of the mechanism CSCE 614 described.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demand paging via the page fault handler.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copy-on-write and lazy allocation.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page replacement policies against the optimal.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thrashing and the working set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mmap and the unification of files and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page fault handler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exception that is usually not an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PAGE 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faults are 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Kernel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never touched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Allocate a zero page, map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Lazy allocation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 to a COW page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Copy, remap writable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 fork (Module 02)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swapped 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 from backing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Over-subscription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File-backed, not resident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 the file block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Genuinely invalid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SIGSEGV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Catching bugs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HANDLER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structure of a fault handler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void pagefault(uint64 va, int cause)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struct vma *v = find_vma(myproc(), va);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if (!v)                         return kill("SIGSEGV");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if (cause == WRITE &amp;&amp; !(v-&gt;perm &amp; W))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                       return kill("SIGSEGV");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if (cause == WRITE &amp;&amp; is_cow(va))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copy_page(va);              // Module 02: COW fork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 else if (v-&gt;file)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read_page_from_file(v, va); // mmap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 else if (swapped_out(va))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read_page_from_swap(va);    // demand paging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map_zero_page(va);          // lazy allocation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return -&gt; the hardware RETRIES the faulting instruction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instruction is re-executed after the handler returns. The process never knows a fault occurred — which is what makes the illusion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Memory is full. Which page goes?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Replacement policies, against the optimum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Evict the page used furthest in the future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Optimal, unimplementable.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The yardstick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Evict the oldest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Simple;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Belady's anomaly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LRU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Evict the least recently 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Good; exact LRU is too expensive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Approximate LRU with a reference bit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real kernels 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Random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Evict anything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Surprisingly not terrible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Belady's anomaly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FIFO IS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Intuition says more memory cannot make things worse.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For FIFO, it can. There exist reference strings where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increasing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number of frames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increases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number of faults.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reason: FIFO's eviction order has nothing to do with usefulness, so a larger cache can retain the wrong pages for longer.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Policies with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stack property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LRU and OPT — cannot exhibit this: the set of pages held with n frames is always a subset of the set held with n+1. FIFO has no such guarantee.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Approximating LRU in hardware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Exact LRU needs a timestamp update on EVERY access. Impossible.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Hardware gives us one bit per page: the REFERENCE bit, set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automatically on access.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int clock_evict(void)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(;;)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if (!pages[hand].referenced)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return hand;              // not used since last sweep: evict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pages[hand].referenced = 0;   // give it a second chance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hand = (hand + 1) % nframes;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 page gets evicted only if it survives a full sweep untouched.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One bit, a circular scan, and behaviour close to LRU.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reference bit is set by hardware on every access and cleared by the kernel. That division of labour is what makes the approximation affordable.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system spends all its time paging.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Thrashing is a cliff, not a slope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FAILURE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As load rises, throughput rises — until the combined working sets exceed physical memory.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Then every process faults constantly, each fault evicts a page another process is about to need, and throughput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collapses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 CPU is idle; the disk is saturated.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feedback is vicious: the scheduler sees idle CPU and admits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processes, which makes it worse.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reduce the degree of multiprogramming. Swap entire processes out so the remainder fit. Modern systems use the OOM killer, which is blunter and more honest.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 that explains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working set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W(t, τ) is the set of pages referenced in the last τ units of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Principle: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process runs efficiently if its working set is resident, and thrashes if it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So: admit processes only while the sum of working sets fits in physical memory.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is the same locality argument as CSCE 614 Module 05 — the cache hierarchy at a different scale, with the same cliff.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Files and memory are the same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mapping a file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Map a file into the address space; access it with ordinary loads and stores.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read() calls, no copy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into a user buffer — the page cache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your memory.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Pages load on demand, through the fault handler.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Shared mappings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let processes communicate through memory, backed by a file.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And: this is how executables are loaded. Your program's code is an mmap of the binary.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page cache serving both read() and mmap is why the two are coherent.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mmap against read/write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read/write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copy; the page cache is your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copy into your buffer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Random access is natural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Sequential access is natural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Page faults are invisible but real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Costs are explicit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I/O errors arrive as SIGBUS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Errors are a return 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Address space limits apply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such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CSCE 614 and this course meet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CSCE 614 Module 07 described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hardware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page tables, the TLB, translation, huge pages.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module is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software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other side of the fault: what the kernel does when the hardware cannot complete a translation.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Together they are one mechanism. The hardware detects and reports; the kernel decides and repairs; the hardware retries.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feature in this module — lazy allocation, COW, demand paging, mmap — is the same page fault handled differently, which is an unusually economical piece of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Most page faults are not errors. Lazy allocation, COW, demand paging, and mmap are all the fault handler doing its job.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faulting instruction is retried after the handler returns, which is what makes all of it invisible to the process.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OPT is the yardstick, not an algorithm — the same role SJF plays in scheduling.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FIFO suffers Belady's anomaly: more frames can mean more faults. LRU and OPT cannot, because they have the stack property.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Clock approximates LRU with one hardware-set reference bit and a circular scan. That is what real kernels use.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Thrashing is a cliff with vicious feedback: idle CPU tempts the scheduler to admit more work, making it worse.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