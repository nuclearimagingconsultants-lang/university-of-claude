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know this abstractly. Showing the three instructions makes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note push_off: holding a spinlock with interrupts enabled risks deadlocking against your own interrupt handler.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rule: if the wait could exceed two context switches,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lost-wakeup race is the classic bug and the reason sleep takes the lock as a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RCU is worth a mention: it is how Linux achieves zero-cost reads on read-mostly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Synchronization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Making concurrent access to shared state correct.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race conditions and critical sections.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spinlock and explain what hardware support it needs.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spinning is sometimes right and usually wrong.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condition variables correctly, including why the wait is a loop.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locks, lock-free structures, and message passing.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increment is not one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counter++ is three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counter++;      # looks atomic. It is not.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ld   t0, counter     # 1. read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addi t0, t0, 1       # 2. modify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sd   t0, counter     # 3. write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Thread A              Thread B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ld  t0 &lt;- 5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ld  t0 &lt;- 5       # same value!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addi t0 = 6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addi t0 = 6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sd  counter = 6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sd  counter = 6   # one increment LOST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Two increments, one result. The interleaving decides the answer,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and the interleaving is not under your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race condition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: the result depends on timing. It will pass every test you write and fail in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Critical section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code that accesses shared state and must not be interleaved.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Mutual exclusion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at most one thread in the critical section at a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correct solution needs three properties: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Safety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never two threads inside.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Liveness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a waiting thread eventually enters.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Bounded waiting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no thread waits indefinitely while others repeatedly overtake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Building a 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Software alone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need an atomic read-modify-write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HARDWARE IS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lock implemented with ordinary loads and stores has the same problem it is trying to solve: test-then-set is two operations, and two threads can both pass the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Purely software solutions exist — Peterson's algorithm — but they do not generalise past two threads and they depend on memory ordering guarantees that modern hardware does not provide (CSCE 614 Module 12).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processors supply an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atomic read-modify-write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test-and-set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compare-and-swap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fetch-and-add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 hardware acquires the cache line exclusively and completes the whole operation without interruption.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lock on every platform is built on one of these.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SPINLOCK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simplest correct 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acquire(struct spinlock *lk)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push_off();                    // disable interrupts on this CPU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while (__sync_lock_test_and_set(&amp;lk-&gt;locked, 1) != 0)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;                          // spin until we see it was 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__sync_synchronize();          // memory barrier: no reordering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lk-&gt;cpu = mycpu();             //   of the critical section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                                  //   above the acquire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release(struct spinlock *lk)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lk-&gt;cpu = 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__sync_synchronize();          // barrier before releasing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__sync_lock_release(&amp;lk-&gt;locked);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pop_off();                     // re-enable interrupts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barriers are not optional. Without them the compiler and the hardware may move critical-section accesses outside the lock (CSCE 614 Module 12).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Never hold a spinlock and sleep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spinning thread burns a CPU doing nothing. That is acceptable only if the holder will release very soon.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the holder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sleeps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while holding the lock, every spinner burns a full CPU until it wakes — possibly milliseconds.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Worse, on a single CPU, a spinner can prevent the holder from ever being scheduled. The system deadlocks completely.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spinlocks protect short, non-blocking critical sections. Anything that might sleep needs a sleeping 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Spin or sleep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Spinlock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Busy-waits.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 context switch — very low latency.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Burns CPU while waiting.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Use when: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the critical section is a few instructions, on multicore, and cannot block.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Kernel data structures, queue manipulation.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Sleeping lock (mutex)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Blocks the thread; the scheduler runs something else.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Context switch cost on both sides.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Wastes nothing while waiting.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Use when: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the critical section may be long or may block.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Anything touching I/O, or any user-level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Condition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Waiting for a condition rather than for a 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CONDITION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pattern, and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CONSUMER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acquire(&amp;lock);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while (queue_is_empty())        // &lt;-- WHILE, never IF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sleep(&amp;queue, &amp;lock);       // atomically: release lock, sleep;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//   reacquire lock on wake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item = dequeue();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release(&amp;lock);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PRODUCER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acquire(&amp;lock);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enqueue(item);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wakeup(&amp;queue);                 // wake waiters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release(&amp;lock);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798290"/>
                </a:solidFill>
                <a:latin typeface="Consolas"/>
              </a:rPr>
              <a:t>sleep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must release the lock and block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atomically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. If it did them separately, a wakeup arriving in between would be lost forever.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wait is a while loop, not an if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EVERYONE GETS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Three independent reasons, any one of which is sufficient: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Spurious wakeups.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Some implementations may wake a thread with no corresponding signal. The specification permits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Multiple waiters.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wakeup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may wake several threads for one item. Only one gets it; the rest must re-check and sleep again.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Stolen condition.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Between the wakeup and reacquiring the lock, a third thread may have taken the item.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 all three cases, the condition must be re-tested after waking.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Always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while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synchronisation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Primitive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Spinlock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Very short kernel critical sections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Never sleep holding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Mutex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 mutual exclusion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Deadlock (Module 05)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Condition variable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Wait for a state change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Always use while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Semaphore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Counting resources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Easy to misuse; no owner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RW 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readers, rare writers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Writer starvation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RCU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Read-mostly, lock-free readers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Complex; deferred reclamation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Writing correct concurrent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Minimise sharing first.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Per-thread state combined at the end removes the problem instead of synchronising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 mutex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unless profiling says otherwise. Uncontended locks are cheap (CSCE 614 Module 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Establish a lock ordering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document it. This is Module 05's main defence against deadlock.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Never invent a primitive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without a correctness argument.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ThreadSanitizer.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finds races your tests will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Concurrency bugs pass tests. Reason, do not test your way to confidence.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counter++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is three instructions, and the interleaving decides the answer. That is a race condition.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Mutual exclusion needs safety, liveness, and bounded waiting — all three.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Locks require an atomic read-modify-write from hardware; software-only solutions do not survive modern memory models.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Spinlocks are for short non-blocking critical sections. Sleeping while holding one can deadlock the machine.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sleep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must release the lock and block atomically, or a wakeup arriving in between is lost forever.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Always wait in a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while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loop: spurious wakeups, multiple waiters, and stolen conditions each require re-checking.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