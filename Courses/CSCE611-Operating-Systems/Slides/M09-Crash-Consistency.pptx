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'another file's data' case is the one that makes this a security problem, not just a reliability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consistency-vs-correctness distinction is the key insight and motivates everything after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central idea and it recurs in databases, in distributed consensus, and in version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writeback data-exposure issue is concrete: a newly created file can contain another user's deleted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Snapshots falling out for free is the selling point and explains why ZFS and btrfs are built this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CoW fragmentation is real and is why ZFS performance degrades on nearly-full pools.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611 — Operating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Crash Consistency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Surviving a power failure in the middle of an update.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611 · Module 09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a crash mid-update corrupts a file system.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fsck and why it is inadequate.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write-ahead logging and why ordering is everything.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Compare journaling modes and their guarantees.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copy-on-write file systems as an alternative.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One logical operation, several physical writes.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Appending a block requires three writes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To append one block to a file, the kernel must: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1. mark the block as used in the free bitmap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2. add the block's number to the inode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3. write the data into the block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A crash between any two of these leaves the file system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INCONSISTENT: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crash after 1      -&gt; block marked used, referenced by nobody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                (a leak -- wasteful, not dangerous)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crash after 2      -&gt; inode points at a block the bitmap says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                is FREE. It will be handed to another file.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                (two files sharing a block -- CORRUPTION)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crash after 1,2    -&gt; inode points at a block containing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                whatever was there before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                (garbage in the file, or ANOTHER FILE'S DATA)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disk provides atomicity for a single sector and nothing more. Multi-block updates have no atomicity at all.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device gives you one guarantee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YOU HAVE TO WORK WITH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single sector write is atomic: it either happens completely or not at all. That is essentially the only guarantee.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Writes may be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reordered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by the device's queue. Issuing A then B does not mean A lands first.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Write caches may acknowledge before the data is durable.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So building a multi-block atomic update means constructing atomicity from a single-sector primitive plus explicit ordering barriers. That is what journaling does.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fsck, and why it is not enough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Repair after the fact.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FSCK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Scan everything and fix what you can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Walk the entire file system. Rebuild the free bitmap from the inodes. Fix link counts. Reconnect orphans to </a:t>
            </a:r>
            <a:r>
              <a:rPr sz="1656" b="0" i="0">
                <a:solidFill>
                  <a:srgbClr val="3C4555"/>
                </a:solidFill>
                <a:latin typeface="Consolas"/>
              </a:rPr>
              <a:t>lost+found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Problem 1: it is slow.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Time proportional to the size of the file system, not to the work in progress. Hours for a large volume.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Problem 2: it restores </a:t>
            </a:r>
            <a:r>
              <a:rPr sz="1800" b="1" i="1">
                <a:solidFill>
                  <a:srgbClr val="3C4555"/>
                </a:solidFill>
                <a:latin typeface="Calibri"/>
              </a:rPr>
              <a:t>consistency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, not </a:t>
            </a:r>
            <a:r>
              <a:rPr sz="1800" b="1" i="1">
                <a:solidFill>
                  <a:srgbClr val="3C4555"/>
                </a:solidFill>
                <a:latin typeface="Calibri"/>
              </a:rPr>
              <a:t>correctness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It can tell that an inode points at a block the bitmap calls free. It cannot tell which was right.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Your data may be gone; the file system is merely self-consistent again.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Journaling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Write what you intend to do, then do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WRITE-AHEAD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protocol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831335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557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To perform a multi-block update atomically: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1. Write all the new block contents to the LOG.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2. BARRIER -- wait for those writes to be durable.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3. Write a COMMIT record to the log.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4. BARRIER.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5. Write the blocks to their real locations ("checkpointing").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6. Mark the log entry free.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RECOVERY after a crash: scan the log.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- transaction has a commit record -&gt; REPLAY it (idempotent)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- no commit record                -&gt; DISCARD it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The commit record is a SINGLE SECTOR, so it is atomic. That one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atomic write is what makes the whole multi-block update atomic.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8978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Everything rests on the commit record being one sector. Before it lands the transaction never happened; after, it definitely did.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barriers are the whole 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ORDERING MATTERS MORE THAN THE 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If the commit record reaches disk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before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data it commits, a crash in between leaves a log entry that claims to describe data that is not there. Recovery replays garbage.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Devices reorder writes freely. Issuing them in the right order is not enough — you must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wait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Hence step 2: the data must be durable before the commit record is even issued. This is why journaling is slow, and why the cost is unavoidable.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File systems that skipped the barrier for performance lost data, repeatedly and publicly, through the 2000s. The ordering is not optional.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Journaling modes, and what each promises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94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6148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7121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Journals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04688" y="1901952"/>
            <a:ext cx="32918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14416" y="19568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Guarantee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96528" y="1901952"/>
            <a:ext cx="28346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06255" y="1956816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377440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4140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148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7121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Metadata and 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04688" y="2377440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14416" y="24140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Full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 — no garbage, no loss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96528" y="2377440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06255" y="2414016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Everything written twice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852928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89504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Ordered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6148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7121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Metadata; data written first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04688" y="2852928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14416" y="2889504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Metadata consistent; no stale data exposed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96528" y="2852928"/>
            <a:ext cx="2834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06255" y="2889504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Default in ext4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328416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364992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Writeback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6148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7121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Metadata only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04688" y="3328416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14416" y="3364992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Metadata consistent; </a:t>
            </a:r>
            <a:r>
              <a:rPr sz="1150" b="1" i="0">
                <a:solidFill>
                  <a:srgbClr val="3C4555"/>
                </a:solidFill>
                <a:latin typeface="Calibri"/>
              </a:rPr>
              <a:t>may expose stale data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96528" y="3328416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06255" y="3364992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Fastest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alternative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Never overwrite anything.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COPY-ON-WRITE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Shadow paging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Never modify a block in place.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Write a new copy elsewhere.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That means the parent pointing at it must also be rewritten — and so on, up to the root.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Finally, one atomic write switches the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root pointer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to the new tree.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Before: the old tree. After: the new one. There is no in-between state to be caught in.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Free: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snapshots. Keep the old root and you have a consistent point-in-time 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COMPARE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Journaling and copy-on-write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4389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Journaling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33488" y="1901952"/>
            <a:ext cx="4297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43215" y="19568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Copy-on-write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Writes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Twice (data mode) or once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33488" y="2377440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5" y="24140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Once, to a new location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Layout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Preserved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3488" y="2852928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5" y="2889504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Fragments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 over time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Snapshots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Bolted 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33488" y="3328416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5" y="3364992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Intrinsic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Recovery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Replay the log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33488" y="3803904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43215" y="3840480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Nothing to do — the root is valid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Examples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44368" y="4279392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54096" y="4315968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ext4, XFS, NTFS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33488" y="4279392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43215" y="4315968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ZFS, btrfs, APFS, WAFL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This idea is everywhere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BEYOND FILE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Databases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use write-ahead logging for exactly this reason, and the recovery protocol is the same.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Distributed consensus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Raft, Paxos — is a replicated log with a commit point.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is copy-on-write: objects are immutable and a commit is an atomic pointer update.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Copy-on-write fork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02) is the same idea applied to memory.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Write the intent, make it durable, then make it visible with one atomic step. It is one of the genuinely general ideas in systems.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611 · Operating Systems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One logical file operation is several physical writes, and a crash between them corrupts the file system — sometimes exposing another file's data.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device gives you one atomic sector write and reorders everything else. Atomicity must be constructed from that.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fsck restores </a:t>
            </a:r>
            <a:r>
              <a:rPr sz="1700" b="0" i="1">
                <a:solidFill>
                  <a:srgbClr val="D6DCE6"/>
                </a:solidFill>
                <a:latin typeface="Calibri"/>
              </a:rPr>
              <a:t>consistency</a:t>
            </a:r>
            <a:r>
              <a:rPr sz="1700" b="0" i="0">
                <a:solidFill>
                  <a:srgbClr val="D6DCE6"/>
                </a:solidFill>
                <a:latin typeface="Calibri"/>
              </a:rPr>
              <a:t>, not correctness, and takes time proportional to the volume rather than the work in flight.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Write-ahead logging: log the intent, barrier, commit record, barrier, then checkpoint. Replay committed transactions on recovery.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barriers are the mechanism. Without them the commit record can overtake the data it commits, and recovery replays garbage.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Copy-on-write never overwrites: build a new tree and flip the root atomically. Snapshots come free; fragmentation is the cost.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611 · Operating Systems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