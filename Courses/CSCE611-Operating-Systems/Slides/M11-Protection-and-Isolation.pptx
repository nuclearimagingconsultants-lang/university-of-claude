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Ambient authority is the deep problem and the one capabilities are designed to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seccomp is the one most worth knowing: shrinking the syscall surface is the most effective single hardening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are often surprised there is no container abstraction. It clarifies a great deal.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honest that containers are a weaker boundary is more useful than the marketing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Nested paging is the development that made virtualisation cheap enough to be ubiquitous.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Ending on 'side channels remain' connects back to CSCE 614 Module 04 and is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Protection and Isolation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Containers, virtual machines, and what each actually isolates.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users, groups, and the limits of discretionary access control.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capabilities and the principle of least privilege.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namespaces and cgroups, and what a container really 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container and VM isolation honestly.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kernel attack surface and why it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Classical Unix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Users, groups, and a model from 1970.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Discretionary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Every process has a user ID; every file has an owner, a group, and nine permission bits.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owner decides who may access — hence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discretionary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Simple, and it has aged badly: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root bypasses everything.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A single all-powerful account.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Permissions are per-file, so expressing 'this program may read these three files' is awkward.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compromised process inherits all its user's privileges —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ambient authority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setuid: the necessary hack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THE MODEL STRAINS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Some operations need privilege that ordinary users must be able to invoke —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passwd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must write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/etc/shadow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setuid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bit makes a program run with the file owner's privileges rather than the caller's.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passwd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setuid root.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every setuid-root binary is a potential privilege escalation: find a bug in it and you have root. Historically this has been one of the richest sources of local exploits.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principled fix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capabilities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grant the one specific power needed instead of all of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Least privilege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Give each component only what it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Narrowing privilege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Capabilities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root into ~40 distinct powers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CAP_NET_BIND_SERVICE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seccomp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Restrict which syscalls a process may make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sandbox allowing 20 of 400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chroot / pivot_root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Change the visible filesystem root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Weak alone; a building block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MAC (SELinux)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Policy-enforced, not owner-discretionary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Even root is constrained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Privilege dropping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Start privileged, then give it 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Bind port 80, then setuid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reducing the syscall surface matters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container's isolation is enforced by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kernel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The kernel's attack surface is its system call interface — roughly 400 calls, some of them old, complex, and rarely audited.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kernel bug reachable from a system call is a container escape: the attacker is no longer confined.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typical application needs perhaps 40 system calls. Blocking the other 360 with seccomp removes most of the reachable attack surface for a few lines of configuration.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serious container runtimes ship seccomp profiles by default, and why 'what syscalls does this need' is a useful security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Containers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a thing — a combination of kernel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NAMESPACES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container is made 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There is no 'container' object in the kernel.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container is a process with several kernel features applied.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Namespaces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give a process a private view of a global resource: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PID (own process tree), mount (own filesystem view), network (own interfaces), user (own UID mapping), UTS, IPC.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cgroups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limit and account for resources: CPU, memory, I/O, PIDs.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seccomp + capabilities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restrict what it may ask the kernel to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Containers and virtual machines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Shares the host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kernel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Isolation enforced by kernel features.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Start in milliseconds; near-zero overhead.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Attack surface: the whole syscall interface.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One kernel bug and the isolation is gone.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Virtual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Runs its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own kernel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Isolation enforced by the hypervisor and hardware.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Start in seconds; real memory overhead.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Attack surface: the hypervisor interface.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Much smaller, and hardware-assisted.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Containers are a weaker boundary than VMs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HONEST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not a criticism — it is a trade, and usually the right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Containers isolate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workloads you already trust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from each other: your own services, built by your own team. The efficiency gain is enormous and the risk is acceptable.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VMs isolate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mutually distrusting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parties: different customers on shared hardware. The hypervisor interface is a far smaller and more carefully audited boundary.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Middle ground: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lightweight VMs with a minimal guest — Firecracker, Kata — giving VM-grade isolation with container-like startup. This is what serverless platforms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Virtualisation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Running a kernel inside a kernel.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HYPERVISORS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a VM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guest kernel believes it is in supervisor mode. It is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Hardware support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(Intel VT-x, AMD-V, ARM EL2) adds a privilege level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below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kernel.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Privileged guest operations trap to the hypervisor, which emulates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Nested paging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(EPT/NPT) translates guest-physical to host-physical in hardware — no shadow page tables.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Paravirtualisation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(virtio) — the guest knows it is virtualised and uses efficient interfaces instead of emulated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isolation spectrum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Isolates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Page tables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Weak — shared kernel, full syscall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Namespaces + cgroups + seccomp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Lightweight VM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Hypervisor, minimal guest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, fast start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Full VM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Hypervisor + own kernel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Separate machine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Physics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Strongest; side channels remain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Unix DAC gives every process its user's full authority — ambient authority — so a compromised process inherits everything.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setuid is a necessary hack that makes every setuid-root binary a potential privilege escalation.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Capabilities and seccomp narrow privilege. Reducing the syscall surface is the single most effective hardening step.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container is not a kernel object: it is namespaces plus cgroups plus seccomp plus capabilities, applied to an ordinary process.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Containers share the host kernel, so the attack surface is the whole syscall interface. VMs have a much smaller boundary.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Hardware virtualisation adds a privilege level below the kernel; nested paging is what made it cheap enough to be universal.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