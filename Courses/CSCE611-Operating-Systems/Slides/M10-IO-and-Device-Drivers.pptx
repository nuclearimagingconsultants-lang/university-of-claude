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uncacheable requirement is a real bug source: a driver that works and then fails after a cache config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modern twist: for very fast devices, polling wins again. NAPI and NVMe poll mode exist for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coherence consequence on the next slide is the part driver authors must get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'missed timer ticks' consequence makes the rule concrete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I/O and Device Drivers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Talking to hardware that is slow, asynchronous, and hostile.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memory-mapped I/O and port I/O.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polling and interrupts and say when each is right.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DMA and why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top-half/bottom-half split in interrupt handling.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block layer and I/O scheduling.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Talking to a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Registers that are not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the CPU reaches a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Memory-mapped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Device registers appear at physical addresses.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Read and write them with ordinary loads and stores.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Must be marked uncacheable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or the cache will serve stale values and swallow writes.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Also needs </a:t>
            </a:r>
            <a:r>
              <a:rPr sz="1150" b="0" i="0">
                <a:solidFill>
                  <a:srgbClr val="798290"/>
                </a:solidFill>
                <a:latin typeface="Consolas"/>
              </a:rPr>
              <a:t>volatile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 and barriers.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What everything modern 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Port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separate address space with dedicated instructions.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288" b="0" i="0">
                <a:solidFill>
                  <a:srgbClr val="3C4555"/>
                </a:solidFill>
                <a:latin typeface="Consolas"/>
              </a:rPr>
              <a:t>in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288" b="0" i="0">
                <a:solidFill>
                  <a:srgbClr val="3C4555"/>
                </a:solidFill>
                <a:latin typeface="Consolas"/>
              </a:rPr>
              <a:t>out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on x86.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cache interaction by construction.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Legacy; x86 only.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Still used for a few ancient devices.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Device registers are not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Reading a status register can have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side effects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may clear an interrupt, or pop a value from a FIFO.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Writing the same value twice is not the same as writing it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compiler must not cache the value in a register, must not reorder accesses, and must not eliminate 'redundant' reads. That is what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volatile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actually for —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thread synchronisation (CSCE 614 Module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the processor must not reorder either, which needs explicit memory barriers.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Knowing when the device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Ask repeatedly, or be told.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Polling and interrupts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Interrupts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 a status register in a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device raises a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 cost while waiting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Interrupt entry overhead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for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 devices; very high rates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Slow or infrequent devices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NVMe at high queue depth; NIC under 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Keyboard, disk completion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 high rates, interrupts become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INTERRUPT LIVELOCK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network card at ten million packets per second generates ten million interrupts per second. Each costs context save, handler entry, and a cache disturbance.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system spends all its time entering and leaving interrupt handlers and never runs the code that would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process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packets. Throughput collapses while the CPU is fully busy — this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interrupt livelock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first interrupt,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interrupts for that device and switch to polling. Re-enable when the queue drains.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Linux's NAPI does exactly this. Interrupts for low rates, polling for high — adaptively.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Letting the device move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programmed I/O does not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Programmed I/O: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CPU copies every byte between the device and memory.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1 GB/s device would consume a core entirely, doing nothing but copying.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DMA: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give the device a buffer address and a length. It writes memory directly and interrupts when finished.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CPU is free during the transfer. This is why high-throughput I/O is possible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device now writes memory behind the CPU's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DMA and cache coherence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DRIVERS GO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device writes physical memory directly. The CPU's cache does not know.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Before a device read: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flush the buffer from cache, or the device may read stale data that is still dirty in cache.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After a device write: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invalidate the buffer, or the CPU may read a stale cached copy instead of the new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Many systems have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coherent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DMA where hardware handles this. Many embedded systems do not, and the resulting bugs are intermittent and look like corruption.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IOMMU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adds address translation for devices, which also makes DMA safe to expose to a virtual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Interrupt handlers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 the minimum now, the rest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TOP AND BOTTOM HALF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Splitting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TOP HALF -- runs with interrupts disabled. Must be FAST.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void disk_intr(void)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ack_device();                // tell the device we heard it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struct buf *b = dequeue_completed();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b-&gt;flags |= B_VALID;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schedule_bottom_half(b);     // defer everything else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BOTTOM HALF -- runs later, interrupts enabled, may sleep.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void disk_bh(struct buf *b)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wakeup(b);                   // wake the waiting process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update_statistics();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maybe_issue_next_request();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Why: a long top half blocks ALL interrupts, including the timer.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Miss enough timer ticks and the clock drifts and scheduling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top half acknowledges and records; everything else is deferred. Linux calls the deferred part softirqs, tasklets, or workqueues.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BLOCK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Scheduling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Requests are queued, merged, and reordered before reaching the device.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Merging: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adjacent requests become one — a large win.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Reordering: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spinning disks, elevator ordering minimised seek time.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On SSDs there is no seek, so this matters far less — and the schedulers changed accordingly.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Modern NVMe: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many deep queues, one per core.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none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often the best scheduler, because the device schedules better than the kernel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 case where the right answer reversed when the hardware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Device registers are not memory: reads have side effects, so accesses need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volatile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barriers, and uncacheable mappings.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Polling burns CPU and has low latency; interrupts are free while waiting and cost entry overhead. Fast devices have swung the answer back to polling.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At very high event rates, interrupts cause livelock. NAPI switches to polling adaptively.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DMA lets the device move data directly, which is why high-throughput I/O is possible — and it creates cache coherence obligations.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Split handlers: the top half acknowledges and records with interrupts off; everything else is deferred to a bottom half that may sleep.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I/O scheduling mattered enormously for seek time and matters far less for SSDs. The right answer changed when the hardware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