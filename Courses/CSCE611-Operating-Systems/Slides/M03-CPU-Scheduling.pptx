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conflict is the point: SJF optimises turnaround and starves long jobs, which destroys fairness.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convoy effect is the most memorable: one long job at the front destroys everyone's turnaround.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rule fixes a specific failure. Walking through what breaks without each one is the clearest way to teach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'infer from behaviour instead of asking' idea generalises far beyond scheduling.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story makes it stick, and the mechanism is genuinely subtle.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CFS is worth explaining: 'run whoever has had least CPU so far' is a very clean fairness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611 — Operating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CPU Scheduling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Deciding who runs, with no idea what will happen next.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611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scheduling objectives and show they conflict.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Analyse FIFO, SJF, round robin, and MLFQ.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MLFQ approximates SJF without knowing job lengths.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priority inversion and inheritance.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how real schedulers handle multicore and fairness.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Objectives that conflict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You cannot optimise all of these at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scheduler could optimise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Definition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Matters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Turnaround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Completion − arrival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Batch jobs, compiles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Response 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First run − arrival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Interactive 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Throughput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Jobs completed per unit time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Servers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Fairness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Each gets a proportional share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Multi-user systems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Predictability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Bounded worst case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Real 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fundamental tension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KEY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Turnaround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wants to run short jobs first — finishing them quickly keeps the average low.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Response time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wants to switch frequently — so everything gets attention soon.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Throughput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wants to switch rarely — every switch costs a cold cache (Module 02).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Fairness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wants everyone to progress — which forbids always preferring short jobs.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No policy wins on all four. Every scheduler is a position taken in this trade, and knowing which position is how you judge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basic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Each fixes the previous one's problem and creates a new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POLICIES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Four policies, four failures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Policy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6148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8756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9729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Fixes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13648" y="1901952"/>
            <a:ext cx="3017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23376" y="19568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Breaks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FIFO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148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7121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First come, first served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8756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9729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Nothing — the baseline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13648" y="2377440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23376" y="24140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Convoy effect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SJF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6148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7121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Shortest job first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8756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729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Optimal turnaround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13648" y="2852928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23376" y="2889504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Needs the future; starves long jobs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STCF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6148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71216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Preemptive SJF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8756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97296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Arrivals mid-run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13648" y="332841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23376" y="3364992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Same two problems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61488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71216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Fixed quantum, rotate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87568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97296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Response time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13648" y="3803904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23376" y="3840480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Worse turnaround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SJF is optimal and unusable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PROBLEM TO SOLVE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Shortest-job-first provably minimises average turnaround time. It is also unimplementable, because it requires knowing how long each job will run — which the kernel cannot know.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And it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starves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a long job never runs while short ones keep arriving.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the real question of this module is: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can we get SJF-like behaviour without knowing the future and without starvation?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answer is yes, by observing the past. That is MLFQ.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Multi-level feedback queues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Learning job behaviour from how it has behaved.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MLFQ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127248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2852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Several queues, each at a different priority.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1. Higher priority runs first.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2. Same priority -&gt; round robin among them.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3. A NEW job starts at the HIGHEST priority.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(optimistic: assume it is short and interactive)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4. A job that uses its ENTIRE quantum drops one level.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(it behaved like a CPU-bound job, so treat it as one)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5. A job that YIELDS before its quantum ends stays put.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(it blocked on I/O -- interactive -- keep it responsive)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6. PERIODICALLY, move every job back to the top.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(prevents starvation; handles jobs that change behaviour)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19379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Rules 4 and 5 infer job type from behaviour. Rule 6 is the aging that stops long jobs starving — and the one people forget.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MLFQ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this approximates SJF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Short and interactive jobs block quickly, so they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stay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at high priority (rule 5).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Long CPU-bound jobs consume full quanta, so they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sink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(rule 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effect: short jobs run first — which is SJF — without ever being told how long anything will take.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Rule 6 (periodic boost) prevents starvation and handles a job that changes character — a compile that becomes interactive.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Without rule 6, long jobs starve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under a steady stream of short 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Gaming the scheduler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ATTACK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A process that issues a trivial I/O operation just before its quantum expires never fully consumes a quantum, so it never drops a level — and monopolises the CPU at top priority.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This is a real attack, and the fix is </a:t>
            </a:r>
            <a:r>
              <a:rPr sz="1900" b="1" i="0">
                <a:solidFill>
                  <a:srgbClr val="141924"/>
                </a:solidFill>
                <a:latin typeface="Georgia"/>
              </a:rPr>
              <a:t>accounting over a window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rather than per quantum: track total CPU time used at a level and demote when the budget is exhausted, regardless of how it was split up.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The general lesson: any scheduler that infers intent from behaviour can be manipulated by faking the behaviour. Measure cumulative resource use, not individual events.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Priority inversion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low-priority task blocking a high-priority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inversion happens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361943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087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LOW  acquires lock L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MED  becomes runnable, preempts LOW   (higher priority)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HIGH becomes runnable, needs lock L -&gt; BLOCKS on LOW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Now: HIGH waits on LOW.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LOW cannot run, because MED keeps preempting it.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MED -- which never touches L -- effectively blocks HIGH.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Priority order is INVERTED. HIGH runs only when MED finishes,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which could be never.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This shut down the Mars Pathfinder rover in 1997. The watchdog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kept resetting the system; the fix was uploaded from Earth.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28487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Pathfinder case is the standard example because the fix — enabling priority inheritance — was deployed remotely to Mars.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Priority inheritance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When HIGH blocks on a lock held by LOW,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temporarily raise LOW to HIGH's priority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LOW now preempts MED, finishes its critical section, releases the lock, and reverts.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HIGH proceeds. The inversion window is bounded by the length of the critical section, not by MED's runtime.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Alternative: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priority ceiling — a lock carries the highest priority of any task that may take it, and the holder is raised immediately on acquisition.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Required in Project 1. Most real-time kernels implement one or the other.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real schedulers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Scheduler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Notable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Linux CFS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Track virtual runtime; run the least-advanced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Fairness without fixed quanta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Linux EEVDF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Latency-aware successor to CFS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Bounded latency guarantees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Windows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Priority with boosts for I/O and foreground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Interactive responsiveness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Real time (EDF)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Earliest deadline first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Provable deadline guarantees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Multicore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Per-CPU run queues, periodic load balancing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Affinity vs balance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Multicore scheduling adds a new trade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AFFINITY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single global run queue means every CPU contends on one lock — a scalability disaster (CSCE 614 Module 11).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each CPU gets its own run queue, with periodic load balancing.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Now a new tension: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cache affinity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says keep a process on the CPU whose cache holds its data;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load balance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says move it to an idle CPU.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Migrating a process costs a cold cache — often more than the idle time it was meant to fill. Real schedulers migrate reluctantly, and NUMA makes the penalty larger still (CSCE 614 Module 07).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Turnaround, response time, throughput, fairness, and predictability conflict. Every scheduler is a position in that trade.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SJF is optimal for turnaround, requires knowing the future, and starves long jobs — so it defines the goal rather than the solution.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MLFQ infers job type from behaviour: jobs that block stay high, jobs that consume quanta sink. That approximates SJF with no foreknowledge.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periodic priority boost is what prevents starvation, and it is the rule people omit.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Any scheduler that infers intent can be gamed. Account for cumulative CPU use, not individual quanta.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Priority inheritance bounds inversion by the critical section length. It is what fixed Mars Pathfinder.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