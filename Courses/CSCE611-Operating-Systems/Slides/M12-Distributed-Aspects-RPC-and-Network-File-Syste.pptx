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the one that breaks everything: you cannot distinguish slow from dead.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clear that exactly-once is a lie at the transport layer saves a lot of confusion about Kafka and friends.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stating that the fallacies are exactly the assumptions RPC transparency invites you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NFS is a clean example of a design choice driven entirely by the failure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AFS's whole-file caching was designed for a campus WAN and the trade shows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Distributed Aspects: RPC and Network File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the operating system's abstractions stop working.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RPC and why it cannot be transparent.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fallacies of distributed computing and their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at-most-once, at-least-once, and exactly-once semantics.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NFS's stateless design and what it buys and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caching and consistency trade-offs in distributed file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Make a remote call look like a local one. It does not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appealing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client stub marshals the arguments, sends them, and blocks.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server unmarshals, calls the real function, and returns the result.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programmer writes what looks like an ordinary function call.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appeal: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distribution becomes invisible.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problem: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distribution is not invisible, and pretending otherwise produces systems that fail in ways nobody designed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a remote call is not a local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86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Local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901952"/>
            <a:ext cx="5577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6" y="19568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Remote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Nanoseconds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37744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4140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Microseconds to seconds — 10⁶× more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Cannot fail independently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852928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889504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 fail without the caller failing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Pointers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32841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364992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Pointers are meaningless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Shared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803904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840480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Everything must be serialised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Caller and callee die together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4279392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315968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Either may die alone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Failure means a crash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3328" y="4754879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3056" y="4791455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Failure may mean 'no answer yet'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fundamental problem: you cannot tell slow from dead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CORE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request goes out. No reply arrives. What happened?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request was lost. Or it arrived and the server is slow. Or it executed and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was lost. Or the server crashed before executing. Or after.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These are indistinguishable from the client.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timeout value resolves them, because any timeout may be too short for a slow server.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Everything difficult about distributed systems descends from this. It is why consensus is hard, why exactly-once delivery is impossible, and why retries need idempotence.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Delivery semantics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options, and one of them is a lie.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retry can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Semantics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At-most-once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Never executed twice; may not execute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 not retry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At-least-once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Executed, possibly many times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Idempotent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operations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Exactly-once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Executed precisely once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Impossible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at the transport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Exactly-once does not exist. Idempotence does.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PEOPLE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cannot guarantee a message is delivered and processed exactly once over an unreliable network. This is a theorem, not an engineering gap.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What systems advertising 'exactly-once' actually do: retry freely (at-least-once) and make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effect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idempotent, usually with a deduplication key.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72" b="0" i="0">
                <a:solidFill>
                  <a:srgbClr val="141924"/>
                </a:solidFill>
                <a:latin typeface="Consolas"/>
              </a:rPr>
              <a:t>transfer(account, +$100)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not idempotent.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set_balance(account, $500)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is.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apply(txn_id, +$100)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duplicate detection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Design the operation to be safely repeatable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delivery problem stops mattering.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FALLACIES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eight fallacies of distributed computing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The network is reliable. — It is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Latency is zero. — It is not, and it is variable.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Bandwidth is infinite. — It is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The network is secure. — It is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Topology does not change. — It does.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There is one administrator. — There is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Transport cost is zero. — Serialisation is expensive.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The network is homogeneous. — It is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Every one of these is an assumption a local call may safely make.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Deutsch and Gosling, 1994. Still entirely accurate.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Network file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problem, applied to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Stateless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NFS server keeps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per-client state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 Every request is self-contained.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No 'open file' on the server — each read carries a file handle and an offset.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crash recovery becomes trivial. A rebooted server just starts answering again; clients retry and notice nothing.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Cost: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 server-side locking or open semantics.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Deleting an open file does not work as it does locally (Module 08).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Every operation must be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idempotent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, because clients retry.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Caching forces a consistency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UNAVOIDABLE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Without client caching, every read is a network round trip — unusably slow.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With caching, a client may read stale data after another client writes.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NFS chose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close-to-open consistency: changes are visible to a client that opens the file after the writer closed it. Weaker than local semantics, and strong enough for most use.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AFS chose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callbacks: the server notifies clients when their cached copy becomes invalid. Stronger, and the server must now keep state — which is exactly what NFS avoided.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There is no option that is both fast and locally-consistent. This is CAP in miniature.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designs, two trades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Server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Tracks client caches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Consistency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Close-to-open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Callbacks — stronger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Crash recovery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Must rebuild callback state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Scalability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fewer round trips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Caching unit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Whole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lessons that generalise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Make operations idempotent.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Then retries are safe and delivery semantics stop mattering.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 not hide the network.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 interface that pretends remote calls are local invites every fallacy.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Decide your consistency model explicitly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write it down. Every distributed system has one, stated or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Design for partial failure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it is the normal case, not an exception.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CSCE 662 and 678 develop all of this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RPC makes a remote call look local, and the differences — latency, independent failure, no shared memory — cannot be hidden.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You cannot distinguish a slow server from a dead one. Every hard problem in distributed systems descends from this.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At-most-once means do not retry; at-least-once requires idempotence; exactly-once is impossible at the transport layer.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Systems claiming exactly-once achieve it by making effects idempotent with deduplication keys, not by delivering once.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NFS is stateless so that crash recovery is trivial, and pays for it with weaker semantics and mandatory idempotence.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Caching forces a consistency choice. NFS chose close-to-open; AFS chose callbacks and had to keep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