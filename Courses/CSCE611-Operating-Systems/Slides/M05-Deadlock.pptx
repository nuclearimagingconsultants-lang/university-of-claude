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row is the one used in practice. The others are theoretically available and usually impractical.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'each function is correct in isolation' point is why deadlocks survive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account-transfer example is the canonical one and appears in real banking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honest that general-purpose OSes use the ostrich algorithm is more useful than pretending otherwise.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lockdep point is important: it finds the bug on a run where the deadlock did not actually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Livelock is the nastiest to diagnose because CPU usage looks healthy.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611 — Operating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Deadlock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Four conditions, and four ways to attack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611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four necessary conditions for deadlock.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Detect deadlock with a wait-for graph.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prevention, avoidance, detection, and the ostrich algorithm.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lock ordering and why it is the practical answer.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deadlock from livelock and starvation.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Four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All four must hold. Break any one and deadlock is impossible.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COFFMAN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four, and how to break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Condition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Break it 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Mutual exclusion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resource is held exclusively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Lock-free structures; immutability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Hold and wait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Hold one, request another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Acquire all at once, or release first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preemption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resource cannot be taken 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Timeouts; rollback; trylock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Circular wait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cycle of waiting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Global lock ordering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DEADLOCK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classic two-lock deadlock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Thread A                    // Thread B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acquire(&amp;lock1);               acquire(&amp;lock2);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acquire(&amp;lock2);   &lt;--------   acquire(&amp;lock1);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// ... work                    // ... work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release(&amp;lock2);               release(&amp;lock1);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release(&amp;lock1);               release(&amp;lock2);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 holds 1, wants 2.  B holds 2, wants 1.  Neither can proceed.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All four conditions present: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mutual exclusion - locks are exclusive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hold and wait    - each holds one and waits for another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no preemption    - neither lock can be taken away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circular wait    - A -&gt; B -&gt;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Both threads are individually correct. The bug exists only in their interaction, which is why code review of one function cannot find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practical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Impose an order on locks and always take them in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Global lock ordering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ACTUALLY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Define a total order on all locks — by address, by a documented hierarchy, by a numbered level — and require that every thread acquires locks in increasing order.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cycle requires some thread to acquire a lower-numbered lock while holding a higher-numbered one. If nobody ever does,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circular wait is impossible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deadlock cannot occur.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costs nothing at run time and is checkable: a debug build can record the highest lock level held per thread and assert on violation. Linux's lockdep does exactly this.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discipline is documenting the order.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 undocumented order is one someone will violate.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ways to apply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1. Order by address -- works when locks have no natural hierarchy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void transfer(Account *a, Account *b, int amount)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Account *first  = (a &lt; b) ? a : b;      // consistent order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Account *second = (a &lt; b) ? b : a;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acquire(&amp;first-&gt;lock);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acquire(&amp;second-&gt;lock);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...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2. Order by level -- when there IS a hierarchy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   filesystem (1) -&gt; inode (2) -&gt; buffer cache (3)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   Never acquire a lower level while holding a higher one.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   Assert it in debug builds.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Ordering by address handles the common case of many interchangeable objects. Ordering by level handles layered subsystems.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other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you do when ordering is not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responses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Prevention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Make a condition structurally impossible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Usually ordering; free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Avoidance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Refuse requests leading to unsafe states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Needs advance knowledge; impractical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Detection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Let it happen; find cycles; recover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Recovery means killing or rolling 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Ostrich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Ignore it; reboot if it happens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Honestly, what most systems 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Banker's algorithm is not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HONEST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Deadlock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avoidance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Banker's algorithm — requires each process to declare in advance the maximum resources it will ever need.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No real program can do this. A process does not know how many file descriptors or locks it will need before it runs.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also costs an O(n²m) safety check on every resource request.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worth knowing as an idea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concept of a safe state is genuinely useful — and it is not used in any general-purpose operating system. Textbooks give it more space than its practical importance warrants.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detection is the right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Databases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use detection, because they can.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 transaction can be rolled back and retried — that machinery already exists.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Build a wait-for graph, find cycles, abort the cheapest victim.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Operating systems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mostly cannot, because killing a process mid-operation leaves inconsistent state.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Debugging tools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use detection: lockdep in Linux, ThreadSanitizer in user space.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They detect </a:t>
            </a:r>
            <a:r>
              <a:rPr sz="1600" b="0" i="1">
                <a:solidFill>
                  <a:srgbClr val="798290"/>
                </a:solidFill>
                <a:latin typeface="Calibri"/>
              </a:rPr>
              <a:t>potential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deadlock from ordering violations even when no deadlock occurred.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Related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everything that stops is deadlock.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DISTINGUISH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ways to make no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Failure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happens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Deadlock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Threads blocked forever in a cycle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Two locks, two threads, opposite order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Livelock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Threads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run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but make no progress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Both back off and retry in lockstep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Starvation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thread never gets a resource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Writer blocked by continuous readers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Livelock looks like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HARDEST TO DIAGNOSE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In deadlock, threads are blocked and CPU use drops to zero — conspicuous, and easy to catch with a debugger.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In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livelock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threads are actively running: acquiring, detecting a conflict, backing off, retrying, conflicting again. CPU use is 100% and nothing is accomplished.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classic cause is a symmetric retry: both threads detect the conflict at the same moment, both release, both retry immediately, and the cycle repeats indefinitely.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Fix: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randomised exponential backoff — break the symmetry. The same fix as Ethernet collision handling, for exactly the same reason.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Avoiding deadlock in real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Define a lock order and write it down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 the file that defines the locks.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Hold as few locks as possible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for as short a time as possible.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Never call unknown code while holding a lock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callback or a virtual method may acquire anything.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</a:t>
            </a:r>
            <a:r>
              <a:rPr sz="1656" b="1" i="0">
                <a:solidFill>
                  <a:srgbClr val="3C4555"/>
                </a:solidFill>
                <a:latin typeface="Consolas"/>
              </a:rPr>
              <a:t>trylock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 with backoff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where ordering is genuinely impossible.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Enable lockdep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(kernel) or ThreadSanitizer (user space) in test builds. They find ordering violations without needing the deadlock to occur.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callback rule catches a large fraction of real deadlocks.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Deadlock requires all four Coffman conditions. Breaking any one makes it impossible.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Global lock ordering breaks circular wait, costs nothing at run time, and is the answer used in practice.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Order by address when locks are interchangeable; by documented level when there is a hierarchy.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Banker's algorithm needs advance knowledge no real program has. Know the idea; do not expect to use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Databases detect and roll back because that machinery exists. Operating systems largely use the ostrich algorithm and are honest about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Livelock burns CPU while making no progress. Break the symmetry with randomised backoff.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