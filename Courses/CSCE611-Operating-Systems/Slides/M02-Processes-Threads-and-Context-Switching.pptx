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per-process kernel stack is the one students miss. Without it, a blocked syscall could not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zombie explanation ('the exit status must outlive the process') clears up a perennial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'called in A, returns in B' framing is what makes this click. It is genuinely strange the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TLB flush difference is the quantitative reason threads are cheaper, and it comes straight from CSCE 614 Module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Goroutines being 'N:M done right because the runtime owns the I/O' is the honest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clearest example in the course of an interface decision paying off in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scheduling quanta are milliseconds, not microseconds — the switch must be amortised.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Processes, Threads, and Context Switching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illusion of having the machine to 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a process's state and where the kernel keeps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context switch and explain each saved register.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processes from threads and state what each shares.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fork, exec, and why they are separate calls.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Quantify context switch cost, including the indirect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process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program in execution, plus everything needed to resume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PROCESS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kernel must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PC, SP, general purpose,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Trapframe / context struct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Address space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 table root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PCB; installed on switch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Open 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File descriptor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PCB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Kernel stack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Per-process, for syscalls and traps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Allocated at creation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Scheduling state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Priority, run time, state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PCB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Identity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PID, parent, UID, working directory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16367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6095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PCB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process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RUNNING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currently on a CPU.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RUNNABLE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ready, waiting for a CPU.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SLEEPING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waiting for an event (I/O, a lock, a child).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ZOMBIE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exited, but the parent has not collected the exit status.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transition that matters: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RUNNING → SLEEPING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voluntary (a blocking call);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RUNNING → RUNNABLE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involuntary (preemption).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Zombies exist so a parent can always read a child's exit status, whenever it gets around to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function that returns into a different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CONTEXT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strangest function you will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swtch(old_context*, new_context*)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Save callee-saved registers into *old, load them from *new.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Caller-saved registers are already on the stack by convention.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swtch: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sd ra,  0(a0)        # save return address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sd sp,  8(a0)        # save stack pointer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sd s0, 16(a0)        # ... callee-saved registers s0-s11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ld ra,  0(a1)        # load the NEW process's return address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ld sp,  8(a1)        # load the NEW process's stack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ld s0, 16(a1)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ret                  # returns to where the NEW process left off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You called it from process A. It returns in process B.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The `ret` uses the ra that was just loaded from the new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Only callee-saved registers need saving — the calling convention guarantees the rest were already spilled by whoever called swtch.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scheduler runs on its own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THAT AVOIDS A PARADOX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process cannot switch directly to another process. It would have to run on its own stack while tearing that stack down.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xv6 switches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process → scheduler → process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Each CPU has a dedicated scheduler context with its own stack.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process calls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swtch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into the scheduler; the scheduler picks the next runnable process and calls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swtch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into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Two switches instead of one, and the scheduler always has a valid stack to run on. Every real kernel does something equivalent.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mechanism, sharing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Process and thread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Processes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Separate address spaces.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Communication via IPC: pipes, sockets, shared memory.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crash kills one process only.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Switch costs a page table change → TLB flush.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Isolation by default.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Share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the address space, file descriptors, signal handlers.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Communication by just writing to memory.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crash takes down the whole process.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Switch keeps the page table → no TLB flush.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Cheap, and no isolation at 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threads are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Kernel threads (1:1).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kernel schedules each one. True parallelism; syscall cost per switch. (Linux, Windows.)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User threads (N:1).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library multiplexes many onto one kernel thread. Very cheap switches;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one blocking call blocks all of them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no multicore parallelism.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Hybrid (M:N).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Attempted repeatedly; the complexity rarely paid off.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Modern answer: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green threads / coroutines over an async runtime — Go goroutines, Rust async, virtual threads. N:1 with non-blocking I/O underneath.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fork and exec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unusual design that turns out to be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FORK/EXEC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calls where one would seem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pid_t pid = fork();           // duplicate the calling process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if (pid == 0)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child: a copy of the parent, with pid == 0 returned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close(1); open("out.txt", O_WRONLY|O_CREAT);  // redirect stdout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execv("/bin/ls", argv);   // REPLACE the program, keep the process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only reached if exec failed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 else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wait(&amp;status);            // parent collects the child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Why two calls? The gap between them is where the shell sets up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redirection, pipes, signal handling, and resource limits --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in the child, using ordinary code, with no special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combined spawn() would need a parameter for every possible adjustment. fork/exec lets you make them with ordinary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Copy-on-write makes fork cheap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IMPLEMENTATION TRICK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Copying a parent's entire address space would make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fork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absurdly expensive — and most of that copy is thrown away immediately by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exec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So: do not copy. Map the same physical pages into both, mark them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read-only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both page tables, and increment a reference 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On the first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write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 hardware raises a page fault. The kernel copies that one page, makes the copy writable, and resumes.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Only pages actually modified are ever copied.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fork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+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exec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copies almost nothing. This is Project 2's requirement and a direct use of CSCE 614 Module 07.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context switch actually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Magnitude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 (save/restore)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~1–2 μs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Registers, scheduler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TLB flush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Significant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 table change; CSCE 614 Mod 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Cold cache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876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849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Often dominant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new process's data is not in cache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Branch predictor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876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849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History is now wrong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process is a program plus everything needed to resume it: registers, address space, open files, kernel stack, and scheduling state.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context switch saves callee-saved registers and returns into a different process — called in A, returning in B.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Switching goes process → scheduler → process, because the scheduler needs its own stack to run 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Threads share the address space, so switching avoids a TLB flush. That is the quantitative reason they are cheaper.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fork and exec are separate so the gap between them can be used for redirection and setup with ordinary code.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Copy-on-write makes fork cheap: share pages read-only and copy only on the first 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