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correction asks for a qualifier the claim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Unobservable truth is what the three courses actually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Claiming a Mechanism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solution concept, the agent model, and the impossibility you chose.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13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 mechanism claim must specify.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Identify the standard overclaims.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a manipulation claim needs an exhibit.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Place this course in the semester and the program.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Evaluate a deployed mechanism.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a claim must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things, and most claims name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mechanism claim names a solution concept, a model of the agents, and the impossibility it lives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solution concept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dominant strategy, Bayes-Nash, or ex-post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they assume wildly different things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about what agents know (Module 02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agent model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agents know their own values, compute best responses, do not collude, and have no outside interests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four assumptions, each of which fails somewhere.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impossibility it lives with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 mechanism gives something up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06 §4, 10 §3)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naming which is what makes a design defensible rather than merely described.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benchmark and the approximation ratio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where the allocation is approximate (Module 08)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ratio without a stated optimum is not a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OVERCLAIMS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standard overclaims, corrected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901952"/>
            <a:ext cx="6217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9568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incentive compatible'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2377440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24140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 which solution concept, under what agent model?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strategy-proof'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2852928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889504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For which side? (M09 §2)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optimal'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3328416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3364992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For which objective — welfare, revenue, fairness?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fair'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803904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840480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Which fairness notion? (M11 §1)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'Agents will play the equilibrium'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7408" y="4279392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15968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Which one, and can they compute it? (M03, M12)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'It is manipulable'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07408" y="4754879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17136" y="4791455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Show the manipulation (Part 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Manipulations need exhibits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In both directions.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'It is manipulable' without a specific profitable misreport is not a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STANDARD OF EVIDENCE THIS COURSE ASKS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Gibbard-Satterthwaite already tells you almost everything is manipulable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10 §3)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general claim carries no information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not worth making.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What is informative is: which agent, what true preferences, what misreport, and how much it gains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four things, and that is an exhibit somebody can check.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what distinguishes a serious criticism from a gesture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mechanism that is manipulable only with full knowledge of everybody else's reports is practically quite different from one manipulable by a simple rule.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Project 2 requires a concrete manipulation or a proof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proof is easier to produce than a convincing exhibit.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semester and the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this course sits.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SEMESTER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Three courses, one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1031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Course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1901952"/>
            <a:ext cx="32004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9776" y="19568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Who sets the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0448" y="1901952"/>
            <a:ext cx="4754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0176" y="19568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adaptation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640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2377440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776" y="24140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Physics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70448" y="237744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0176" y="24140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Design within a gate set and a measurement rule you cannot 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1031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628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70048" y="2852928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9776" y="2889504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70448" y="2852928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889504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Validate by controls, because no ground truth is available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717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3328416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3364992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Strategic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328416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3364992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Make honesty optimal, because you cannot observe the truth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Evaluating a deployed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In about ten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questions,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is the designer's objective?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is it the one you assumed?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A revenue-maximising auction is deliberately inefficient (Module 07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is reported, and what is the incentive to misreport?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01 §2) — which is the first thing to ask of any system.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solution concept, and can agents reach it?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(Modules 03 and 12).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impossibility is it living with, and is that the right one to give up here?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(Modules 06 §4, 10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what happens with collusion, false identities, and repeated play?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three things the single-shot model omits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and that practice does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Collusion, false identities, and repetition are the three things the model omits and practice does not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they are where deployed mechanisms actually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this course leaves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 can recognise a strategic input when you see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01)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single most transferable thing 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applies to systems you build that have nothing to do with auctions.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 can measure what decentralisation costs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decide whether to intervene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decision engineers make constantly by instinct.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you can design a mechanism, name its guarantee precisely, and name what it gives up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06 to 11)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engineering skill this course is for.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closing rule is the program's: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state what you measured, state what you assumed, and never claim more than you established.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Here it is the solution concept, the agent model, and the impossibility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'incentive compatible' is a claim about a model of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mechanism claim names a solution concept, an agent model, and the impossibility it lives with.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'It is optimal' hides the most: efficiency, revenue, and fairness are different objectives with different optimal mechanisms.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'It is manipulable' without a specific profitable misreport carries no information, since almost everything is manipulable.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An informative manipulation names the agent, the true preferences, the misreport, and the gain.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Collusion, false identities, and repetition are the three things the model omits and practice does not.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In all three Semester 12 courses the true state is unobservable and the model is not yours to choose.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