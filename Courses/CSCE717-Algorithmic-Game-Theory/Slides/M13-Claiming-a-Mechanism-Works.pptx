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correction asks for a qualifier the claim omitted.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Unobservable truth is what the three courses actually share.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717 — Algorithmic Game Theory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Claiming a Mechanism Works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The solution concept, the agent model, and the impossibility you chose.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717 · Module 13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what a mechanism claim must specify.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Identify the standard overclaims.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a manipulation claim needs an exhibit.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Place this course in the semester and the program.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Evaluate a deployed mechanism.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717 · Algorithmic Game Theory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What a claim must name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Three things, and most claims name 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717 · Algorithmic Game Theory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mechanism claim names a solution concept, a model of the agents, and the impossibility it lives with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HONEST READING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solution concept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dominant strategy, Bayes-Nash, or ex-post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because they assume wildly different things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about what agents know (Module 02 §2).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agent model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that agents know their own values, compute best responses, do not collude, and have no outside interests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four assumptions, each of which fails somewhere.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impossibility it lives with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every mechanism gives something up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(Modules 06 §4, 10 §3)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naming which is what makes a design defensible rather than merely described.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Plus the benchmark and the approximation ratio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where the allocation is approximate (Module 08) — because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ratio without a stated optimum is not a number.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717 · Algorithmic Game Theory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OVERCLAIMS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standard overclaims, corrected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38404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The claim</a:t>
            </a:r>
          </a:p>
        </p:txBody>
      </p:sp>
      <p:sp>
        <p:nvSpPr>
          <p:cNvPr id="8" name="Rectangle 7"/>
          <p:cNvSpPr/>
          <p:nvPr/>
        </p:nvSpPr>
        <p:spPr>
          <a:xfrm>
            <a:off x="4407408" y="1901952"/>
            <a:ext cx="62179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17136" y="1956816"/>
            <a:ext cx="59984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The correction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377440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4140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'It is incentive compatible'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07408" y="2377440"/>
            <a:ext cx="6217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7136" y="2414016"/>
            <a:ext cx="59984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In which solution concept, under what agent model?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852928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889504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'It is strategy-proof'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07408" y="2852928"/>
            <a:ext cx="6217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17136" y="2889504"/>
            <a:ext cx="59984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For which side? (M09 §2)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328416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364992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'It is optimal'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07408" y="3328416"/>
            <a:ext cx="6217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17136" y="3364992"/>
            <a:ext cx="59984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For which objective — welfare, revenue, fairness?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803904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840480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'It is fair'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07408" y="3803904"/>
            <a:ext cx="6217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17136" y="3840480"/>
            <a:ext cx="59984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Which fairness notion? (M11 §1)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279392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4315968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'Agents will play the equilibrium'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07408" y="4279392"/>
            <a:ext cx="6217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17136" y="4315968"/>
            <a:ext cx="59984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Which one, and can they compute it? (M03, M12)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4754879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4791455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'It is manipulable'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07408" y="4754879"/>
            <a:ext cx="6217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17136" y="4791455"/>
            <a:ext cx="59984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Show the manipulation (Part 2)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717 · Algorithmic Game Theory  —  Module 13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Manipulations need exhibits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In both directions.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717 · Algorithmic Game Theory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'It is manipulable' without a specific profitable misreport is not a finding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STANDARD OF EVIDENCE THIS COURSE ASKS FOR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Gibbard-Satterthwaite already tells you almost everything is manipulable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10 §3)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so the general claim carries no information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is not worth making.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What is informative is: which agent, what true preferences, what misreport, and how much it gains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four things, and that is an exhibit somebody can check.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is what distinguishes a serious criticism from a gesture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mechanism that is manipulable only with full knowledge of everybody else's reports is practically quite different from one manipulable by a simple rule.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why Project 2 requires a concrete manipulation or a proof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the proof is easier to produce than a convincing exhibit.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717 · Algorithmic Game Theory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semester and the program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Where this course sits.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717 · Algorithmic Game Theory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SEMESTER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Three courses, one shape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1031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Course</a:t>
            </a:r>
          </a:p>
        </p:txBody>
      </p:sp>
      <p:sp>
        <p:nvSpPr>
          <p:cNvPr id="8" name="Rectangle 7"/>
          <p:cNvSpPr/>
          <p:nvPr/>
        </p:nvSpPr>
        <p:spPr>
          <a:xfrm>
            <a:off x="2670048" y="1901952"/>
            <a:ext cx="32004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79776" y="1956816"/>
            <a:ext cx="2980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Who sets the rules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70448" y="1901952"/>
            <a:ext cx="47548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80176" y="1956816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The adaptation required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CSCE 640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70048" y="2377440"/>
            <a:ext cx="3200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79776" y="2414016"/>
            <a:ext cx="2980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Physics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70448" y="2377440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80176" y="2414016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Design within a gate set and a measurement rule you cannot change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103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CSCE 628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70048" y="2852928"/>
            <a:ext cx="32004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79776" y="2889504"/>
            <a:ext cx="2980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Biology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70448" y="2852928"/>
            <a:ext cx="4754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80176" y="2889504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Validate by controls, because no ground truth is available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CSCE 717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70048" y="3328416"/>
            <a:ext cx="3200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79776" y="3364992"/>
            <a:ext cx="2980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Strategic agents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70448" y="3328416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80176" y="3364992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Make honesty optimal, because you cannot observe the truth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717 · Algorithmic Game Theory  —  Module 13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Evaluating a deployed mechanism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In about ten minutes.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717 · Algorithmic Game Theory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questions, in order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What is the designer's objective?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is it the one you assumed?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A revenue-maximising auction is deliberately inefficient (Module 07 §3).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What is reported, and what is the incentive to misreport?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(Module 01 §2) — which is the first thing to ask of any system.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Which solution concept, and can agents reach it?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(Modules 03 and 12).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Which impossibility is it living with, and is that the right one to give up here?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(Modules 06 §4, 10 §3).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what happens with collusion, false identities, and repeated play?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three things the single-shot model omits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and that practice does not.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Collusion, false identities, and repetition are the three things the model omits and practice does not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and they are where deployed mechanisms actually fail.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717 · Algorithmic Game Theory  —  Module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Where this course leaves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You can recognise a strategic input when you see one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01)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the single most transferable thing here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applies to systems you build that have nothing to do with auctions.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You can measure what decentralisation costs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04)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decide whether to intervene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a decision engineers make constantly by instinct.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you can design a mechanism, name its guarantee precisely, and name what it gives up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(Modules 06 to 11)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the engineering skill this course is for.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closing rule is the program's: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state what you measured, state what you assumed, and never claim more than you established.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Here it is the solution concept, the agent model, and the impossibility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because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'incentive compatible' is a claim about a model of people.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717 · Algorithmic Game Theory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 mechanism claim names a solution concept, an agent model, and the impossibility it lives with.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'It is optimal' hides the most: efficiency, revenue, and fairness are different objectives with different optimal mechanisms.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'It is manipulable' without a specific profitable misreport carries no information, since almost everything is manipulable.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An informative manipulation names the agent, the true preferences, the misreport, and the gain.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Collusion, false identities, and repetition are the three things the model omits and practice does not.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In all three Semester 12 courses the true state is unobservable and the model is not yours to choose.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717 · Algorithmic Game Theory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