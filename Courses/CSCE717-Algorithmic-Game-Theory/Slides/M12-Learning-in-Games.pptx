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computable concept is the one that is actually reached. That is not a coincidence.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Learning in Games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adaptive agents actually reach.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no-regret learning and its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no-regret dynamics converge to.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that answers Module 03's objection.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best-response dynamics and when they converge.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Simulate learning agents against a mechanism.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No-regret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guarantee that needs no model of the opponent.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algorithm has no regret if its average payoff approaches that of the best fixed action in hindsight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WHY IT IS THE RIGHT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Regret is the gap between what you got and what the single best fixed action would have got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chosen with hindsight over the whole 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no-regret means that gap goes to zero per round as the horizon grows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achievable, by multiplicative weights and its relatives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658 §11, CSCE 669 §09).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Crucially it requires no assumption about the environment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other players may be adversarial, adaptive, or irrational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guarantee still holds.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it a far more defensible behavioural assumption than equilibrium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says agents are not persistently leaving money on the 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modest and plausible.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converges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To something, and the something is interesting.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no-regret play reaches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if all players use no-regret algorithms, the empirical distribution of play converges to the set of coarse correlated equilibria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Not to Nash. A weaker and larger set — and one that is computable by linear programming, unlike Nash.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with a stronger (swap-regret) guarantee: correlated equilibria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Still weaker than Nash, still computable, and still reached by simple adaptive agents.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in zero-sum games: the time-averaged play approaches the minimax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recovers the Nash prediction in exactly the case where Nash is computable (Module 03 §4).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Simple adaptive agents reach correlated equilibrium, which is computable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while Nash, which they do not reach, is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answers Module 03's objection rather than evading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MODULE MATTERS FOR THE WHOLE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03 said computing Nash is intractable, so predicting it is unjustified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this module says agents reach a different concept, which is tractable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reach it by simple means.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prediction is rescued by weakening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right move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more honest than assuming agents solve a PPAD-complete problem overnight.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Module 04 §3's smoothness bounds apply to the no-regret outcomes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price of anarchy guarantees survive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result that ties the course together.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analysis half of this course rests on learning rather than on equilibrium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reorientation worth stating plainly, and one the field made deliberately.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Best response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Simpler, and with weaker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other natural process, and when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Each agent in turn switches to its best response to the current profile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obvious thing to simulate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is what Project 1 uses.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converges in potential games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05 §2)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because the potential strictly decreases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that is the main positive case.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can cycle forever in general games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rock-paper-scissors is the two-line example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nothing stops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Plus the order of play matters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simultaneous updates can oscillate where sequential ones converge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an implementation detail with real consequences.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So: use it where a potential function exists, and use no-regret otherwise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a clean practical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Simultaneous updates can oscillate where sequential ones converge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 implementation detail that changes the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To test a mechanism you designed.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Simulate learning agents against your mechanism, because honest agents will not tell you much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mechanism tested with agents who report truthfully tests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truthfulness was the property you were trying to establish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assuming it begs the question.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run no-regret or best-response learners against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see what they find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Project 2's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the cheapest attack available.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compare the outcome to the honest-agent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gap is what strategic behaviour costs your design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measured rather than assumed.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course's version of CSCE 628 §13's negative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test the system under conditions where it might fail, and report what happened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whatever it was.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No-regret requires no assumption about the environment, so the guarantee holds against adversarial or irrational opponents.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is a far more defensible behavioural assumption than equilibrium: agents are not persistently leaving money on the table.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No-regret play converges to correlated equilibria, not to Nash — a weaker, larger, and computable set.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computable concept is the one that is actually reached, which is not a coincidence.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price of anarchy bounds survive, because smoothness arguments apply to no-regret outcomes.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mechanism tested with honest agents tests nothing, because truthfulness was what you were establishing.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