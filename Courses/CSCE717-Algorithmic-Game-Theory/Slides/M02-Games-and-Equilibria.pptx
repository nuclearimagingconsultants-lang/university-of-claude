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assumption column is why dominant strategies are the design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caveats structure the next three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Games and Equilibria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solution concepts, and what Nash's theorem does not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game in normal 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dominance, Nash, and the relations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Nash's theorem precisely and its three caveats.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mixed strategies and what they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small games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game is three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Players, strategies, payoffs — and every modelling decision is in the payoffs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WHERE THE CONTENT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normal-form game is a set of players, a strategy set per player, and a payoff function from strategy profiles to a number per player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objects.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payoffs encode everything you believe about what the agents want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modelling step, and is where most disagreements about a game-theoretic analysis actually live.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'the prisoner's dilemma shows cooperation is irrational' is a claim about a payoff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about people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matrix was chosen.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course's first caution: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argue about the payoffs before arguing about the equilibrium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equilibrium follows mechanically and the payoffs do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Solution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decreasing order of how much they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concept predicts, and what it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assumes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Dominant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regardless of others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Rare and ideal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Iterated dominance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Remove dominated, repeat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Common knowledge of rationality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Pure Nash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single player gains by deviating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 beliefs. May not exist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Mixed Nash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Same, over randomised strategies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 beliefs. Always exists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Correlated equilibrium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Obey a shared 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coordinating device (M12)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Nash equilibrium assumes agents have correct beliefs about each other, which is a 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CONCEPT ACTUALLY REQUIRES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Nash equilibrium is a profile where nobody gains by deviating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presupposes each agent correctly anticipates the others' strategies.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a consistency condition rather than a prediction of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says what is stable, not how anybody gets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12's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games may have many equilibria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principle within the concept selecting among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serious limitation for anybody wanting a prediction.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course prefers dominant strategies where it can get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require no belief about anybody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mechanism that relies on correct mutual beliefs is relying on a 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Nash's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precisely, with the three things it does not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NASH 1950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theorem, and its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Every finite game has at least one mixed Nash equilibrium.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Finitely many players, finitely many strategies each. Proved by a fixed-point argument, which is why Module 03's complexity result has the shape it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It does not say the equilibrium is unique, or good,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or that agents will find it, or that it can be computed efficiently. All four are separate questions, and three of them have discouraging answers.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mixed means randomising, which has to be interpreted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As deliberate randomisation, as a population frequency, or as other players' uncertainty — three readings, and the right one depends on the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Existence is not uniqueness, quality, reachability, or computability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last three are Modules 03, 04, and 12.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analytical habits worth having.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analyse a small game,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Look for dominant strategies first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one exists the analysis is finished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no belief assumptions are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iterated removal of dominated strategies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often shrinks the game dramatically and sometimes solves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pure Nash by inspection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 every cell against both players' deviations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mechanical and catches errors.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mixed, by making the opponent indifferent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standard trick and is worth deriving once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memorising.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then ask whether the payoffs were right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1), which is the step that is never taken and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 a mixed equilibrium each player randomises so as to make the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other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 indifferent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counterintuitive and is the key to computing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solution concept is a modelling choice, which should be named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equilibrium of this game is X' means 'under this solution concept, with these payoffs'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both qualifiers do real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matters because the concepts disagree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game can have a unique correlated equilibrium and several Nash equilibria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predictions differ.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name the concept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you would name a statistical model — which is CSCE 628 §13's methods discipline in a theoretical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prefer the concept with the weakest assumptions that still answers your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almost always dominant strategies when you are the designer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game is players, strategies, and payoffs — and every modelling decision is in the payoffs.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Argue about the payoffs before arguing about the equilibrium, because the equilibrium follows mechanically.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dominant strategy equilibrium needs no assumption about what others do, which is why mechanism design aims for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Nash equilibrium is a consistency condition rather than a prediction of behaviour.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Existence is not uniqueness, quality, reachability, or computability — and the last three are the next modules.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a mixed equilibrium each player randomises so as to make the other indifferent.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