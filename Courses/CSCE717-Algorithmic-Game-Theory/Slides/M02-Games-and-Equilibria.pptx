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assumption column is why dominant strategies are the design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caveats structure the next three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Games and Equilibria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solution concepts, and what Nash's theorem does not promise.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02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a game in normal form.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dominance, Nash, and the relations between them.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Nash's theorem precisely and its three caveats.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mixed strategies and what they model.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Analyse small games correctly.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objects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game is three things.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Players, strategies, payoffs — and every modelling decision is in the payoffs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DEFINITION, AND WHERE THE CONTENT HIDES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normal-form game is a set of players, a strategy set per player, and a payoff function from strategy profiles to a number per player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three objects.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payoffs encode everything you believe about what the agents want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modelling step, and is where most disagreements about a game-theoretic analysis actually live.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'the prisoner's dilemma shows cooperation is irrational' is a claim about a payoff matrix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not about people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matrix was chosen.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this course's first caution: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argue about the payoffs before arguing about the equilibrium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the equilibrium follows mechanically and the payoffs do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Solution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In decreasing order of how much they assume.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each concept predicts, and what it requires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7432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985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1901952"/>
            <a:ext cx="34747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0336" y="1956816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assumes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Dominant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Best regardless of others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2377440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0336" y="2414016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Nothing. Rare and ideal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Iterated dominance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Remove dominated, repeat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0608" y="2852928"/>
            <a:ext cx="34747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2889504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Common knowledge of rationality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Pure Nash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985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 single player gains by deviating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3328416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0336" y="3364992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Correct beliefs. May not exist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Mixed Nash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012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1985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Same, over randomised strategies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50608" y="3803904"/>
            <a:ext cx="34747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0336" y="3840480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Correct beliefs. Always exists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Correlated equilibrium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8" y="4279392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4315968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Obey a shared signal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50608" y="4279392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60336" y="4315968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 coordinating device (M12)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Nash equilibrium assumes agents have correct beliefs about each other, which is a 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WHAT THE CONCEPT ACTUALLY REQUIRES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Nash equilibrium is a profile where nobody gains by deviating alone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presupposes each agent correctly anticipates the others' strategies.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it is a consistency condition rather than a prediction of behaviour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says what is stable, not how anybody gets there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Module 12's question.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games may have many equilibria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with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 principle within the concept selecting among them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a serious limitation for anybody wanting a prediction.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this course prefers dominant strategies where it can get them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they require no belief about anybody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a mechanism that relies on correct mutual beliefs is relying on a lot.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Nash's theorem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Stated precisely, with the three things it does not say.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NASH 1950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theorem, and its caveats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Every finite game has at least one mixed Nash equilibrium.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Finitely many players, finitely many strategies each. Proved by a fixed-point argument, which is why Module 03's complexity result has the shape it does.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It does not say the equilibrium is unique, or good,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or that agents will find it, or that it can be computed efficiently. All four are separate questions, and three of them have discouraging answers.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and mixed means randomising, which has to be interpreted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As deliberate randomisation, as a population frequency, or as other players' uncertainty — three readings, and the right one depends on the application.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Existence is not uniqueness, quality, reachability, or computability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and the last three are Modules 03, 04, and 12.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Reading a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analytical habits worth having.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How to analyse a small game, in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Look for dominant strategies first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if one exists the analysis is finished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no belief assumptions are needed.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Then iterated removal of dominated strategies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which often shrinks the game dramatically and sometimes solves it.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Then pure Nash by inspection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check every cell against both players' deviations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mechanical and catches errors.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Then mixed, by making the opponent indifferent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the standard trick and is worth deriving once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rather than memorising.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then ask whether the payoffs were right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(Part 1), which is the step that is never taken and matters most.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In a mixed equilibrium each player randomises so as to make the </a:t>
            </a:r>
            <a:r>
              <a:rPr sz="1050" b="1" i="1">
                <a:solidFill>
                  <a:srgbClr val="798290"/>
                </a:solidFill>
                <a:latin typeface="Calibri"/>
              </a:rPr>
              <a:t>other</a:t>
            </a:r>
            <a:r>
              <a:rPr sz="1050" b="1" i="1">
                <a:solidFill>
                  <a:srgbClr val="798290"/>
                </a:solidFill>
                <a:latin typeface="Calibri"/>
              </a:rPr>
              <a:t> indifferent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counterintuitive and is the key to computing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a solution concept is a modelling choice, which should be named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'The equilibrium of this game is X' means 'under this solution concept, with these payoffs'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both qualifiers do real work.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matters because the concepts disagree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game can have a unique correlated equilibrium and several Nash equilibria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predictions differ.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name the concept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as you would name a statistical model — which is CSCE 628 §13's methods discipline in a theoretical setting.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prefer the concept with the weakest assumptions that still answers your question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almost always dominant strategies when you are the designer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game is players, strategies, and payoffs — and every modelling decision is in the payoffs.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Argue about the payoffs before arguing about the equilibrium, because the equilibrium follows mechanically.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 dominant strategy equilibrium needs no assumption about what others do, which is why mechanism design aims for 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Nash equilibrium is a consistency condition rather than a prediction of behaviour.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Existence is not uniqueness, quality, reachability, or computability — and the last three are the next modules.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In a mixed equilibrium each player randomises so as to make the other indifferent.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