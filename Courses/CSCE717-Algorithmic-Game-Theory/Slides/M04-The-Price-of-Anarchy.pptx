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ratio you want depends on whether you can coordinate the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717 — Algorithmic Game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The Price of Anarchy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selfish behaviour costs, measured.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717 · Module 04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the price of anarchy and the price of stability.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Compute both for small examples.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smoothness framework.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routing bound and its conditions.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the measure to decide whether to intervene.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ratio, and the choice of which equilibrium matters.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Two ratios, and the difference between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price of anarchy = (worst equilibrium cost) / (optimal cost)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guarantee: however badly the agents coordinate, the outcome is no worse than this factor.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price of stability = (best equilibrium cost) / (optimal cost)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best you could hope for if you could suggest an equilibrium. Relevant when a designer can propose a starting point.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both ≥ 1, and both depend on the solution concept 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price of anarchy over mixed equilibria may exceed the one over pure equilibria, since there are more of them.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Price of anarchy is a worst case over equilibria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so it is a guarantee — and price of stability is a best case, so it is an aspiration.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it turns a qualitative complaint into a number, which is why the measure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THE FRAMEWORK CONTRIBUTED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'Selfish behaviour is inefficient' was known and was not actionable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'selfish routing costs at most 33% more with linear latencies' is a bound you can design against.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measure converts a general worry into an engineering quantity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this semester's recurring move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679 §02's channel ranking, CSCE 632 §13's measurement).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 small price of anarchy is a licence to do nothing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the equilibrium is within a few percent of optimal, centralised control is not worth its cost.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practical use of the concept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tells you when to intervene and when the decentralised system is already good enough.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the ratio is small and where it is unbounded.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range, which is wide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PIGOU'S EXAMPLE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two parallel roads, unit traffic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road 1: latency 1, regardless of load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road 2: latency = x, the fraction using it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equilibrium: everyone takes road 2 (always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 at most 1), total cost 1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optimum: split half and half, total cost 3/4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price of anarchy = 4/3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AND WITH NONLINEAR LATENCY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replace x with x^d and the ratio grows without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bound as d grows. The bound DEPENDS ON THE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CLASS OF LATENCY FUNCTIONS.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LOAD BALANCING, identical machines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price of anarchy is small and constant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AND UNBOUNDED CASES EXIST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some network design and scheduling games have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equilibria arbitrarily worse than optimal,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which is the case for intervening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bound depends on the class of latency functions allowed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the condition most often dropped when the 33% figure is quoted.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Smoothness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technique that made the bounds general.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smoothness argument bounds the price of anarchy without analysing the equilibrium at 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FRAMEWORK IS ELEGANT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the game satisfies an inequality relating any outcome to the optimum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roughly, that deviating toward the optimum does not cost too much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bound follows mechanically.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bound then applies to every equilibrium concept that satisfies the deviation condition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pure Nash, mixed Nash, correlated, and the outcomes of no-regret learning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12 §3).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remarkable part: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one inequality, proved once about the game, bounds a whole family of behaviours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including ones you did not analyse.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means the bound survives agents who do not play equilibrium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answers Module 03's objection directly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is why the framework mattered.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Using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To decide whether to build the centralised 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questions, for a real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What is the benchmark?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'optimal' means optimal for a stated objective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the objective is a design choice (total cost, maximum cost, fairness).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equilibrium concept?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does the bound hold for the behaviour you actually expect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(Part 3's answer is often yes).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What class of cost functions?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is where the bound comes from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(Part 2), and is the condition that gets dropped.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Is the worst case the relevant case?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bad worst case with good typical behaviour may not justify intervention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Project 1 measures.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what would the centralised alternative actually cost?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in latency, in trust, and in the incentive to misreport to the coordinator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01).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centralised alternative has its own incentive problem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agents report to the coordinator, and now the coordinator's input is strategic too.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honest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price of anarchy is frequently small, which is genuinely good news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decentralised systems are often nearly optimal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that is worth knowing before building a coordinator.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where it is large, the measure tells you how much a fix is worth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bounds the budget for the intervention.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Plus the bounds are worst case over instances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a measured distribution on your actual instances is more useful than the theorem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(Project 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this module's version of the program's rule: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name the benchmark, the concept, and the function class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a ratio quoted without all three is not a number.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717 · Algorithmic Game Theory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Price of anarchy is a worst case over equilibria, so it is a guarantee; price of stability is a best case, so it is an aspiration.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measure converts a general worry into an engineering quantity you can design against.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small price of anarchy is a licence to do nothing, which is its most useful practical consequence.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bound depends on the class of cost functions allowed, which is the condition most often dropped.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 smoothness argument bounds a whole family of behaviours, including ones you did not analyse.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centralised alternative has its own incentive problem, because now the coordinator's input is strategic.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717 · Algorithmic Game Theory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