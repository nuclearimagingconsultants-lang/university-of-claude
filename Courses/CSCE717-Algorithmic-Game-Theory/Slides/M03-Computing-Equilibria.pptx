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Two-player zero-sum is in P; general two-player is PPAD-complete. That contrast is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717 — Algorithmic Game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Computing Equilibria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Existence without an algorithm, and a complexity class built for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717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fixed-point existence gives no algorithm.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PPAD and explain what makes it the right class.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hardness of computing Nash equilibria.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the hardness means for prediction.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 tractable special cases.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Existence without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gap this course takes seriously.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Nash's proof is a fixed-point argument, which establishes existence and provides no way to find the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GAP, AND WHY IT MATTERS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Brouwer's theorem says a continuous map of a ball to itself has a fixed point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proof is non-constructive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familiar situation in mathematics and an unfamiliar one in algorithms.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'an equilibrium exists' is compatible with 'no efficient algorithm finds it'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this course takes that gap seriously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treating existence as sufficient.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matters practically: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agents cannot find the equilibrium, predicting that they will play it is unjustified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prediction that requires solving an intractable problem is not a prediction.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that is this module's real content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computational critique of a solution concept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what algorithmic game theory contributed to economics.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PPAD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class, and why it had to be invented.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class for problems that are guaranteed to have an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PROBLEM WITH NP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NP-completeness is about problems where an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answer might not exist. Nash equilibrium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ALWAYS has one, so "is there an equilibrium"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is trivially yes -- there is nothing to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decide.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IDEA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define a class by the ARGUMENT that proves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existence, not by the decision problem.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PPAD: Polynomial Parity Argument, Directed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 existence proof is: in a directed graph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where every node has in-degree and out-degree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at most one, if there is a source there must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be another unbalanced node.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Finding it is the problem. The graph is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exponential and given implicitly by a circuit.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NASH IS COMPLETE FOR IT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even for two players (Chen and Deng, 2006)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which was the surprising part -- two-player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zero-sum is in P, by linear programming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PPAD is defined by the existence argument rather than by the decision problem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why it had to be invented for this.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PPAD-hardness is weaker evidence than NP-hardness, which is worth saying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STATEMENT OF WHAT IS KNOWN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PPAD is contained in NP ∩ coNP-like territory and is not known to be NP-hard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a polynomial algorithm for Nash would not imply P = NP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evidence of difficulty is correspondingly weaker.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it is a well-studied class with many natural complete problems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Brouwer, Sperner, market equilibria, and Nash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none of them has yielded, which is the usual kind of evidence (CSCE 637 §01).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claim is: believed hard, on the same kind of evidence as most complexity conjectures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belief is well founded.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CSCE 640 §12's proved/believed/assumed distinction in a second setting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habit transfers exactly.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follows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For anybody using equilibrium as a prediction.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implications, which are genuinely useful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solution concept that cannot be computed is a weak predictor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if the analyst cannot find it, assuming the agents did is not defensible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pushes attention toward dynamics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12):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what do agents who adapt actually reach, and how fast?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toward approximate equilibria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where nobody gains more than epsilon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easier, and still not known to be polynomial for small epsilon.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toward designing games whose equilibria are easy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the designer's privilege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and is Module 06's whole approach.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the constructive reading: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if you are building the mechanism, build one whose equilibrium is obvious.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If you are building the mechanism, build one whose equilibrium is obvious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the designer's answer to this module's bad news.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tractable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are the ones worth knowing.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Two-player zero-sum is a linear program, and that is the one case that is genuinely easy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Von Neumann's minimax theorem gives the value of a two-player zero-sum game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equilibrium is the solution of a linear program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CSCE 669 §05's duality, and the two players' programs are duals.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zero-sum games are solved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completely and efficiently — which is why they dominate the applications where this theory is actually used.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potential games are the other good case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 §2):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best-response dynamics converge, because every improvement decreases a global function.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practical summary: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zero-sum and potential games are tractable, and general games are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check which you have before assuming an equilibrium will be reached.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Nash's proof is a fixed-point argument: existence without construction.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prediction that requires solving an intractable problem is not a prediction.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PPAD is defined by the existence argument rather than the decision problem, which is why it had to be invented.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Two-player zero-sum is in P; general two-player Nash is PPAD-complete, and that contrast is the result.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PPAD-hardness is weaker evidence than NP-hardness, and the belief is still well founded.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If you are building the mechanism, build one whose equilibrium is obvious.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