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potential is not the social cost; the two differ, and that gap is the price of anarchy.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asks you to construct and verify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Routing and Congestion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canonical application, and the paradox worth building.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Model routing as a congestion game.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potential functions and what they guarantee.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Construct and explain Braess's paradox.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tolls and other interventions.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the framework to a computing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covers far more than traffic.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congestion game is agents choosing resource sets, where each resource's cost depends only on how many chose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MODEL, AND WHY IT IS GENERAL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Each agent picks a subset of resources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 path, a set of machines, a set of links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each resource's cost is a function of its load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identical for everyone using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covers traffic, network routing, load balancing, shared caches, bandwidth, and any contended resource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structure is the same and the vocabulary differs.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key property is that an agent's cost depends on others only through the counts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on who they are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what makes the analysis work.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model is narrow enough to prove things about and wide enough to apply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an unusually good position for a model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why this is the canonical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Potential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give existence and convergence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ROSENTHAL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potential, and what it buys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Φ(S) = Σ over resources r of Σ from i=1 to load(r) of c_r(i)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Sum, over each resource, of its cost at each load level up to the current one. A single global function of the whole profile.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any single agent's improving deviation decreases Φ by exactly its own gain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is the magic: a selfish improvement and a decrease in the global potential are the same event.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so: pure Nash equilibria exist, and best-response dynamics converge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Φ is bounded and strictly decreases, so the process terminates — at a local minimum of Φ, which is a pure equilibrium.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A selfish improvement and a decrease in the global potential are the same event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what makes congestion games tractable (Module 03 §4).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potential is not the social cost, which is exactly where the inefficiency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 POINT WORTH BEING PRECISE 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Φ sums each resource's cost over every load level up to the current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social cost is load times cost at the current load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different functions.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minimising Φ, which is what the dynamics do, is not minimising social cost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discrepancy is precisely the price of anarchy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gives an intuition for the inefficiency: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agent joining a resource pays the current cost and ignores the increase it imposes on everybody already there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externality.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observation is the design fix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(Part 4):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charge the externality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selfish choice becomes socially optimal.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Braess's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worth constructing yourself.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BRAESS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Adding capacity makes everyone worse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THE NETWORK, one unit of traffic from s to 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 -&gt; v : latency x      v -&gt; t : latency 1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 -&gt; w : latency 1      w -&gt; t : latency x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equilibrium: half take s-v-t, half s-w-t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each pays 1/2 + 1 = 3/2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NOW ADD a zero-latency link v -&gt; w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 -&gt; v -&gt; w -&gt; t has latency x + 0 + x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for any single agent this is better than 3/2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so EVERYONE switches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new equilibrium: all use s-v-w-t, cost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    1 + 0 + 1 = 2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EVERYBODY IS WORSE OFF (2 &gt; 3/2) AFTER ADDING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CAPACITY. No one behaved irrationally; the new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route is genuinely better given what others do.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IT IS NOT A CURIOSITY: removing roads has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improved traffic in real cities.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Nobody behaved irrationally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new route is genuinely better for each agent given what the others are doing, and the result is worse for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Interventions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a designer can actually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options, and what each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Marginal cost tolls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charge each agent the externality it imposes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and the equilibrium becomes optimal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which is clean and requires knowing the cost functions.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Capacity: add it carefully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Part 3 shows that adding capacity can hurt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so network changes need checking rather than assuming.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Restrict the strategy space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remove the problematic route, which is crude and is what cities do.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Stackelberg routing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centrally control a fraction of the traffic and let the rest choose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which improves the equilibrium with partial control.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3C4555"/>
                </a:solidFill>
                <a:latin typeface="Calibri"/>
              </a:rPr>
              <a:t>And doing nothing</a:t>
            </a:r>
            <a:r>
              <a:rPr sz="1700" b="0" i="0">
                <a:solidFill>
                  <a:srgbClr val="3C4555"/>
                </a:solidFill>
                <a:latin typeface="Calibri"/>
              </a:rPr>
              <a:t>, when the price of anarchy is small (Module 04 §4) — which is frequently the right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Marginal cost pricing requires knowing the cost functions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in a computing system you often do, which makes this more applicable here than in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computing applications are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Load balancers, content delivery routing, BGP, shared caches, and database connection pools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all congestion games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all exhibit the same inefficiency.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externality framing is the useful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client retrying aggressively imposes cost on everybody else and bears a fraction of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why retry storms happen.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backoff, admission control, and rate limiting are all externality pricing in disguise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seeing them that way suggests when they will and will not work.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value of the model here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the traffic examples, but recognising the structure in systems you build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01 §2).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congestion game covers any contended resource whose cost depends only on how many agents chose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selfish improvement and a decrease in the global potential are the same event, which gives existence and convergence together.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potential is not the social cost, and the gap is where the inefficiency lives.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An agent joining a resource ignores the increase it imposes on everybody already there — the externality.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In Braess's paradox nobody behaves irrationally and everybody ends up worse off after capacity is added.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Backoff, admission control, and rate limiting are externality pricing in disguise.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