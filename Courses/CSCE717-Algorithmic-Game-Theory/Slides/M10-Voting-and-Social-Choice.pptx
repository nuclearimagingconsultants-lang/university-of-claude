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Instant runoff's non-monotonicity surprises people and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condition a rule abandons is the useful way to classify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Voting and Social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impossibility results, and what they actually forbid.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standard voting rules and their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Arrow's theorem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Gibbard-Satterthwaite and what follows.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computational escape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a voting rule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fact that they disagree.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Standard voting rules and their characteristic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characteristic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Plurality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first-place votes wins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Vote splitting; ignores all other information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Borda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Points by rank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Highly manipulable; clones distort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Condorcet methods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Beat every other in pairwise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winner may not exist (cycles)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Instant runoff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Eliminate last, redistribute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Non-monotone: more support can hurt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Approve any subset; most wins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approval threshold goes is strategic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Condorcet cycle shows the difficulty is in the preferences, not the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EXAMPLE TO INTERNALISE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Three voters, three options: A&gt;B&gt;C, B&gt;C&gt;A, C&gt;A&gt;B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beats B two to one, B beats C two to one, and C beats A two to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collective preference is cyclic even though every individual's is transitive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no voting rule can 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there is nothing coherent to report.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impossibility results are not about clumsy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about what aggregation can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why they are theorems.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takes three voters and three options to construct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this is not a corner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is the generic situation whenever preferences are genuinely diverse.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exactly is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ARROW 1951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theorem, with its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No rule aggregating 3+ options satisfies all of: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theorem is about ranking rules — producing a full social ordering from individual orderings.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unanimity, independence of irrelevant alternatives,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If everyone prefers A to B then society does; and the social ranking of A and B depends only on individuals' rankings of A and 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non-dictatorship — except a dictatorship.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one of the three must go. Independence is the one usually given up, and giving it up is exactly what admits manipulation.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Independence of irrelevant alternatives is the condition usually given up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giving it up is precisely what admits manipulation.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Gibbard-Satterthwaite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version that matters for mechanism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Any non-dictatorial voting rule over three or more outcomes is manipulable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BOUNDS MODULE 06 WITHOUT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rule can elect any of at least three outcomes and is not a dictatorship, then some voter sometimes benefits from misreporting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theorem, not an observation.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there is no strategy-proof voting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'this rule is strategy-proof' is therefore false or the rule is restricted in one of the stated ways.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Module 06 §4's limit without money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payments are what makes VCG possible, and voting has none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ordinal setting is much more constrained.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escape routes are narrow: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restrict the preference domain (single peaked preferences admit the median rule), use money, or accept manipulability and manage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every real system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computational escape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real and is weaker than it first looked.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Can hardness of manipulation substitute for impossibility?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idea: if finding a profitable misreport is NP-hard, manipulation is impractical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was the field's most attractive proposal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is why computational social choice exists.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manipulation is NP-hard for some rules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including some in use — which is a genuine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NP-hardness is worst case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637 §03)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typical instances are frequently easy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heuristics succeeding most of the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standard critique and it holds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average-case hardness is what would be needed, and it is much harder to establish.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escape is partial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real obstacle and not a guarantee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honest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NP-hardness of manipulation is worst case, and typical instances are frequently easy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standard critique and it 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how to evaluate a voting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Arrow condition does it give up?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almost always independence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tells you where it is manipulable.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is its characteristic manipulation?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rule has one, and it should be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discovered by participants.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Does it satisfy monotonicity, and does it elect a Condorcet winner when one exists?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properties people assume and several rules lack.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does it do with a cycle?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something has to, and the answer is a design decision rather than a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same ballots can elect different winners under different rules, which makes rule choice substantive.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Condorcet cycle needs three voters and three options, so cyclic collective preference is generic rather than a corner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Arrow: unanimity, independence, and non-dictatorship cannot hold together for three or more options.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Independence is the condition usually given up, and giving it up is precisely what admits manipulation.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Gibbard-Satterthwaite: any non-dictatorial rule over three or more outcomes is manipulable.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NP-hardness of manipulation is worst case, and typical instances are frequently easy.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