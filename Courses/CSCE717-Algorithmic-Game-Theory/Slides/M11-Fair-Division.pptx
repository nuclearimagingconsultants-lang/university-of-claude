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Pareto efficiency is in the table because it is constantly mistaken for a fairness criterion.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Maximin share not always being achievable was a genuine surprise.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717 — Algorithmic Game Theory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Fair Division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Dividing without money, and what fairness can mean.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717 · Module 11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Define proportionality, envy-freeness, and equitability.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divide-and-choose and its generalisations.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the indivisible case and its approximations.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the complexity of envy-free division.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Choose a fairness criterion and defend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criteria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are different, and are frequently conflated.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CRITERIA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fairness can mean, precisely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46888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249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Criterion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035808" y="1901952"/>
            <a:ext cx="41148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45536" y="1956816"/>
            <a:ext cx="38953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Definition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1901952"/>
            <a:ext cx="347472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0336" y="1956816"/>
            <a:ext cx="32552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Note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2468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2249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Proportional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35808" y="2377440"/>
            <a:ext cx="4114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45536" y="2414016"/>
            <a:ext cx="38953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Each of n agents gets at least 1/n by its own valuation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0608" y="2377440"/>
            <a:ext cx="34747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0336" y="2414016"/>
            <a:ext cx="32552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The weakest useful notion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24688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2249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Envy-free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35808" y="2852928"/>
            <a:ext cx="41148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45536" y="2889504"/>
            <a:ext cx="38953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Nobody prefers another's share to their own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50608" y="2852928"/>
            <a:ext cx="34747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0336" y="2889504"/>
            <a:ext cx="32552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Implies proportional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2468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2249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Equitable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35808" y="3328416"/>
            <a:ext cx="4114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45536" y="3364992"/>
            <a:ext cx="38953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Everyone's own-valuation of their share is equal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0608" y="3328416"/>
            <a:ext cx="34747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60336" y="3364992"/>
            <a:ext cx="32552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Independent of envy-freeness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803904"/>
            <a:ext cx="24688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840480"/>
            <a:ext cx="2249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Efficient (Pareto)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35808" y="3803904"/>
            <a:ext cx="41148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45536" y="3840480"/>
            <a:ext cx="38953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No reallocation helps someone without hurting another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50608" y="3803904"/>
            <a:ext cx="34747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60336" y="3840480"/>
            <a:ext cx="32552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Not a fairness notion at all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279392"/>
            <a:ext cx="2468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" y="4315968"/>
            <a:ext cx="2249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Maximin share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35808" y="4279392"/>
            <a:ext cx="41148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45536" y="4315968"/>
            <a:ext cx="38953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At least what you'd get cutting and choosing last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50608" y="4279392"/>
            <a:ext cx="34747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60336" y="4315968"/>
            <a:ext cx="32552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The indivisible analogue (§3)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divisible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Where good procedures exist.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Divide-and-choose is envy-free for two agents and needs no knowledge of the other's preferences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MODEL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One cuts, the other chooses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cutter makes the pieces equal by its own valuation, so is content with either; the chooser takes its preferred one.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neither envies the other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neither needed to know anything about the other's preferences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the dominant-strategy property (Module 02 §2) in a procedural form.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generalises to n agents for proportionality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moving-knife and last-diminisher protocols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but envy-freeness for n agents is far harder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bounded protocols were found only recently.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the shape of the divisible case: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proportionality is easy, envy-freeness is hard, and both are possible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unlike Part 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indivisible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Where exact fairness is simply unavailable.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INDIVISIBLE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goes wrong, and what is settled for instead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THE OBSTACLE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one item, two agents, both want it.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No allocation is envy-free. Not hard --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impossible.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SO THE NOTIONS ARE RELAXED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EF1  envy-free up to one item: any envy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     disappears if one item is removed from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     the envied bundle. ALWAYS ACHIEVABLE,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     by a simple round-robin.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EFX  envy-free up to ANY item: stronger, and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     existence was open for a long time.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MMS  maximin share: what you could guarantee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     yourself by partitioning and choosing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     last. NOT always achievable, which was a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     surprise; constant approximations exist.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AND THE COMPUTATION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maximising welfare subject to fairness is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typically NP-hard, so this is an approximation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    problem like Module 08's.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PLUS: agents report valuations, so the incentive</a:t>
            </a:r>
          </a:p>
          <a:p>
            <a:pPr algn="l">
              <a:lnSpc>
                <a:spcPct val="105000"/>
              </a:lnSpc>
            </a:pPr>
            <a:r>
              <a:rPr sz="893" b="0" i="0">
                <a:solidFill>
                  <a:srgbClr val="E4E8EF"/>
                </a:solidFill>
                <a:latin typeface="Consolas"/>
              </a:rPr>
              <a:t>  problem of Module 06 applies on top.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EF1 is always achievable by a simple round-robin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which is a rare case of a fairness guarantee with a trivial algorithm.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Choosing a criterion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the actual design decision.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questions, for a real allocation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Divisible or indivisible?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which determines whether exact fairness is even available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(Part 3).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Which fairness notion, and why that one?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are you willing to lose efficiency for it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which you frequently must.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Is there money?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side payments make almost everything easier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(Module 06 §4), and their absence is usually a policy constraint rather than a technical one.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Are the valuations additive?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most results assume it, and most real preferences are not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(Module 08 §1's complements).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is the mechanism truthful?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most fair division procedures are not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and that should be stated rather than left to be discovered.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Most fair division procedures are not truthful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which is rarely stated alongside their fairness guarantees and should be.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'fair' without a definition is not a specification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criteria in Part 1 are genuinely different and sometimes incompatible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a requirement to 'allocate fairly' has not said what to build.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this module's practical contribution: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vocabulary precise enough to turn a value judgement into a specification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that can be checked.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choice among them is a value judgement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the mathematics does not make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and should not be presented as making.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state the criterion, state what it costs in efficiency, and state whether the procedure is truthful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three things, and Module 13 wants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717 · Algorithmic Game Theory  —  Module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Proportional, envy-free, equitable, and efficient are different properties that can conflict, so 'fair' is not a specification.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Pareto efficiency is not a fairness criterion, and is constantly mistaken for one.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Divide-and-choose is envy-free and requires no knowledge of the other agent's preferences.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With indivisible items, envy-freeness is impossible rather than hard — one item and two agents suffice.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EF1 is always achievable by a simple round-robin, which is a rare trivial algorithm for a real guarantee.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Most fair division procedures are not truthful, which is rarely stated alongside their fairness guarantees.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717 · Algorithmic Game Theory  —  Module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