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VCG is the externality idea, generalised.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717 — Algorithmic Game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Mechanism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Choosing the rules so that honesty is optimal.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717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mechanism design problem.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incentive compatibility and individual rationality.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the VCG mechanism and explain its payments.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revelation principle and what it simplifies.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impossibility results that bound the field.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algorithm design with an extra constraint.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Choose an allocation rule and a payment rule so that reporting truthfully is optimal for every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DESIGN PROBLEM, STATED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Agents have private types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valuations, costs, preferences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report something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mechanism maps reports to an outcome and to payments.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Incentive compatibility: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reporting the true type is optimal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 dominant strategies if possible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requires nothing about the other agents (Module 02 §2).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Individual rationality: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participating is at least as good as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otherwise agents leave and the mechanism is irrelevant.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then the objective: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efficiency (maximise total value), revenue, or fairness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payments are the instrument that buys the incentive property.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revelation principle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makes the search space manageable.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Anything implementable by any mechanism is implementable by a truthful direct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ONLY TRUTHFUL MECHANISMS NEED TO BE STUDIED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Given any mechanism and the agents' equilibrium strategies, build a new mechanism that asks for types and then plays those strategies on the agents' behalf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same outcome, and now honesty is optimal.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search can be restricted to truthful direct mechanisms without loss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an enormous simplification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is why the field is tractable.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means an impossibility proved for truthful mechanisms holds for all of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what gives Part 4's results their force.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note the practical caveat: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constructed mechanism requires the designer to know the equilibrium strategies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in practice indirect mechanisms (ascending auctions) are easier for people to 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VCG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general truthful mechanism, and what it charges.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VCG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construction, which is one idea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allocate to maximise total reported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efficient allocation, computed as if the reports were true.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charge agent i the externality it imposes on the others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payment = (best total value for everyone else without i) − (their value in the chosen allocation with 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so i's net utility = (total value with i) − (total value without 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Which i maximises exactly by reporting truthfully, since truthful reports make the mechanism maximise the first term. That is the proof.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Each agent pays the externality it imposes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Module 05 §2's fix, arriving as a general mechanism.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VCG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it gives, and what it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Truthful in dominant strategies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efficient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a great deal to get at once, and is why it is the field's central construction.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But it requires computing the optimal allocation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 + 1 times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NP-hard in combinatorial settings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08 §1).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approximating the allocation breaks truthfulness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proof uses exact optimality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the central tension of Module 08.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Plus it is vulnerable to collusion and to false-name bidding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its revenue can be zero or very low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in plausible cases.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why it is used less than its theoretical standing suggests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 useful corrective.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Approximating the allocation breaks truthfulness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because the proof uses exact optimality — which is the central tension of Module 08.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are theorems, and bound the whole field.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Myerson-Satterthwaite: no mechanism for bilateral trade is efficient, truthful, individually rational, and budget balanced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buyer and a seller with private values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cannot have all four properties at once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proof is constructive about why: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payments needed for truthfulness do not balance.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every real trading mechanism gives one of them up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outside subsidy, some inefficiency, or some manipulability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knowing which is how to evaluate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Gibbard-Satterthwaite is the ordinal analogue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10 §3):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without money, truthfulness forces dictatorship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money matters so much 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field's shape: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with money, a lot is possible and VCG is the general answer; without it, very little 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Modules 09 and 11 work within that.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Incentive compatibility in dominant strategies requires nothing about the other agents, which is why it is the target.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revelation principle restricts the search to truthful direct mechanisms without loss.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An impossibility proved for truthful mechanisms therefore holds for all mechanisms.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VCG allocates efficiently and charges each agent the externality it imposes — the externality idea, generalised.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Approximating the allocation breaks truthfulness, because the proof uses exact optimality.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Every real trading mechanism gives up one of efficiency, truthfulness, participation, or budget balance.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