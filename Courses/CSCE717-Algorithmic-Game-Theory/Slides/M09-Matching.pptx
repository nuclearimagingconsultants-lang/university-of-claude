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School choice is the clearest case of a mechanism changed to remove the incentive to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717 — Algorithmic Game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Matching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Allocation without money, and the one place this theory is routinely deployed.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717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stable matching problem and Gale-Shapley.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which side the algorithm favours and why.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strategy-proofness for one side only.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school choice and kidney exchange.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matching mechanism guarantees.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Stable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problem, and the algorithm that solves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matching is stable if no pair would both rather have each other than their assigned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DEFINITION, AND WHY STABILITY IS THE RIGHT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blocking pair is two agents who each prefer the other to their current assignment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if one exists they will simply arrange it privately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destroys the matching.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stability is not an aesthetic criterion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the condition under which the matching survives contact with the participants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unstable mechanisms have historically unravelled.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Gale-Shapley produces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each unmatched agent on the proposing side proposes to its most preferred acceptable partner not yet rejected; the receiving side holds the best offer and rejects the rest.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terminates in O(n²) and always yields a stable matching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 stable matching always exists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was not obvious and is the theorem.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Who it favours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not symmetric, and matters practically.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proposing side gets its best stable partner and the receiving side its worst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RESULT WITH DIRECT POLICY CONSEQUENCES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Among all stable matchings, deferred acceptance gives every proposer the best partner it has in any of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every receiver the worst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simultaneously.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side that proposes matters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 policy choice rather than an implementation detail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how the medical residency match was reformed.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truthful reporting is a dominant strategy for the proposing side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not for the receiving side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can sometimes gain by truncating its list.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specific and useful asymmetry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'strategy-proof' here means strategy-proof for one side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saying which is part of describing the mechanism honestly (Module 13 §1).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Deployments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this is actually used, and what it took.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DEPLOYED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real systems, and the complication in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MEDICAL RESIDENCY MATCHING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the original large deployment. Complication: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couples wanting positions in the same city,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which makes a stable matching possibly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NONEXISTENT and the problem NP-hard.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Handled in practice by a heuristic.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SCHOOL CHOICE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students to schools. Complication: schools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are objects, not agents with preferences, so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"stability" means respecting priorities.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The older Boston mechanism rewarded strategic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ranking heavily; deferred acceptance replaced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it, explicitly so families need not game it.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KIDNEY EXCHANGE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incompatible donor-patient pairs swapped in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cycles and chains. No money, by law.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Complication: cycles must be short (all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surgeries simultaneous), which makes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optimisation NP-hard, and the altruistic-donor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chains relax it.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IN ALL THREE THE THEORY GOT DEPLOYED, which is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rare, and in all three it needed real engineering.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In all three the theory was deployed and needed real engineering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makes matching the field's best evidence that any of this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guarantees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standard misreading.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stable matching is and is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It is stable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pair can profitably deviate together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what makes it survive.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It is not optimal in any aggregate sense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stability is a constraint, not an objective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the stable matchings can differ a great deal in total welfare.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It is not fair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proposing side does systematically better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(Part 2), by construction.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it is only as good as the reported preferences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are truthful for one side and not necessarily the other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which people may not know accurately in the first place.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Plus the preferences themselves are shaped by the mechanism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people rank differently when they believe ranking matters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the effect the reforms removed.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Stability is a constraint, not an objective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so a stable matching is not optimising anything, and saying it is is the standard misreading.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this is the field's best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Matching is where mechanism design is routinely deployed and demonstrably improved outcomes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residency matching, school choice, and kidney exchange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all operating at scale.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in each case the deployment required handling something the clean theory excluded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couples, priorities, cycle length limits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engineering (Module 08 §4's pattern).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right note on which to assess this subject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theory is not merely elegant, and it is also not sufficient on its own.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when claiming a matching mechanism works: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name the side it favours, the side it is strategy-proof for, and the complication you handled heuristically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three things, and Module 13 wants all three.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blocking pair will simply arrange things privately, which is why stability is the condition for a matching to survive.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Deferred acceptance gives the proposing side its best stable partner and the receiving side its worst.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Truthfulness is a dominant strategy for the proposing side only, so 'strategy-proof' here needs a side named.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In residency matching, school choice, and kidney exchange the theory was deployed and needed real engineering.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Stability is a constraint, not an objective, so a stable matching is not optimising anything.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Preferences are shaped by the mechanism: people rank differently when they believe ranking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