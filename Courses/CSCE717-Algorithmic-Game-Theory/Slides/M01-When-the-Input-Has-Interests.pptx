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cloud scheduler row is the one most engineers have already met without naming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When the Input Has Interests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What changes when the data is reported rather than given.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01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strategic inputs change correctness.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Give concrete examples where the shift matters.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Distinguish the analysis and design questions.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two ways out of the problem.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this course's position on mechanism claims.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shift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one assumption, and it is load-bearing.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Every algorithms course before this one assumed the input was given; here it is reported by somebody with a preference over your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ASSUMPTION THIS COURSE REMOVES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sorting algorithm's input does not care how it is sorted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bidder's valuation does care who wins the item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will be reported accordingly if that helps.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an algorithm that is correct on the reported input may be useless on the true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true input is not observable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whole difficulty.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means correctness has to be redefined: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mechanism is correct if it produces the right outcome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given that agents will report strategically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stronger requirement.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cleanest way to get there is to make truthful reporting optimal for each agent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incentive compatibility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that the reported input </a:t>
            </a:r>
            <a:r>
              <a:rPr sz="1600" b="0" i="1">
                <a:solidFill>
                  <a:srgbClr val="141924"/>
                </a:solidFill>
                <a:latin typeface="Georgia"/>
              </a:rPr>
              <a:t>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the true one (Module 06).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Where this bites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Concretely, because the abstraction is easy to dismiss.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Systems where the input is reported by interested parties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377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01952"/>
            <a:ext cx="36576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4096" y="19568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reported input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1968" y="1901952"/>
            <a:ext cx="40233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19568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incentive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Ad auction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2377440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2414016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Bids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1968" y="2377440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24140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Pay less; win profitable slots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Cloud scheduler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2852928"/>
            <a:ext cx="36576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889504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Job priority, resource needs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2852928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1696" y="2889504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Overstate both, always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Peer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44368" y="3328416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364992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Scores and bids on papers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1968" y="332841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1696" y="3364992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Advance one's own interests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School choice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44368" y="3803904"/>
            <a:ext cx="36576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4096" y="3840480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Ranked preferences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01968" y="3803904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1696" y="3840480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Game the ranking to get a better seat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Routing protocol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44368" y="4279392"/>
            <a:ext cx="3657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54096" y="4315968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Advertised path costs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01968" y="4279392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11696" y="4315968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Attract or avoid transit traffic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754879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791455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Ranking signals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44368" y="4754879"/>
            <a:ext cx="36576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54096" y="4791455"/>
            <a:ext cx="34381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Links, reviews, engagement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01968" y="4754879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11696" y="4791455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Manufacture the signal (CSCE 670)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failure mode is familiar even where the theory is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THIS IS AN ENGINEERING SUBJECT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Every priority field that users set themselves ends up uniformly high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 mechanism design failure with a well understood cause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is usually patched by quota rather than by design.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every ranking signal that can be manufactured eventually 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CSCE 670 §11's adversarial information retrieval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is the same problem with a different vocabulary.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subject is not exotic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the theory behind failures engineers meet constantly and usually treat as abuse rather than as a design defect.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framing this course takes: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if the rules reward misreporting, the misreporting is the system working as specified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fix is the rules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not enforcement.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Two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Analysis and design, which are different jobs.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this course actually asks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The analysis question: given these rules, what happens?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which needs a solution concept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(Module 02) and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 way to measure the damage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(Module 04's price of anarchy).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the design question: given a desired outcome, what rules produce it?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which is mechanism design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(Module 06) and is the engineering half.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Analysis is Modules 02 to 05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and it is largely bad news: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equilibria are hard to compute and worse than the optimum.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Design is Modules 06 to 11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and it is largely good news: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 great deal can be implemented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with named exceptions.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the exceptions are theorems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(Modules 06 §4, 10 §3)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which tell you what to stop trying to build.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impossibility results tell you what to stop trying to build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most practically valuable thing a negative theorem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this course holds throughout.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mechanism's guarantees hold under a model of the agents, and the agents are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'Truthful reporting is a dominant strategy' assumes agents know their own valuations, compute best responses, and do not collude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all three of which fail sometimes.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second-price auction is the standard example: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provably truthful, and bidders in practice still shade their bids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they do not believe the rule or do not understand it (Module 07 §4).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does not make the theory useless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makes it a model whose assumptions should be stated with its conclusions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exactly like every other model in this program.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rule here: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name the solution concept, name the agent model, and name the impossibility you chose to live with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three things, and Module 13 is about all of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sorting algorithm's input does not care how it is sorted; a bidder's valuation does care who wins.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Correctness becomes: the right outcome given that agents report strategically — which is a stronger requirement.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Any shared resource allocated by reported need has this structure, including every user-set priority field.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If the rules reward misreporting, the misreporting is the system working as specified, and the fix is the rules.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Analysis is largely bad news and design is largely good news, with the exceptions being theorems.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impossibility results tell you what to stop trying to build.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