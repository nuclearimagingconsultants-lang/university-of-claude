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Combinatorial Auctions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Where computation and incentives pull against each other.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08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bundles make the problem hard.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winner determination problem and its complexity.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tension between approximation and truthfulness.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restricted valuation classes and what they buy.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practical designs use indirect mechanisms.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Complements and substitutes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Why selling items separately is not enough.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bidder's value for a bundle need not be the sum of its parts, which is what makes this a separate subject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SOURCE OF THE DIFFICULTY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Complements: a pair of adjacent spectrum licences, or a departure and a return flight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worth far more together than separately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winning one alone can be worthless or harmful.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Substitutes: two interchangeable time slots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worth much less together than separately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winning both is wasted money.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separate auctions expose bidders to exposure risk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bid aggressively for a complement and you may win only half of what you needed.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bundles have to be expressible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valuation over m items is a function on 2 to the m bundles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cannot even be written down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Part 3's problem before it is Part 2's.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Winner determination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NP-hard, and that is the easy difficulty.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Finding the value-maximising allocation is NP-hard, and VCG needs it solved exactly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TENSION THIS MODULE IS ABOUT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Winner determination is a set packing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NP-hard, and hard to approximate in general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629 §12, CSCE 637 §11).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VCG requires the exact optimum, n + 1 times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 §3)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VCG is unavailable at any realistic scale.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swapping in an approximation algorithm breaks the truthfulness proof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used exact optimality essentially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resulting mechanism is manipulable.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field's central question became: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approximation algorithms can be made truthful, and at what loss in approximation ratio?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genuinely new kind of algorithmic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can be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routes, each giving something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 ways out, and their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1  RESTRICT THE VALUATIONS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single-minded bidders (one bundle each),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gross substitutes, submodular valuations.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Under these, truthful approximations exist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and are sometimes optimal.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COST: the restriction may not hold.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2  ACCEPT A WEAKER INCENTIVE PROPERTY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truthful in expectation, or truthful under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a Bayesian model, or approximately truthful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COST: the guarantee now assumes something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about beliefs (Module 02 section 2)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3  USE AN INDIRECT MECHANISM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ascending auctions, where bidders respond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to prices rather than reporting a whole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valuation function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COST: no clean truthfulness theorem, and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strategic behaviour is possible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GAIN: bidders only reveal what the prices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require, which is the real reason they are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used (section 4)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AND THE SPECTRUM AUCTIONS USE ROUTE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deployed spectrum auctions use indirect ascending mechanisms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not VCG — which is the field's most instructive practical 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indirect wins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For a reason the theory does not emphasise.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an ascending auction gives that a direct one does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Bidders never state a full valuation function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they could not compute and would not want to disclose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they only respond to the prices they actually face.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addresses the preference elicitation problem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determining a bidder's own value for a bundle may itself be expensive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prices tell them which bundles to bother evaluating.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it reveals less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commercially sensitive valuations stay private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except as the prices force them out, which bidders care about a great deal.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Plus it is comprehensible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participants understand an ascending price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a mechanism nobody understands is not truthful in practice (Module 07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At the cost of no clean theorem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a trade the designers made deliberately.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Determining your own value for a bundle may itself be expensive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preference elicitation problem, and the direct-revelation framing assumes it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lesson generalises past auctions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theoretically dominant mechanism lost to practical considerations the model omitted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computability, elicitation cost, privacy, and comprehensibility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all four of which are real.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not a failure of the theory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theory identified the benchmark, and the practical designs are evaluated against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the shape of this whole semester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model comes from outside, and the parts the model omits are where the engineering 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640 §13 §3, CSCE 628 §13 §4).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when you design one: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state the benchmark, state what you gave up, and state why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Module 13 §3's form and Project 2's requirement.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valuation over m items is a function on 2 to the m bundles, which cannot even be written down.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Separate auctions expose bidders to exposure risk when items are complements.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VCG requires the exact optimum n + 1 times, and winner determination is NP-hard.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Swapping in an approximation breaks the truthfulness proof, which used exact optimality essentially.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Determining your own value for a bundle may itself be expensive, which direct revelation assumes away.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deployed spectrum auctions use indirect ascending mechanisms rather than VCG.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