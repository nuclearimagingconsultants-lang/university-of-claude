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formats, two strategies, and the pairing is the first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Efficiency and revenue are different objectives, and the reserve price is where they visibly diverge.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717 — Algorithmic Game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Single-Item Auctions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Where the theory is sharpest, and most deployed.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717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Analyse the four standard auction formats.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Prove the second-price auction is truthful.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and explain revenue equivalence.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reserve prices and revenue maximisation.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theory's predictions sometimes fail.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of them, and two pairs that coincide.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auctions and their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Format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Optimal 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First price, sealed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Highest bid wins, pays its bid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Shade below your value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Second price, sealed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Highest wins, pays second bid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Bid your value. Dominant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Dutch (descending)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Price falls until someone accepts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Strategically same as first price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English (ascending)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Price rises until one bidder left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13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Stay in up to your value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 a second-price auction, bidding your true value is a dominant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PROOF, WHICH IS TWO CASES AND WORTH DOING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Your bid determines only whether you win, never what you pay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price is set by somebody else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whole mechanism.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consider bidding above your value: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only changes the outcome when you win at a price above your value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loss — and otherwise changes nothing.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bidding below: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only changes the outcome when you lose an auction you would have won profitably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also a loss, and otherwise nothing.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truthful bidding weakly dominates every alternative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requiring no assumption about the other bidders at 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this is the model mechanism (Module 06 §3's VCG with one item).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Revenue equivalence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surprising theorem with precise conditions.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Under its conditions, all four formats give the seller the same expected revenue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RESULT, AND THE CONDITIONS THAT CARRY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Any two mechanisms that allocate to the same bidder and give a zero-value bidder zero expected utility yield the same expected revenue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remarkable.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format does not matter for revenue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under independent private values, risk-neutral bidders, symmetric distributions, and no budget constraints.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every one of those conditions fails somewhere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correlated values favour the English auction, risk aversion favours first price, and budget constraints change everything.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real auction design is about the conditions rather than the formats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why quoting revenue equivalence without them is the characteristic error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Reserve prices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revenue and efficiency come apart.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Maximising revenue is not maximising efficiency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EFFICIENT AUCTION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always sell, to the highest bidder.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Maximises total value.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REVENUE-MAXIMISING AUCTION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set a reserve price, and do NOT sell below it.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Sometimes the item goes unsold even though a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bidder values it above the seller's cost --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which is INEFFICIENT ON PURPOSE.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WHY IT RAISES REVENUE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the reserve extracts more from the cases where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you do sell, at the cost of the cases where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you do not. With one bidder it is the whole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mechanism.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MYERSON'S RESULT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the optimal auction allocates by VIRTUAL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value, not value -- a transformation of the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bid by the distribution it is drawn from.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Which means the optimal auction DEPENDS ON THE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DISTRIBUTION, and a seller who does not know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it cannot run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optimal auction depends on the value distribution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so a seller who does not know it cannot run it — which is why simple near-optimal auctions matter.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When it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it does, and for reasons worth knowing.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bidders do not always behave as the theory says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Bidders shade in second-price auctions anyway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because they do not believe the rule, or do not understand it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measured in laboratory and field settings.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Repeated interaction changes everything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today's bid reveals information that affects tomorrow's price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a single-shot analysis omits entirely.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Collusion is profitable and happens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second-price auctions are particularly vulnerable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since a ring need only suppress one bid.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Common values create the winner's curse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winning means you were the most optimistic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so bidding your estimate loses money.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budget constraints break the model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why deployed ad auctions depart substantially from the textbook versions.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Winning means you were the most optimistic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the winner's curse, and is a selection effect rather than a mistake.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So the honest summary of this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single-item theory is unusually complete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truthfulness, revenue equivalence, and the optimal auction are all settled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rare in any field.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its predictions hold approximately, under conditions that are frequently violated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normal situation for an applied theory.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practical skill is knowing which condition is binding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correlated values, risk aversion, budgets, repetition, or collusion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five candidates, and usually one of them explains the deviation.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this module's version of the rule: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name the auction, name the value model, and name the condition you are assuming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'the second-price auction is truthful' is a theorem with hypotheses.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Dutch is strategically identical to first price and English to second price, so there are two ideas rather than four.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Your bid determines only whether you win, never what you pay — which is the whole second-price mechanism.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Revenue equivalence holds under independent private values, risk neutrality, symmetry, and no budgets, and each of those fails somewhere.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revenue-maximising auction is inefficient on purpose, via a reserve price.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optimal auction depends on the value distribution, so a seller who does not know it cannot run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Winning a common-value auction means you were the most optimistic, which is a selection effect rather than a mistake.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