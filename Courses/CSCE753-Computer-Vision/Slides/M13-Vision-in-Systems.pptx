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p99 point is the one that causes production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label-free monitoring point is what makes this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Vision in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Running continuously, on real hardware,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the latency budget of a perception system.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where computation happens.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degrades over time and how to detect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perception system that knows when it is unreliable.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course's closing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deadline is part of the specification.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late answer is a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THAT REORDERS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system acting on the world, perception has a deadline.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200 ms detection on a moving platform describes where things were, not where they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correct metric is accuracy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at the deadline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faster, less accurate model is frequently the better one.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Streaming perception metrics exist to measure exactly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budget is end to end: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capture, transfer, preprocess, inference, postprocess, act.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Inference is often not the largest term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optimising it first is a common mistake.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the whole pipeline before optimising any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CSCE 735's profiling discipline and CSCE 678's tail-latency lesson, both applying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milliseconds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Capture + 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8–33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Higher frame rate; shorter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Transfer to GPU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1–10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Pinned memory; avoid round trips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1–20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 it on the GPU. Often the hidden cost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5–100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Quantisation, pruning, a smaller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Postprocess (NMS)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1–30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Batched GPU NMS; cap the candidates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Tail latency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2–5× the median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Budget for p99, not the mean (CSCE 678)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to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Device, edge, or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where inference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On device: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lowest latency, no network dependency, no image leaves the user's hardware.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Constrained by memory and power.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On a local edge machine: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more compute, a few milliseconds of network, images stay on the premises.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In the cloud: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unlimited compute, 50–500 ms of round trip, and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every frame is transmitted and may be retained.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Hybrid is usual: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a small on-device model handles the common case and triggers a larger one only when uncertain.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camera data is personal data.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Where it goes is a design decision with consequences beyond latency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on-device inference is a privacy property, not only a performance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hybrid cascade is the standard architecture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it needs a usable uncertainty estimate to route on — which Module 12 §3 says you do not get for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Systems that worked, and then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decays, and how to notice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WHAT DECAYS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CALIBRATION   thermal drift, mechanical shock, lens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cleaning, remounting   (Module 02 Part 4)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THE SCENE     new signage, repainted walls, a moved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camera, seasonal foliage, a new product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THE LENS      dust, scratches, a smeared cover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THE CAMERA    sensor ageing, a changed auto-exposure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firmware update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THE LABELS    what the operators consider a positive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drifts -- concept shift (Module 12)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HOW TO NOTICE WITHOUT GROUND TRUTH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track the INPUT distribution: mean brightness, contrast,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sharpness, feature-count per frame. A shift here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precedes an accuracy drop and needs no labels.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track the OUTPUT distribution: detection rate per hour,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confidence histogram, class mix. A change without a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known cause is the alarm.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track REPROJECTION ERROR continuously if you do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geometry -- it is a free, direct calibration monitor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reserve a FIXED set of reference inputs and re-score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them weekly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and SAMPLE for human review on a schedule, not only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when something looks wrong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SYSTEM WITH NO MONITORING IS NOT DEPLOYED. IT 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ABANDONED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Monitoring the input distribution needs no labels and catches most degradation early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makes it the highest-value thing to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Knowing when not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property that makes a perception system 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 the refusal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system that answers everything confidently is less useful than one that abstains when uncertain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downstream consumer can handle 'unknown' and cannot handle 'wrong'.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Geometry gives you honest signals: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inlier counts, reprojection error, conditioning, left–right consistency, track closure error.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Learned components do not, by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 §3) — so add an explicit out-of-distribution check, or calibrate and threshold.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make the abstention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visible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depth map with a validity mask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model: the measurement, plus where it is not a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calibrate a camera, match features robustly, recover pose, reconstruct a scene, and diagnose why a reconstruction failed from its symptom.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train and honestly evaluate a learned component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say what it can be trusted to do and under what conditions.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understand Module 11 both ways round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thing this track exists to produce.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forward model is what you invert, and the inverse is ill-posed, and both facts are load-bearing.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program's, unchanged: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stating the capture conditions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that is what the system quietly learned along with the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late answer is a wrong answer, so the right metric is accuracy at the deadline and a faster, less accurate model is often better.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latency budget is end to end, and preprocessing and NMS on the CPU are the two costs people forget.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Budget for p99 rather than the median, which is CSCE 678's tail latency lesson applied to perception.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Camera data is personal data, so where inference runs is a privacy decision as much as a performance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Monitoring the input distribution needs no labels and catches most degradation early — the highest-value thing to build.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system that abstains when uncertain is more useful than one that answers everything, because consumers handle 'unknown' and not 'wrong'.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