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Pointing out which single step loses the information is the key insight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resize gotcha causes real bugs; state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frontal-board degeneracy is the one that silently ruins student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753 — Computer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Cameras and Calibration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the numbers in a camera matrix mean.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753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the full projection from world to pixel.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each intrinsic and extrinsic parameter means.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lens distortion and when it matters.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Calibrate a camera and assess the result.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homogeneous coordinates are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projection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World to camera to image to pixel, in four steps.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World point to pixel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x_cam = R · X_world +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Extrinsics: a rigid transform. Six degrees of freedom — three rotation, three translation.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x_img = ( X/Z , Y/Z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Perspective division. This is the only non-linear step, and it is where the information is lost.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u = fₓ·x + cₓ ,   v = f_y·y + c_y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Intrinsics: focal lengths in pixels and the principal point.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577840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577840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669279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 ≃ K [R | t] 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5449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whole chain, in homogeneous coordinates, as one 3×4 matrix.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893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perspective division is the lossy step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everything else is invertible, which is why Module 01's ambiguities are all depth-related.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homogeneous coordinates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NOT A FORMALITY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Perspective projection is not linear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divides by Z — so it cannot be a matrix in ordinary coordinates.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Append a 1, work up to scale, and it becomes linear.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entire projection is then one matrix multiply, and composing transforms is composing matrices.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Points at infinity become representable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direction is a point with last coordinate 0 — which makes vanishing points first-class objects rather than special cases.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lines and points become dual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line is a 3-vector, a point is on a line when their dot product is zero, and the line through two points is their cross product.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That duality makes Module 04's algebra tractable.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intrinsics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Five numbers, and what each one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INTRINSICS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parameters mean physically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Parameter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846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 behaviour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fₓ, f_y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Focal length in PIXELS, not millimetres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Equal unless pixels are non-square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cₓ, c_y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Principal point — where the optical axis hits the sensor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Near the centre; offset by sensor mounting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 (skew)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Non-perpendicular pixel axes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Essentially always 0. Fix it at 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k₁, k₂, k₃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Radial distortion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846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on wide lenses; k₁ dominates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p₁, p₂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Tangential distortion (lens not parallel to sensor)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846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6268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Small; often fixed at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Distortion, and when to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JUDGEMENT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Radial distortion bends straight lines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barrel on wide lenses, pincushion on some telephotos — and it is a function of radius from the principal point only.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largest at the image corners and zero at the centre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method using only central features may ignore it and one using the whole frame cannot.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At 10 pixels of corner displacement, ignoring it costs you more than every other error source combined.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a narrow lens it may be under a pixel.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Undistort once, then work in ideal coordinates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 geometric method in Modules 04–07 assumes a pinhole camera, and feeding it distorted points produces a plausible, wrong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Calibrating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Measuring the parameters from images of a known object.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CALIBRATION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procedure, and the three ways it goes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1. Print a checkerboard. MEASURE the square size with a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 ruler -- "printed at 100%" is frequently false.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2. Capture 15-25 images with the board at VARIED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 orientations, filling different parts of the frame.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3. Detect corners to sub-pixel accuracy.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4. Solve for K, distortion, and each board's pose by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 minimising REPROJECTION ERROR (a bundle adjustment,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 Module 05, in miniature).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5. Report mean reprojection error in pixels.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 Good: &lt; 0.3 px.  Suspicious: &lt; 0.05 px (overfit).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 Bad: &gt; 1 px.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THE THREE FAILURES, in order of frequency: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ALL BOARDS NEAR-FRONTAL -&gt; f and Z are confounded,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    the error looks fine, f is wrong. TILT THE BOARD.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AUTOFOCUS ON -&gt; intrinsics differ between frames and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    no single K fits. LOCK THE FOCUS.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BOARD ONLY IN THE CENTRE -&gt; distortion unconstrained,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#       k1 is garbage. FILL THE CORNERS.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low reprojection error does not mean a correct calibration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means the model fits the images you gave it, which is CSCE 633's overfitting in a geometric costume.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Checking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Verifying a calibration against something other than its own residual.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Independent checks on a calibration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Undistort an image of a straight edge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— a door frame, a building.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It should be straight. This catches a wrong k₁ instantly.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Measure a known distance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by triangulating from two calibrated views, and compare against a ruler.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Hold out some calibration images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and report the error on them.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CSCE 633's train/test split, applied to geometry.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Check f against the specification: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focal length in mm × pixels per mm should roughly match your estimate.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Recalibrate on a different day</a:t>
            </a:r>
            <a:r>
              <a:rPr sz="1700" b="0" i="0">
                <a:solidFill>
                  <a:srgbClr val="3C4555"/>
                </a:solidFill>
                <a:latin typeface="Calibri"/>
              </a:rPr>
              <a:t> and compare. </a:t>
            </a:r>
            <a:r>
              <a:rPr sz="1700" b="1" i="0">
                <a:solidFill>
                  <a:srgbClr val="3C4555"/>
                </a:solidFill>
                <a:latin typeface="Calibri"/>
              </a:rPr>
              <a:t>Large disagreement means the procedure, not the camera, is unstable.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straight-edge test takes two minutes and catches most bad calibrations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almost nobody does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Calibration drifts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DEPLOYMENT 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Thermal expansion changes the focal length measurably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over a camera's warm-up period, which is minutes.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Mechanical shock moves the sensor relative to the lens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changing the principal point — and a dropped camera is silently decalibrated.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production systems either recalibrate continuously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(self-calibration from the scene)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or treat the intrinsics as slowly-varying unknowns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the bundle adjustment.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Module 13 returns to this: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calibration is a measurement with a validity period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constant, and systems that assume otherwise degrade invisibly.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projection chain is a rigid transform, a perspective division, and an affine pixel mapping — and only the division loses information.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Homogeneous coordinates make projection linear, make points at infinity representable, and make point-line duality available.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Focal length is in pixels, so it changes when you resize the image — a common and silent bug.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Radial distortion is zero at the centre and largest at the corners, so whether it matters depends on which features you use.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low reprojection error means the model fits the images you supplied, which is overfitting in geometric costume — hold images out.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Near-frontal boards confound focal length with distance, which is the most common silent calibration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753 · Computer Vision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