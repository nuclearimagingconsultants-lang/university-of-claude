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seed-choice warning is the single most useful practical point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sparsity structure is the whole engineering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hybrid answer is what the field actually settled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Structure from Motion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Many views, one global solution.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structure-from-motion pipeline end to end.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bundle adjustment and why it is sparse.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drift and loop closure.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incremental from global approaches.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a reconstruction that has failed.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unordered photographs to poses and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Incremental structure from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1. FEATURES in every image             (Module 03)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2. MATCH candidate image pairs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-- all pairs is O(n^2); use vocabulary trees or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image retrieval to shortlist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3. GEOMETRIC VERIFICATION per pair     (Module 04)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-- RANSAC an essential matrix; a pair survives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only if it has enough inliers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4. TRACKS: chain pairwise matches into multi-view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observations of the same world point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5. SEED: pick the best-conditioned pair -- wide baseline,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many inliers, NOT near-planar -- and reconstruct 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6. LOOP: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register a new image by PnP against known points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triangulate newly visible points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BUNDLE ADJUST                   (Part 2)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remove points with large residuals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7. FINAL global bundle adjustment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SEED CHOICE MATTERS MORE THAN ANYTHING ELSE.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near-degenerate seed pair (Module 04 Part 4) poisons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everything built on it, and the symptom appears fifty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images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Step 3 is what makes it robust: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a pair that cannot be geometrically verified is discarded before it can contaminate the reconstruction.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PnP: pose from known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REGISTRATION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Once some world points are known, a new image's pose follows from its 2D observations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perspective-n-point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Three points give up to four solutions; four or more resolve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P3P inside RANSAC is the standard, with the small sample size paying off exponentially (Module 03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how each new image joins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why incremental reconstruction grows rather than solving everything at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core of camera tracking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running AR or SLAM system is doing PnP against a map, every frame, at 60 Hz.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Bundle adjustment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global refinement, and why it is tractable.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BUNDLE ADJUSTMENT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objective over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minimise  Σᵢⱼ ‖ π(Cᵢ, Xⱼ) − xᵢⱼ ‖²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Over all camera parameters Cᵢ and all world points Xⱼ, summed over every observation.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Thousands of cameras, millions of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Millions of unknowns — and it is solved routinely, in seconds to minutes.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Because the Jacobian is extremely SPARSE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Camera i's residuals do not involve point j unless i observed j, and most cameras see a tiny fraction of points.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Exploiting the sparsity is what makes bundle adjustment possible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Schur complement eliminates the points block and leaves a small dense camera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bundle adjustment needs to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PRACTICAL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good initialisation.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a non-convex least-squares problem (CSCE 669 M01) and converges to a local minimum — which is why the incremental pipeline exists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robust loss.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Plain squared error lets one mismatched point dominate; Huber or Cauchy bounds each residual's influence.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not optional.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Gauge fixing.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solution is free up to a global similarity (Module 01's scale, plus rotation and translation)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fix one camera and one distance, or the system is singular.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Levenberg–Marquardt, not plain Gauss–Newton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damping term is what keeps it stable when the Jacobian is near-singular, which it frequently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Drift and loop 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a long sequence bends.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Drift is accumulated error with no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SEQUENTIAL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frame's pose is estimated relative to the previous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errors compound — a 0.1° per-frame rotation error becomes 36° over 360 frames.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reconstruction is locally excellent and globally bent.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corridor that is straight comes out curved; a closed loop does not close.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Loop closure fixes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recognise that the current frame sees a previously-mapped place, add that constraint, and redistribute the accumulated error over the whole trajectory.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Place recognition is therefore essential, not a feature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an image-retrieval problem (CSCE 670's subject), which is why bag-of-words and learned global descriptors appear inside SLAM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Incremental against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Incremental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Global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Add one image at a time, bundle adjust often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Solve all rotations, then all translations, then refine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Robustness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— bad images are rejected on entry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Lower — one bad constraint affects everything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O(n⁴) in the worst case — repeated BA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Much cheaper on large sets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Drift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Accumulates; needs loop closure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Less, by construction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Used by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COLMAP, most SLAM front ends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internet-scale reconstruction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Reading a failed reconstruction.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Symptoms and their causes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Reconstruction splits into disconnected components.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Not enough matched pairs bridging them — capture transition images.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Everything collapses to a plane or a point.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Degenerate seed pair, or a genuinely planar scene (Module 04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corridor comes out curved.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Drift. Needs loop closure or more overlap.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High residuals concentrated on one object.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It moved.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Structure from motion assumes a static scene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will silently distort to accommodate a moving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Duplicated structure — two copies of one wall.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Repeated texture fooled place recognition.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The hardest failure to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Always render the point cloud from a novel viewpoint and compare against a photograph.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Residual numbers do not reveal a doubled wall; a picture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pipeline is features, pairwise matching, geometric verification, tracks, a seed pair, then incremental registration with repeated bundle adjustment.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seed pair choice matters more than anything else, and a degenerate seed poisons everything built on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Bundle adjustment minimises reprojection error over all cameras and points at once, and is tractable only because the Jacobian is sparse.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It needs a good initialisation, a robust loss, gauge fixing, and Levenberg–Marquardt damping — none of which is optional.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Drift is accumulated relative error, fixed by loop closure, which makes place recognition essential rather than a feature.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Structure from motion assumes a static scene and silently distorts to accommodate a moving object.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