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kinds lets students diagnose rather than just worry.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per-source evaluation is the most reliable detector and is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Evaluation and 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vision system can be trusted to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distribution shift and its kinds.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an evaluation that measures robustness.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shortcut learning and detect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adversarial examples and their practical relevance.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scoped trust claim for a vision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test set is not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kinds of distribution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Covariate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inputs; the labelling rule is unchanged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New camera, new lighting, new 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Label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class frequencies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rare condition becomes common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Concept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relationship itself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counts as 'damaged' is redefined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Subpopulation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group under-represented in training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Skin tones, accents, vehicle types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Adversarial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Inputs chosen to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Deliberate attack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benchmark gap is measured, not hypothetical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LITERATURE ESTABLISHES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Models evaluated on a freshly collected test set drawn the same way as the original drop several 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 ImageNet, measurably, in a careful replication.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 corruptions — blur, noise, weather, compression — accuracy falls far 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fall is not predicted by clean accuracy.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rankings change.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best model on the clean benchmark is frequently not the best under shift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selecting on clean accuracy selects the wrong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your test set measures your test set.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lower bound on difficulty and not an estimate of deployed performance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gap is a research finding, not a cautious guess.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Shortcuts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model learned something real that you did not want.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documented cases, and how to find yours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WHAT HAPPENED, IN REAL SYSTEMS: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a pneumonia classifier that read the HOSPITAL's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scanner signature, because prevalence differed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between hospitals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a skin-lesion classifier that used the RULER placed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beside malignant lesions for scale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a cow detector that used GRASS, and failed on cows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on a beach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a "COVID from chest X-ray" model that used patient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POSITIONING, which differed between wards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EVERY ONE WORKED ON THE TEST SET. The shortcut was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genuinely predictive there, because the test set came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from the same collection process.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HOW TO FIND YOURS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occlude parts of the input; if accuracy survives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without the object, the object was not being used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evaluate per SOURCE -- per hospital, camera, site --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and look for a model that is excellent within each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and poor across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look at saliency, with suspicion (they are unreliable,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but a map pointing at the corner is a signal)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test on data you collected YOURSELF, differently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and show the FAILURE GALLERY to a domain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shortcut is not a bug in the model; it is a correlation in your data that you did not intend to teach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the fix is in the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Adversarial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they prove, and what they do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Adversarial examples, in proportion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NEITHER DISMISSED NOR OVERSTATED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imperceptible, carefully computed perturbation flips a confident prediction.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a real and reproducible property of essentially every vision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establishes: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decision boundary is far closer to typical inputs than the model's confidence suggests.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a statement about calibration and geometry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important.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does not establish: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the model is useless.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deployment failures are ordinary distribution shift, not attacks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where effort belongs for most systems.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it does matter: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adversary benefits and can control the input.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Physical attacks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printed patterns that defeat detectors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assess by threat model, not by whether the phenomenon is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can honestly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real evaluation contains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test set collected separately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training — different day, place, or device.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a random split.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Per-subgroup results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every subgroup you can identify.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Aggregate accuracy conceals the failures that matter.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Performance under corruption: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blur, noise, compression, low light, weather.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Cheap to generate and highly informative.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failure gallery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grouped by hypothesised cause, with at least twenty cases.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Calibration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reliability diagram (CSCE 633 M12 §3)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latency on the real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Report the worst subgroup and the corrupted number as prominently as the headline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those are the numbers that describe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honest claim is scoped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DELIVERABLE OF THIS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Not: 'our detector achieves 94% accuracy'.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sentence has no scope and is therefore not checkable.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But: '94% on held-out data from the same three sites; 81% at a fourth site; 62% under heavy rain; worst subgroup 71%; miscalibrated above 0.9 confidence; 28 ms on the target device.'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longer, less impressive, and actually usable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tells someone whether to deploy it and under what conditions.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same discipline as every course in this program: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Distribution shift has five kinds; covariate shift is what vision systems meet constantly and subpopulation shift is what causes harm.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benchmark gap is measured: models drop on freshly collected test sets and drop far more under corruption, and rankings change.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So selecting a model on clean benchmark accuracy can select the wrong model for deployment.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shortcut is a real correlation in your data that you did not intend to teach, and per-source evaluation is the cheapest reliable detector.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Adversarial examples establish that the decision boundary is closer than confidence suggests; most deployment failures are ordinary shift.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honest claim is scoped to conditions, and it is longer, less impressive, and actually usable.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