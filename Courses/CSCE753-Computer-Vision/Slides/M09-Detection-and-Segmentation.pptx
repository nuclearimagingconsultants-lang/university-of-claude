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Focal loss is best understood as a fix for a specific structural problem, not a general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rarely realise NMS is a tunable that moves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boundary point connects directly to the compositing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Detection and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Where, not just what — and how to measure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detection problem and the standard architectures.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non-maximum suppression and its parameters.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and interpret mean average precision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semantic, instance, and panoptic segmentation.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metric that matches the actual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output of variable length, which is the whole difficulty.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Detection is hard because the output has no fixed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Classification outputs one label.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Detection outputs a variable number of boxes with labels — and a network produces fixed-size tensors.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architecture is a way of handling that mismatch.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Anchors predict offsets from a fixed grid of candidate boxes; centre-based methods predict from each location; query-based methods use a fixed set of learned queries.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three produce too many predictions and prune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non-maximum suppression does, and the one exception is instructive.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DETR removed the pruning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training with a bipartite matching loss (CSCE 669 M11's assignment problem), so each query commits to at most one object.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architecture change was really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loss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detection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Two-stage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Propose regions, then classify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Accurate, slower. Faster R-CNN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One-stage anchored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Dense predictions over anchor boxes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Fast; anchor tuning is fiddly. RetinaNet, YOLO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Anchor-free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Predict box from each centre 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Simpler; fewer hyperparameters. FCOS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Query-based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queries + matching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NMS; slow to train. DETR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Non-maximum suppression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step that quietly decides your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algorithm, and the two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sort detections by confidence, descending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for each detection, highest first: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keep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discard every lower-confidence detection of the same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class whose IoU with it exceeds a threshold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IoU THRESHOLD IS A REAL DESIGN CHOICE: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too low  -&gt; genuinely overlapping objects are merged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(a crowd becomes one person)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too high -&gt; duplicate boxes survive and precision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falls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TWO FAILURE MODES, both common: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CROWDS. Overlapping instances of the same class are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exactly what NMS cannot distinguish from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duplicates. Pedestrian detection lives here.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ELONGATED / ROTATED objects. Axis-aligned IoU is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poor similarity for a diagonal object, so boxes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that do not overlap in reality have high IoU.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SOFT-NMS decays confidence instead of discarding, which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helps crowds. Query-based models (Part 1) remove the step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entirely -- which is the cleaner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NMS runs after the model and before the metric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its threshold changes your reported numbers without changing the model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mAP, and the four ways it is misread.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Mean average precision, precisely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NUMBER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detection is correct if its IoU with an unmatched ground-truth box of the same class exceeds a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each ground truth matches at most one detection.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Sort by confidence, sweep the threshold, trace a precision–recall curve, take the area.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average precision, per class.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Mean over classes is mAP.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COCO's primary metric averages over IoU thresholds from 0.50 to 0.95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rewards localisation accuracy, while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mAP@0.5 is far more forgiving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two numbers are not comparable.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mAP is an average over classes, so a rare class counts as much as a common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model that fails entirely on one of twenty classes loses 5 points, however rare that class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detection metrics mislead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Comparing mAP@0.5 against mAP@[0.5:0.95].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first is roughly twice the second.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Papers report both; readers confuse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Ignoring the size breakdown.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Small-object AP is frequently a third of large-object AP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if your use is small objects, the headline number is irrelevant.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Ignoring the confidence threshold.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mAP integrates over all thresholds; a deployed system picks one.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Report precision and recall at the threshold you will actually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Averaging over classes you do not care about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or being dragged down by one you do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mAP says nothing about temporal stability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what a user of a video system actually perceives.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Report precision and recall at your operating threshold alongside mAP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that pair is what determines whether the system is usable.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different problems with similar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tasks and their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Semantic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class per pixel; instances not separated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 IoU over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mask per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mask AP — mAP with mask IoU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Panoptic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pixel assigned to a class AND an instance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Panoptic quality = recognition × segmentation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Boundary-sensitive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of the above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Boundary IoU — mean IoU hides edge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the metric from the use, not from the leaderboard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RECURRING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Counting objects?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Count accuracy, not mAP. They diverge: a model can have excellent mAP and systematically miscount.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Compositing or matting?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Boundary accuracy and alpha error, not region IoU.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Triggering an action?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Precision and recall at your threshold, with the cost of each error type 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Video?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Temporal consistency, which no standard detection metric measures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flicker is the complaint users actually make.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633 Module 01 §3's point, in the form it takes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Detection is hard because the output length is variable, and every architecture is a strategy for reconciling that with fixed-size tensors.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DETR's contribution was really a loss change — bipartite matching makes each query commit to one object, removing the need for suppression.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NMS runs after the model and before the metric, so its threshold moves your reported numbers without changing the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NMS fundamentally cannot distinguish overlapping instances from duplicates, which is why crowded scenes are 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mAP@0.5 is roughly twice mAP@[0.5:0.95], and the two are routinely confused when comparing results.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Mean IoU is dominated by large regions, so a model can score well while getting every boundary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