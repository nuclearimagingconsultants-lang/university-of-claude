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representation was chosen for differentiability, not realism, is the key design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mirror failure is the most illuminating one; it is geometrically reasonable and physically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explicit-vs-implicit reversal is a good lesson about research fashion.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Neural Scene Representations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Inverse rendering, finally.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 radiance field and how it is rendered.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rendering must be differentiable.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3D Gaussian splatting and why it is faster.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these against classical multi-view stereo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these representations are and are not suitable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Stop searching for correspondence; optimise a scene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Invert rendering by differentiating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MODULE IN ONE CALLOUT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Classical reconstruction searches for correspondences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then triangulates (Modules 04–06).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Correspondence is the hard, brittle part.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Neural reconstruction skips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Parameterise the scene,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render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from each known camera pose,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minimise the difference between the rendered and the captured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renderer is differentiable, gradient descent solves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647's forward model used as a loss function and CSCE 669's optimiser used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requirement is that rendering be differentiable, which rasterisation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pixel's visible triangle changes discontinuously.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Resolving that is the technical 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RADIANCE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 and its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F(x, y, z, θ, φ) → (r, g, b, 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function from position and view direction to colour and density. Stored as a small MLP, or a grid, or a hash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C(ray) = ∫ T(t) · σ(t) · c(t) 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Volume rendering: integrate colour weighted by density and by transmittance T along the ray.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T(t) = exp( −∫ σ(s) ds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Transmittance — the probability light reaches t unoccluded. This is CSCE 647's participating-media integral.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Volume rendering is chosen precisely because it is differentiable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density is continuous, so there is no visibility discontinuity to differentiate through.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differentiability problem, and its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Surfaces are not differentiable; volumes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CONSTRAINT THAT CHOSE THE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Move a triangle slightly and a pixel's visible surface may switch discontinuously.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gradient of the image with respect to geometry does not exist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density field has no such discontinuity.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point along the ray contributes continuously, weighted by transmittance, so the integral is smooth in the parameters.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volumetric representation was chosen for optimisability, not for physical accuracy.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Real scenes are mostly surfaces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representing them as fog is a deliberate concession.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extracting a clean mesh from a radiance field is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signed-distance variants exist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reintroduce surfaces while keeping a smooth gradient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it work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POSITIONAL ENCODING is not optional. An MLP on raw (x,y,z)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produces a blurry field -- it cannot represent high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frequencies. Encode each coordinate as sin/cos at many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frequencies first. CSCE 647's sampling theory: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network's capacity to represent detail is set by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input's frequency content.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HIERARCHICAL SAMPLING. Most of a ray is empty. Sample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coarsely, build a density-weighted distribution, then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sample finely where density is. 2-3x speedup for free.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CAMERA POSES MUST BE ACCURATE. NeRF assumes them known,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they come from COLMAP (Module 05). A pose error of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one degree produces visible blur that looks like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under-training, which sends people to the wrong fix.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WHAT GOES WRONG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too few views     -&gt; floaters: density in empty space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that happens to fit the images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all views one side-&gt; the unseen side is invented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moving objects    -&gt; smeared, as in Module 05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changing exposure -&gt; baked into the radiance field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reflections       -&gt; modelled as geometry BEHIND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mirror, which is self-consistent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and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one of these failures is the ill-posedness of Module 01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optimiser found a scene consistent with the images that is not the real scene.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Gaussian splatting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idea, a different primitive, two orders of magnitude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Radiance fields against Gaussian splatting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3D Gaussian splatting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Scene 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implicit function (MLP or grid)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explicit set of 3D Gaussians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Rendering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Ray marching — many network queries per pixel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Rasterise and alpha-blend, sorted by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Render 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 per frame originally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time — hundreds of fps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Editing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— weights are not local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 — move or delete primitives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(a network)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— millions of primitives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splatting is fast,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3D Gaussian projects to a 2D Gaussian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can be rasterised — so the whole scene renders with the graphics pipeline of CSCE 641 rather than by marching rays.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network query per sample.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NeRF evaluates an MLP hundreds of times per pixel; splatting blends a few dozen primitives.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alpha blending sorted by depth is differentiable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recovers the Part 2 property with an explicit primitive, because a Gaussian has no hard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density control is the clever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split Gaussians where the gradient is large and prune transparent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representation adapts its resolution to the scene during optimisation.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Honest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Against classical methods, and what each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Neural reconstruction against multi-view stereo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Novel-view image quality: neural wins decisively.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It optimises exactly that objective, so this is not surprising.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Mesh quality for downstream geometry: classical MVS still competitive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often better.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Radiance fields are not surfaces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Robustness to few or badly distributed views: classical wins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degrades to sparse rather than to confident fabrication.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Metric accuracy: both depend on the same COLMAP poses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neither escapes Module 01's scale theorem.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for a game engine: splatting is the one you can render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the track cares.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Choose by what the output is for: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 image, a mesh, or a measurement.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They are different deliverables and the methods rank differently on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is the centre of the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MADE EXPLICIT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641 gave the rasterisation pipeline. CSCE 647 gave the rendering integral and the sampling theory. CSCE 645 gave the surface representations. CSCE 669 gave the optimiser.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module is all four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pointed backwards: a renderer, differentiated, optimised against photographs, producing a scene.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Graphics and Vision are one track and not two.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forward model is the thing you invert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 cannot invert what you do not understand.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clearest case in the program of a subject that could only have been built by people who knew both halves.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Neural reconstruction skips correspondence entirely: parameterise the scene, render it, and minimise the image difference.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volumetric representation was chosen because it is differentiable, not because it is physically accurate — real scenes are mostly surfaces.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Positional encoding is not optional: without it the MLP cannot represent high frequencies, which is CSCE 647's sampling theory.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characteristic failure — floaters, invented back sides, mirrors as geometry — is Module 01's ill-posedness, with the optimiser finding a consistent wrong scene.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Gaussian splatting is faster because a projected Gaussian rasterises, so the graphics pipeline replaces ray marching.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Neural wins on novel-view image quality, classical multi-view stereo remains competitive on mesh quality, and neither escapes the scale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