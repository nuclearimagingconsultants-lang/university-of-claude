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Connecting Harris to Lucas-Kanade via the structure tensor is the insight that makes both memorable.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clear that viewpoint is the unsolved one sets up Part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usually see RANSAC as a trick; the iteration formula makes it a design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753 —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Features and Correspondence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problem everything geometric depends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753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makes a good feature point.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scale and rotation invariance and how it is achieved.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Match descriptors and filter the matches.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RANSAC and choose its parameters.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learned matchers improved on hand-designed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to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Corners, because edges are not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good feature is one you can localise in two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APERTURE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flat patch matches everywhere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information about position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edge patch matches anywhere along the edge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one degree of freedom remains unresolved.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aperture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returns in Module 07 as the reason optical flow is under-determined.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corner matches in one place.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Intensity varies in both directions, so both coordinates are determined.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Harris formalises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 the eigenvalues of the local gradient covariance: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large eigenvalues means a corner, one means an edge, none means flat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response is a function of those eigenvalues.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HARRIS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corner response, derived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Consider shifting a window by (dx, dy). The intensity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change, to first order, is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E(dx,dy) = [dx dy] M [dx dy]^T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where M is the GRADIENT COVARIANCE over the window: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M = sum_w [ Ix*Ix   Ix*Iy ]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    [ Ix*Iy   Iy*Iy ]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M's eigenvalues say how much the patch changes when moved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in each of two principal directions: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both small     -&gt; flat, moves freely, USELESS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one large      -&gt; edge, one free direction, PARTIAL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both large     -&gt; corner, pinned in 2D, GOOD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Harris avoids computing eigenvalues explicitly: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R = det(M) - k * trace(M)^2,     k ~ 0.04-0.06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which is large and positive only when both eigenvalues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are large. Threshold R, then non-maximum suppress.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NOTE THE STRUCTURE: a 2x2 covariance whose eigenvalues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tell you how determined an estimate is. That is the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condition number of Module 01 again, locally.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same matrix appears in Module 07's optical flow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where its conditioning decides whether flow is recoverable at a pixel — one idea, two uses.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Invariance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point, detected from a different distance and angle.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must be invariant, and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Nuisance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breaks naive matching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standard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corner at 2 m is a blur at 20 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Detect across a scale pyramid; keep the scale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Patch orientation changes with camera roll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Estimate a dominant orientation; rotate the patch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Illumination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Brightness and contrast shift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Normalise the descriptor; use gradients not intensities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Viewpoint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Surfaces foreshorten — a circle becomes an ellipse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Affine adaptation, or accept a limited range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Occlusion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Part of the patch is a different surface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Nothing. This is why RANSAC exists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descriptor is a vector designed to be comparable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SIFT WORKS, IN FOUR SENTENCES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Take the patch at the detected scale, rotated to the detected orientation.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Scale and rotation are now removed.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Compute gradients, and histogram their orientations in a 4×4 grid of spatial cells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8 orientation bins — 128 numbers.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Normalise the vector, clip large values, normalise again.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Contrast and brightness are now removed, and the clipping limits the damage from a single bright edge.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Compare by Euclidean distance.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design is entirely about making the comparison meaningful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spatial histogramming buys tolerance to small localisation error, which is the single most important property.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Matching and RANSAC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Most matches are wrong, and that is manageable.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RANSAC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Fitting a model when half the data is garbage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MATCHING gives you correspondences, maybe 40-70% correct.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Least squares on that is worthless -- one gross outlier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moves the fit arbitrarily.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RANSAC: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repeat N times: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sample the MINIMUM set needed to fit the model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(4 points for a homography, 5 for essential)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fit the model to exactly those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count how many of ALL correspondences agree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within a threshold -- the INLIERS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keep the model with the most inliers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refit on all of its inliers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HOW MANY ITERATIONS? For inlier fraction w, sample size s,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and desired success probability p: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N = log(1-p) / log(1 - w^s)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w=0.5, s=4, p=0.99  -&gt;  N = 72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w=0.5, s=8, p=0.99  -&gt;  N = 1177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SAMPLE SIZE IS IN THE EXPONENT. That is why minimal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solvers matter: the 5-point essential algorithm is not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elegance, it is a 100x reduction in iterations over an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8-point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exponential dependence on sample size is the whole reason minimal solvers are a research area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makes the trade immediately quantitative.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parameters that decide whether RANSAC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GETTING IT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threshold.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Too tight rejects true inliers and RANSAC finds nothing; too loose admits outliers and the refit is wrong.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Set it from your measured feature localisation error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typically 1–3 pixels.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iteration count.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Use the formula, and prefer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adaptive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RANSAC: recompute N from the best inlier fraction seen so far, which usually terminates far earlier.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ratio test before RANSAC.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Keep a match only if the best descriptor distance is well below the second best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typically 0.7–0.8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single filter raises the inlier fraction enormously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therefore cuts N exponentially.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check the final inlier count, not just that it returned.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RANSAC always returns something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model supported by 12 of 800 matches is noise with a confident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Learned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hand-designed pipeline was beaten.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learning changed, and what it did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Learned descriptors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beat SIFT modestly — the hand-designed one was close to optimal for its patch size.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Learned </a:t>
            </a:r>
            <a:r>
              <a:rPr sz="1700" b="1" i="1">
                <a:solidFill>
                  <a:srgbClr val="3C4555"/>
                </a:solidFill>
                <a:latin typeface="Calibri"/>
              </a:rPr>
              <a:t>matchers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 beat it decisively.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SuperGlue and its successors match the whole set jointly, using attention, rather than comparing pairs independently.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Because matching is a global assignment problem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and nearest-neighbour-with-ratio-test treats it as many independent ones.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 joint formulation is the real contribution.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Biggest gains at wide baselines and low texture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exactly the cases Part 2's table could not fix.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geometry is unchanged.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RANSAC, the essential matrix, and bundle adjustment all still run on the 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Learning replaced one stage of the pipeline, not the pipeline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realistic picture of learned geometric vision.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good feature is localisable in both dimensions; edges leave one degree of freedom, which is the aperture problem that returns in optical flow.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Harris uses the eigenvalues of the local gradient covariance, which is a local conditioning estimate and the same matrix as Lucas–Kanade uses.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Scale, rotation, and illumination invariance have standard solutions; viewpoint invariance does not, which is where learned matchers won.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RANSAC's iteration count depends exponentially on the sample size, which is why minimal solvers are a research area.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ratio test before RANSAC raises the inlier fraction and therefore cuts the iteration count exponentially — it is the cheapest available win.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RANSAC always returns something, so the inlier count must be checked rather than assumed.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