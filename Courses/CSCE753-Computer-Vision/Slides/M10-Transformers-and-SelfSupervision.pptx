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answer is 'it depends on your data volume', and saying so is more useful than picking a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asymmetry is the genuinely actionable finding and is rarely stated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Transformers and Self-Supervision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Learning without labels, and attention over patches.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vision transformer and how it differs from a CNN.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inductive bias buys and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main self-supervised objectives.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contrastive language-image pretraining and what it enables.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self-supervised features are and are not good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Vision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image as a sequence of patches.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vision transformer is CSCE 636's transformer with patches as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ARCHITECTURE, IN ONE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Cut the image into 16×16 patches, flatten each, project to a vector, add a positional embedding.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 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run a standard transformer encoder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636 M06)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classify from a prepended class token.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nothing vision-specific in the body.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Self-attention is global from layer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patch attends to every other — so there is no receptive-field growth to manage (Module 08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cost is quadratic in the patch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high resolution expensive and is why windowed variants like Swin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Convolution against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Inductive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Locality, translation equivariance, hierarchy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Almost none — only the patch grid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Small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better — the bias is correct and free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worse — must learn the bias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Plateaus earlier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Keeps improving; eventually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Receptive field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Grows with depth; must be designed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Global immediately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 in resolution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in pixels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Quadratic in patches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Inductive bias is a prior, with the same trade as every prior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GENERAL LESSON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Convolution hard-codes that nearby pixels are related and that features should be translation-equivariant.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Both are true of natural images.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CNN starts with free, correct knowledge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needs less data — exactly Module 01 §3's fourth strategy, built into the architecture rather than learned.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correct prior becomes a ceiling once data is abundant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model cannot represent the exceptions. Translation equivariance is wrong for an image with a consistent horizon.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bias–variance trade of CSCE 633 M03, in architectural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why the CNN-versus-transformer question has a data-dependent answer rather than a winner.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Self-supervision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Labels are expensive; images are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families that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CONTRASTIVE  (SimCLR, MoCo)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two augmentations of one image should embed close;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different images should embed far apart.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NEEDS many negatives -- a large batch or a queue.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Risk: learns the augmentation invariances you chose,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which is a feature when they match your task and a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limitation when they do not.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SELF-DISTILLATION  (BYOL, DINO)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a student network predicts a teacher's output on a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different view; the teacher is an exponential moving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average of the student.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NO NEGATIVES NEEDED, which was surprising, and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reason it does not collapse is still debated.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DINO's attention maps segment objects without ever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being told objects exist.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MASKED PREDICTION  (MAE, BEiT)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mask 75% of the patches and reconstruct them.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Directly CSCE 638's masked language modelling.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Scales well, trains cheaply (the encoder only sees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25% of patches), and yields features that fine-tune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excellently and linear-probe poorly.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THAT LAST ASYMMETRY MATTERS: masked models learn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representations that need adaptation, contrastive models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learn ones that are immediately linearly separable.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Which you want depends on your labelled data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probe-versus-fine-tune asymmetry is the practical difference between the families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it decides which to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Language supervision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caption as a label that already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CLIP: train image and text encoders to 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WAS A STEP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 an image encoder and a text encoder so that a photograph and its caption embed close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contrastively, over hundreds of millions of pairs.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Captions are supervision that already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annotation campaign, and the label space is open rather than a fixed list of classes.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zero-shot classification: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embed the candidate class names as text, embed the image, pick the nearest.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training on the target classes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gives a shared space for retrieval and for conditioning generators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text-to-image models depend on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limitation is that it inherits the biases of web captions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faithfully.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they are good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honest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self-supervised features earn their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Little labelled data, plenty of unlabelled.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core case, and the gains are large.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Retrieval and nearest-neighbour search.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good embedding is directly useful without any head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(CSCE 670's subject).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Dense correspondence.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DINO features match across instances and viewpoints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surprisingly well — which is Module 03's problem, solved sideways.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initialisation for anything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including the geometric pipelines of Modules 03–07.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Not: metric geometry, uncertainty, or anything requiring guarantees.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 08 §4's limits are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DINO features as a dense descriptor is the result most worth knowing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connects this module directly back to the geometric half of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scale did and did not deliver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Scale delivered representation quality.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Features from a large self-supervised model beat supervised features on most transfer tasks, which was not true in 2018.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delivered open-vocabulary recognition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through language supervision, which no amount of fixed-class training achieves.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did not deliver robustness.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Large models are more robust than small ones and still fail under distribution shift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12), and they fail confidently.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did not deliver geometry.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CLIP cannot count reliably, struggles with spatial relations, and has no metric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geometric half of this course is not obsolete, which is the honest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vision transformer is CSCE 636's transformer with image patches as tokens, and the body contains nothing vision-specific.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Convolution's inductive bias is a prior: free correct knowledge at small data, a ceiling at large data — the bias-variance trade in architectural form.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Contrastive methods need negatives, self-distillation surprisingly does not, and masked prediction is CSCE 638's objective applied to patches.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Masked models fine-tune excellently and linear-probe poorly; contrastive models are immediately linearly separable — which decides the choice.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CLIP uses captions as supervision that already exists, giving open-vocabulary zero-shot classification and a shared embedding space.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Scale delivered representation quality and open vocabulary; it did not deliver robustness or geometry.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