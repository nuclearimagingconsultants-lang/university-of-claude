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ambiguities early gives students a vocabulary for every later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 connection makes this immediately concrete for the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Inverse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vision is hard in a way graphics is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forward model and explain what inverting it loses.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ill-posedness with concrete ambiguities.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the four strategies for constraining the inversion.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priors are unavoidable rather than a shortcut.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every module in the course against that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Forward and backward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Graphics is a function. Vision is its inverse, and the function is not injective.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Rendering is a function; vision inverts a function that loses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 FOR THE WHOLE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647's rendering equation maps a scene — geometry, materials, lights, camera — to an image.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Given the scene, the image is determined.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Vision asks for the scene given the image.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But the forward map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many-to-one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enormous numbers of distinct scenes produce pixel-identical images.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inverse is not a function at 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unique answer to recover, and any method that returns a single answer has added information from somewhere.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central fact of the subject.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technique in this course is a way of supplying the missing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knowing which information a method assumes tells you exactly when it will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AMBIGUITIES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single image cannot determine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Ambiguity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confusion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resolves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 /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small near object and a large far one project identically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second view, or known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Albedo / illumination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Dark surface in bright light = bright surface in dim light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prior, or controlled lighting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Shape / shading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curved surface and a painted gradient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Motion, or multiple lights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Specular / texture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highlight and a white patch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Viewpoint change — highlights move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Occlusion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is behind an object is simply absent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Another view, or a learned prior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Bas-relief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flattened scene with scaled lighting matches exactly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Nothing, from shading alone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Ill-posed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precise sense in which the problem is broken.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a problem can be ill-posed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HADAMARD'S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Existence: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scene explains the image. Rare in practice, and usually means the model is wrong rather than the image impossible.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Uniqueness: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many scenes explain it equally well.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dominant failure in vision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subject of Part 1's 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Stability: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tiny change in the image produces a huge change in the recovered scene.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one that silently ruins working systems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answer is unique but useless.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Stability is the condition-number problem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620 M01, CSCE 669 M05)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near-degenerate configuration gives a unique answer with enormous error bars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Module 04's pure-rotation failure is exactly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CONCRETELY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depth-scale ambiguity, in four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A pinhole camera projects a 3D point to pixels by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 u = f * X / Z,    v = f * Y / Z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Scale the entire scene by k: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 u' = f * (kX) / (kZ) = f * X / Z = u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THE IMAGE IS IDENTICAL. Scene scale is UNRECOVERABLE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from any number of images from an uncalibrated-baseline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camera. Structure from motion returns geometry up to an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unknown global scale, and that is not a limitation of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the algorithm -- it is a property of projection.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TO FIX THE SCALE you must measure something: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a known object size in the scene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a measured camera baseline (stereo rig)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an inertial measurement unit (visual-inertial odometry)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a depth sensor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This is why monocular SLAM drifts in scale and why every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phone AR system fuses the camera with the IMU.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Scale ambiguity is not a bug to be engineered around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a theorem, and systems that need scale must measure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four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method in this course is one of these.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constrain an under-determined inversion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More measurements.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More views, more lights, more time.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04–07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it is the only strategy with provable guarantees.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Known structure.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Calibrated cameras, a planar scene, a rigid object, a known target.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02–03.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Physical assumptions.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Brightness constancy, Lambertian surfaces, small motion.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06–07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cheap, powerful, and each one is a failure mode.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Learned priors.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What scenes are plausible, learned from data.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08–11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only strategy that addresses semantics, and the only one with no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These are ordered by how much they can be trusted and inversely by how much they can do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the trade the whole course negotiates.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prior is not cheating, and it is not optional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POINT PEOPLE RESIST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Since the inversion is under-determined, choosing an answer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requires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 preference over scenes.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neutral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So-called assumption-free methods have implicit priors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smoothness, Lambertian reflectance, general position — which are no less assumptions for being unstated.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learned prior is an explicit, measurable version of the same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its advantage is that you can test where it holds.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12 is about distribution shift: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prior is exactly as good as the match between its training distribution and your scene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match is measurable rather than assumable.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subjects, meeting at Module 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SHAPE OF THE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02–07: geometric vision.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Projective geometry, calibration, correspondence, triangulation, bundle adjustment, stereo, flow.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Well-conditioned, provably correct where its assumptions hold, and the basis of every camera-tracking system that ships.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08–10: learned vision.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Recognition, detection, segmentation, transformers, self-supervision.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Answers the semantic questions geometry cannot touch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guarantees.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11: they meet.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Neural scene representations optimise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renderer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against photographs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647's forward model used as a loss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12–13: what you can claim.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Evaluation under shift, and deployment.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closing discipline as every course in this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Rendering maps scenes to images and is many-to-one, so the inverse is not a function and any single answer has added information.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standard ambiguities — depth/scale, albedo/illumination, shape/shading, bas-relief — are each resolved by a specific kind of extra information.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Scale is unrecoverable from projection alone; this is a theorem, which is why every phone AR system fuses camera with inertial measurement.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Ill-posedness has three forms, and instability — a unique answer with enormous error — is the one that ruins working systems.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four strategies are more measurements, known structure, physical assumptions, and learned priors, ordered by trustworthiness and inversely by reach.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prior is not optional: under-determination means choosing an answer requires a preference over scenes.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