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DoF count explains the minimal-solver sizes, which students otherwise memorise.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midpoint-vs-reprojection distinction is a real and common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753 —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Two-View Geometry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two pictures determine.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753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epipolar constraint.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the fundamental and essential matrices.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Recover relative pose and triangulate.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homography and when it applies instead.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the degenerate configurations.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epipolar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point in one image restricts its match to a line in the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cameras and a world point are coplanar, and that is the whole constraint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DERIVATION IN FOUR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two camera centres and the world point define a plane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epipolar plane. Both image rays lie in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three vectors are coplanar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coplanarity of three vectors is a vanishing triple product: x′ · (t × R x) = 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Write that as x′ᵀ E x = 0 with E = [t]ₓ 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the essential matrix, and it is just the triple product rearranged.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consequence is the useful part: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point in one image constrains its match to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line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in the 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one-dimensional search instead of two-dimensional. That is what makes dense stereo feasible (Module 06).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Fundamental against essential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Fundamental 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Essential 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Works 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Pixel coordinates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Calibrated (normalised) coordinates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 — no calibration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Known intrinsics 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 = K'^-T E K^-1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 = K'^T F 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7 (rank 2, scale-free)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5 (rank 2, two equal singular values)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 points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5 — and RANSAC cares (M03)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Yields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7004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7977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Epipolar lines only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7628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8601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Epipolar lines AND relative pose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Pose and triangulation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E to geometry.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 to pose, and the four-way ambiguity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SVD of E gives FOUR candidate (R, t) pairs: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two rotations, and t up to sign.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Only ONE puts the triangulated points IN FRONT of both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cameras. The other three place points behind one or both,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which is physically impossible.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SO: triangulate one correspondence under each candidate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pick the one with positive depth in both views. This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is the CHEIRALITY check, and it is two lines of code.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t HAS NO SCALE. |t| = 1 by construction, because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Module 01's scale ambiguity is a theorem. Your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reconstruction is metric in SHAPE and arbitrary in SIZE.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TRIANGULATION: given two rays that should meet but do not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(noise), find the 3D point minimising REPROJECTION ERROR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in both images -- NOT the midpoint of the closest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approach between the rays, which is the intuitive answer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is biased. The reprojection formulation is the one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that is statistically correct under image-plane noise.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Minimise error where the noise is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in the image, not in the world. The same principle governs bundle adjustment in Module 05.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Homographies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 scene is a plane, or the camera only rotates.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homography applies in exactly two situations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BOTH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scene is planar.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All points lie on one plane, so the image-to-image map is a projective transform of that plane — 8 degrees of freedom, 4 point pairs.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 the camera only rotates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no translation. Then depth is irrelevant to the mapping and any scene maps by a homography.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why panorama stitching works.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Both cases are degenerate for the essential matrix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Part 4's subject and the most common failure in practice.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estimate both models and compare their inlier counts.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the homography explains the data as well as the essential matrix, you are in a degenerate configuration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must not trust the pose. That test is cheap and almost nobody runs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Degeneracies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two views determine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DEGENERACIES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configurations that break two-view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Pure rotation.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No baseline means no triangulation, and E is undefined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t is zero. Symptom: a plausible pose, wild depths.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most common real failure.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All points coplanar.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F is not uniquely determined by a plane; the 8-point algorithm returns noise.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Use the homography.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Very small baseline relative to depth.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Not degenerate, but badly conditioned — Module 01's stability failure.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Depth error scales as depth² / baseline.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Repeated structure.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Matching is confidently wrong, and RANSAC finds a consistent incorrect model.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Brick walls and office carpets.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All points at great distance.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Translation becomes unobservable; the configuration approaches pure rotation.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Every one of these returns a confident answer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why the homography comparison and a conditioning check are mandatory rather than optional.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Depth error grows with the square of depth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NUMBER TO 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a stereo pair with baseline b, focal length f in pixels, and disparity error δd, the depth error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δZ ≈ Z² · δd / (f · b).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doubling the distance quadruples the error.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rig accurate to a centimetre at 2 m is accurate to 25 cm at 10 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only levers are baseline and focal length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both linear.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Widening the baseline improves depth and worsens matching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fundamental stereo trade (Module 06).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Compute this number for your rig before building anything on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decides whether the system is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takes one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epipolar constraint is coplanarity of two rays and the baseline, written as a vanishing triple product.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It reduces correspondence search from two dimensions to one, which is what makes dense stereo feasible.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fundamental matrix needs no calibration and yields only epipolar lines; the essential matrix needs intrinsics and yields relative pose.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 decomposes to four candidate poses and the cheirality check selects the one with points in front of both cameras.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Triangulate by minimising reprojection error, not by taking the midpoint of closest approach, which is biased.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Depth error grows as the square of depth, so a rig's useful range is computable in one line before anything is built.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