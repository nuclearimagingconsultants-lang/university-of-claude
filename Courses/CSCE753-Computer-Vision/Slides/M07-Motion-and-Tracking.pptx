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barber pole is the clearest demonstration of normal flow and is worth showing.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intrinsic failure explains the learned-method transition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hybrid is the practical answer and should be stated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Motion and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Correspondence over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optical flow constraint and the aperture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Lucas–Kanade and its conditioning.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coarse-to-fine estimation.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filtering for tracking, and what a Kalman filter assumes.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tracking from detection, and explain when each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Optical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equation, two unknowns.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brightness constancy constraint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I(x, y, t) = I(x + u, y + v, t + 1)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moving point keeps its intensity. The assumption, stated.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Iₓ u + I_y v + I_t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First-order expansion. ONE equation, TWO unknowns, per pixel.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So flow is under-determined at every pixel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aperture problem of Module 03 §1, now as an algebraic fact rather than an intuition.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Only the flow component along the image gradient is recoverable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perpendicular component is invisible, which is exactly why a rotating barber pole appears to move upward.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Lucas–Kanade: assume the flow is constant over a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One equation per pixel is not enough. So assume all pixels in a small window share the same flow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solve the overdetermined system by least squares.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normal equations involve the structure tensor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2×2 gradient covariance as Harris (Module 03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flow is recoverable exactly where Harris finds corners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unrecoverable on edges and flat regions.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'Good feature to track' and 'good feature to match' are the same property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how Shi–Tomasi was derived.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matrix's condition number tells you the uncertainty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report it, and discard tracks where it is poor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propagating a confident wrong velocity.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Large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first-order expansion only holds for small displacements.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COARSE TO 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pyramids are not an optimisation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PROBLEM: the flow equation came from a FIRST-ORDER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Taylor expansion, valid only for displacements of about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one pixel. A 30-pixel motion violates it completely,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estimate is not merely inaccurate -- it is unrelated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to the true motion.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FIX: build an image pyramid. At 1/32 resolution,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30-pixel motion IS about one pixel.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estimate flow at the coarsest level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upsample the flow, scale by 2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WARP the next image by the current estimate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estimate the RESIDUAL flow at this level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repeat down to full resolution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Each level only ever estimates a small residual, so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linearisation is valid at every level.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THIS IS NOT A SPEED OPTIMISATION. Without it the method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does not work at all for realistic motion. It is also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exactly CSCE 669's trust-region idea: take a step only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as large as the local model justifies.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IT FAILS when a small object moves far -- the object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vanishes at coarse scales, so the coarse estimate misses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it and the fine levels cannot recover.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small-fast-object failure is intrinsic to coarse-to-fine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is a large part of why learned flow methods won on benchmarks that contain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Tracking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Using history, and what that assumes.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Kalman filter is optimal under assumptions you should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FILTERING BUYS AND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Predict the state forward with a motion model, then correct it with the measurement, weighting each by its covariance.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whole algorithm.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provably optimal when the dynamics are linear, the noise is Gaussian, and the model is correct.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All three fail in real tracking.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Non-linear dynamics get the extended or unscented variants; multi-modal uncertainty needs a particle filter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a Gaussian cannot represent 'the object is in one of two places'.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failure mode is overconfidence: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filter whose model is wrong reports small covariance while being badly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will reject the correct measurement as an outlier.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Monitor the innovation, not the covariance.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Tracking against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Detection per frame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Previous position; small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Nothing; searches the whole frame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Expensive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Identity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Maintained naturally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Must be re-associated every frame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Fails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DRIFT — slow accumulation onto the background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Missed detections, flicker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Recovery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Cannot recover once lost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Recovers automatically next frame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breaks, and what to measure.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Motion estimation in real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Rolling shutter.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Most cameras expose rows at different times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a fast-moving object is sheared and the rigid-motion assumption is false.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Model it or use a global shutter.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Motion blur.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The feature you are tracking is smeared across the direction of motion, which biases localisation along that same direction.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Illumination change.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Brightness constancy fails under auto-exposure, flicker, or a cloud.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Lock exposure if you can.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Occlusion.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The track must be </a:t>
            </a:r>
            <a:r>
              <a:rPr sz="1600" b="0" i="1">
                <a:solidFill>
                  <a:srgbClr val="3C4555"/>
                </a:solidFill>
                <a:latin typeface="Calibri"/>
              </a:rPr>
              <a:t>suspended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not continued — continuing it is how trackers end up following the occluder.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measure drift directly: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track a point out and back to its start and report the closure error in pixels.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out-and-back test is the honest measure of a tracker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needs no ground truth, which is why it is worth building into the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motion connects to the rest of the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MODULE SITS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Flow gives dense correspondence, which is dense stereo's input when the two frames come from a moving camera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structure from motion and optical flow are the same problem under different parameterisations.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Tracked features give the tracks of Module 05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video is a structure-from-motion problem with free, reliable correspondence.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PnP against a map at 60 Hz is SLAM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Module 05 §1 was building toward and what every AR system runs.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Modules 03–07 are one subject: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correspondence, across space or across time, and everything geometric depends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Brightness constancy gives one equation in two unknowns per pixel, so flow is under-determined — the aperture problem as algebra.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Lucas–Kanade assumes constant flow over a window, and its normal equations contain the same structure tensor as Harris.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So flow is recoverable exactly where corners are found, and the condition number is the uncertainty — report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Coarse-to-fine is not a speed optimisation: without it the linearisation is invalid and the method does not work at realistic motion.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Kalman filter is optimal under three assumptions that all fail in practice, and its failure mode is confident wrongness.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Tracking drifts and cannot recover; detection recovers and loses identity — so real systems do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