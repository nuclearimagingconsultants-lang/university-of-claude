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the first layer is always the same is genuinely striking and worth dwelling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linear-probe-as-baseline habit is the most useful thing in this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753 —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Learned Representations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a network learns about images, and what to reuse.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753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convolutional features represent at each depth.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transfer learning and choose a transfer strategy.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receptive field and why it constrains architecture.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role of resolution in vision models.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learned features cannot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the layers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hierarchy that was designed and turns out to be learned.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is found at each depth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the filters respond 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Layer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Oriented edges and colour blobs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Gabor-like. Essentially always, in every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Layer 2–3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Corners, junctions, textures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Recognisably the features of Module 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Mid depth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Parts — wheels, eyes, text-like patterns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most transferable layers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Object-like and category-specific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Tied to the training task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Final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0048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9776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classes themselves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Discard on transfer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Learned early layers rediscovered hand-designed 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RESULT THAT SHOULD SURPRISE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first convolutional layer learns oriented edge and colour-opponent filters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what Gabor filters are, and what SIFT's gradient histograms were built from.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Nobody put them there.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They fall out of gradient descent on natural images under essentially any objective.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hand-designed features of Module 03 were not arbitrary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decades of design converged on roughly the right primitives, which is why learned descriptors beat SIFT only modestly (M03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learning added was the middle.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Parts and configurations were never successfully hand-designed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where the gains 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Reusing a representation, and choosing how much.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decision, by data 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&lt; 1000 labelled images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FREEZE the backbone, train a linear head only.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Anything more overfits. A linear probe on good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features is a strong baseline and is frequently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enough.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1k - 10k images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Fine-tune the LAST FEW BLOCKS, freeze the rest.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Use a learning rate 10x lower than from scratch --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the features are already good and large steps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destroy them.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10k - 100k images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Fine-tune EVERYTHING, with a layer-wise decaying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learning rate: lowest at layer 1, highest at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head. Early layers need almost no change (Part 1).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&gt; 100k images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Fine-tuning still beats training from scratch, but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the margin narrows. Pretraining is buying you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optimisation speed more than final accuracy here.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ALWAYS: compare against the FROZEN linear probe. If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fine-tuning does not beat it, you are overfitting and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reporting it as progress -- CSCE 633 Module 03's lesson,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in the exact form it takes in vision.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linear probe is the baseline that keeps transfer honest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it is one line of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Receptive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a unit can possibly see.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unit cannot respond to anything outside its receptive 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ARCHITECTURAL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receptive field is the region of the input that can influence a given unit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grows with depth, stride, and dilation.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your object spans 200 pixels and the receptive field is 80, no single unit can see the whole object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no amount of training fixes that.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compute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a short recurrence over the layers,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mismatch between object scale and receptive field is a common, invisible architectural error.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effective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receptive field is smaller than the theoretical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contributions fall off roughly as a Gaussian from the centre — so build in margin rather than matching exactly.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resolution matters more in vision than elsewhere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Small objects occupy few pixels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after four downsamplings a 32-pixel object is 2 pixels.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is gone.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detection at multiple scales needs features at multiple resolutions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what feature pyramid networks exist for, and it is Module 03's scale pyramid again.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Compute scales quadratically with resolution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resolution is the most expensive single choice.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training and test resolution must match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or the apparent object scale shifts and accuracy drops for no visible reason.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a distribution shift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12)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that you introduced yourself in the data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train/test resolution mismatch is a real and frequent bug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it presents as a mysterious accuracy gap rather than as an error.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this representation does not give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learned features cannot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STATED PLAINLY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They do not give metric geometry.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network can estimate relative depth well and absolute scale not at all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Module 01's theorem binds learned methods exactly as hard as geometric ones.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They do not generalise outside their training distribution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degradation is not graceful or predictable (Module 12).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They do not provide uncertainty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without explicit effort — softmax confidence is not calibrated (CSCE 633 M12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are not interpretable in the way the hierarchy picture suggests.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clean 'edges, parts, objects' story is a partial truth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assembled from visualisations that select for interpretability, and it should be held loosely.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Convolutional layers learn edges, then textures, then parts, then object-like features — and the first layer is Gabor-like in every model regardless of task.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That convergence shows the hand-designed features of Module 03 were close to right, and that learning's contribution was the middle of the hierarchy.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Transfer strategy follows from labelled data volume, and the frozen linear probe is the baseline that keeps it honest.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unit cannot respond to anything outside its receptive field, so object scale and receptive field must be matched deliberately.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Resolution is the most expensive architectural choice and the train/test resolution mismatch is a self-inflicted distribution shift.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Learned features do not give metric scale, do not degrade gracefully off-distribution, and are less interpretable than the hierarchy picture suggests.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