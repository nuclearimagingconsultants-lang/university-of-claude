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Census is underused relative to how well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graph-cuts link back to the optimisation course is worth making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Stereo and Dense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depth value at every pixel.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rectification and why it is done first.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cost volume and the matching cost choices.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smoothness is required and how it is imposed.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passive stereo against active depth sensing.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where dense stereo fails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epipolar lines horizontal.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Rectify first, and the search becomes a scan along a 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EVERY STEREO PIPELINE STARTS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04 reduced the match search to a line.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Rectification warps both images so that line is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same horizontal row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correspondence for pixel (u,v) lies at (u−d, v) for some disparity d ≥ 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one-dimensional search over integers, per pixel.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 problem cache-friendly and vectorisable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why it is done even though the geometry does not require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Depth follows from disparity directly: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Z = f·b / 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Disparity and inverse depth are the same quantity up to a constant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stereo methods work in disparity throughout.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structure every stereo method builds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For each pixel (u,v) and each candidate disparity d,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compute a MATCHING COST: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C[v][u][d] = cost of matching left(u,v)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against right(u-d, v)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That three-dimensional array is the COST VOLUME, and 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is the common structure of classical and learned stereo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alike.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MATCHING COSTS, weakest to strongest: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SAD / SSD        sum of absolute/squared differences.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Fast; breaks under any exposure change.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NCC              normalised cross-correlation.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Invariant to affine intensity change.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CENSUS           compare each neighbour's intensity to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the centre, Hamming-distance the bit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strings. INVARIANT TO ANY MONOTONIC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intensity change -- the best classical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choice, and cheap.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LEARNED          a small CNN scores patch pairs.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Better, especially on low texture.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WINNER-TAKE-ALL over d gives a disparity map that is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recognisable and noisy. Everything after this is about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Census is the right default for classical stereo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monotonic-invariance costs almost nothing and handles the exposure differences real rigs 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Smoothness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per-pixel matching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Per-pixel matching is ambiguous, so a prior is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MODULE 01, CONCRETELY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textureless region matches equally well at every disparity.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cost volume is flat and the argmin is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repeated pattern matches well at several disparities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winner-take-all picks one arbitrarily — confidently.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impose smoothness: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neighbouring pixels probably have similar disparity, because surfaces are mostly continuous.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not at object boundaries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disparity jumps.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smoothness penalty must be edge-aware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weak across image edges, strong within regions.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single refinement is most of what separates good stereo from bad.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smoothness is imposed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Window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Aggregate cost over a 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Implicit smoothness; blurs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cuts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Global energy, solved exactly for two labels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Min-cut — CSCE 669 M11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Semi-global (SGM)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Dynamic programming along 8 directions, summed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classical sweet spot; fast and good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Bilateral / guided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Edge-aware cost aggregation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 and surprisingly effective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3D convolutions over the cost volume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accuracy; needs training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Active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Projecting the texture you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the scene has no texture, supply some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ENGINEERING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Structured light projects a known pattern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triangulates its deformation — so a blank wall becomes a textured one and stereo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Time of flight measures the round trip of modulated 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 pixel, with no correspondence problem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has its own failures: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structured light loses to sunlight and to dark surfaces; time of flight suffers multi-path on corners and interference between units.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both fail on the same materials as passive stereo: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glass, polished metal, and water defeat every method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assumption that a surface returns light from where it is located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dense depth cannot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stereo fails,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Textureless surfaces.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No signal to match.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Walls, skies, tabletops.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dominant failure indoors.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Repeated texture.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Confident wrong matches.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Brick, tile, railings, keyboards.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Occlusion.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Pixels visible in one view only have no correct disparity at all — they must be detected and labelled, not estimated.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Specular and transparent surfaces.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apparent brightness depends on viewpoint, so brightness constancy fails outright.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distance.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Error grows as Z²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§4), so every rig has a usable range that is computable in advance.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Report a confidence or validity mask with every depth map.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 depth value in a textureless region is fabrication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downstream code must be able to tell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Multi-view stereo is the same idea with more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GENERALISATION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n calibrated views, build the cost volume by projecting each candidate depth into every view and measuring photo-consistency.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More views resolve the ambiguities of 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repeated pattern is unlikely to be consistent across six viewpoints — which is Module 01's first strategy, applied harder.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occlusion becomes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point hidden in some views is visible in others, if the view selection accounts for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what COLMAP's dense stage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the classical method that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11's neural representations replaced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optimising a renderer instead of a cost volume.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Rectification makes epipolar lines coincide with image rows, turning correspondence into a horizontal scan — done for computational reasons, not geometric ones.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Disparity and inverse depth are the same quantity up to a constant, which is why stereo methods work in disparity.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cost volume is the common structure of classical and learned stereo, and census matching is the best cheap classical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Per-pixel matching is ambiguous in textureless and repeated regions, so a smoothness prior is required — and it must be edge-aware.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Active depth supplies the texture passive stereo lacks, and fails on the same materials for the same reason.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depth value in a textureless region is fabrication, so every depth map needs a validity mask.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