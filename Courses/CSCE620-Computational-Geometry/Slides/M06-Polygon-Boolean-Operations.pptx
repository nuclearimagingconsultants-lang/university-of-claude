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degenerate-connecting-edge artifact is the thing people hit and cannot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naming the versions — people implement the 1998 paper and then wonder why it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even-odd vs nonzero difference explains a lot of real rendering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Clipper's success is the evidence for the integer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Polygon Boolean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Union, intersection, difference — and the hardest robustness problem in the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convex and general polygon clipping.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Greiner–Hormann approach and its failure cases.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winding numbers and apply fill rules.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boolean operations are the worst robustness case.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snap rounding and say what it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easy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Clipping against a convex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SUTHERLAND–HODGMAN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Clip a polygon against a convex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For each edge of the CONVEX clip region: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output = []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for each edge (prev -&gt; curr) of the subject polygon: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if curr is INSIDE: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if prev is OUTSIDE: output += intersection(prev, curr)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output += curr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else: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if prev is INSIDE:  output += intersection(prev, curr)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subject = output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Clip against one half-plane at a time; the result feeds the next.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O(n * k) for n subject vertices and k clip edges.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CATCH: if the SUBJECT is concave, the result may contain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degenerate connecting edges -- a single output ring that visits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boundary and returns along the same line. Visually it looks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right; topologically it is not a simple polygon.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CLIP REGION MUST BE CONVEX. This is not a limitation that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can be worked around; the half-plane decomposition requires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Twelve lines, and it is the right answer for the viewport-clipping case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that graphics actually needs most often.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Convex clipping covers more cases than you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WHEN THE EASY CASE IS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Viewport and scissor clipping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rectangle, which is convex.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Frustum clipping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six half-spaces, the 3D version of exactly this algorithm.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Shadow volume and portal clipping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splitting against a BSP plane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reach for Sutherland–Hodgman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only escalate to general boolean operations when the clip region genuinely is not convex.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cost difference is enormous, and so is the robustness difference.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general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arbitrary polygons.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Greiner–Hormann: walk the intersected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1. Find all intersections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between the two boundaries and insert each as a vertex into both polygons' linked lists.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2. Classify each intersection as entry or exit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relative to the other polygon.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3. Walk: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traverse one boundary until an intersection, then jump to the other and continue — switching at every crossing.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4. The traversal rule selects the operation.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Union, intersection, and difference differ only in which direction you take after each jump.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algorithm, three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Greiner–Hormann 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Vertex lies exactly on an 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Entry/exit classification is undefined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Overlapping collinear edges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Infinitely many intersections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vertices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Degenerate intersection; may be missed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Results touching at a 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Output topology is ambiguous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Self-intersecting input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Undefined; must be resolved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Winding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cleaner formulation.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Fill rules from one integer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w(p) = number of signed crossings of a ray from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Counter-clockwise boundary crossings count +1, clockwise −1.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Non-zero rule: inside ⟺ w ≠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What most CAD and most renderers use. Holes need opposite winding.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Even–odd rule: inside ⟺ w is odd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What PostScript and SVG default to. Self-overlap creates holes.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Union, intersection, and difference are arithmetic on winding numbers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this formulation is cleaner.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Booleans as winding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VIEW IS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 polygon A winding contributions and polygon B its own.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for each output region, compute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Union: keep where w_A ≠ 0 or w_B ≠ 0. Intersection: and. Difference: w_A ≠ 0 and w_B =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algorithm is one arrangement computation plus a per-face predicate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three separate traversal rules.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extends to n polygons at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to self-intersecting input, which the boundary-walk formulation does not.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what production libraries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this is the worst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Robustness, at its hardest.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Booleans compute new points, and that is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DIFFICULTY OF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algorithm so far only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classified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input points.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Exact predicates make classification exact, and Module 02 is sufficient.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Booleans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construct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new 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intersections — and a constructed point is generally not representable.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output of one boolean is approximate input to the next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error accumulates across a chain of operations.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Exact predicates do not solve this.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make each classification right; they cannot make an unrepresentable coordinate representable.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predicate/construction distinction, and it is the real lesson.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can actually be done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rational coordinates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Denominators grow; unbounded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CGAL exact kernels; CAD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Snap rounding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Moves points; can change topology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robust practical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Integer coordinates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Must fix a grid up front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Clipper; many 2D libraries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Interval + exact fallback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 path, exact when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CGAL lazy kernel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Tolerance-based merging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Unsound, but ubiquitous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Most mesh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Snap rounding, and its honest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COMPROMISE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Round every vertex and every computed intersection to a fixed grid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then re-resolve any new intersections the rounding created.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output is exactly representable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next operation starts clean. Chains of booleans stop accumulating error.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rounding can change topology: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thin sliver can collapse, two components can merge, a point can cross an edge it was on the other side 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output is a valid polygon near the true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usually acceptable and must be documented.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Iterated snap rounding bounds the displacement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principled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Sutherland–Hodgman clips against a convex region in O(nk), which covers viewport, frustum, portal, and BSP splitting — reach for it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Greiner–Hormann walks intersected boundaries, and union, intersection and difference differ only in the traversal rule.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1998 Greiner–Hormann paper handles no degeneracies; Foster's 2019 extension handles most.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Winding numbers turn booleans into per-face arithmetic, which extends to many polygons and to self-intersecting input.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Booleans construct new points rather than only classifying existing ones, and a constructed intersection is generally not representable.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Exact predicates cannot fix construction — snap rounding, exact rationals, or a fixed integer grid are the real options.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