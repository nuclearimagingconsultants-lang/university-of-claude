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underestimate how much rests on this one expression. Say it explicitly.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Have them run this. Believing it from a slide is not the same as watching it happen.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epsilon row is the important one — nearly everyone reaches for it first and it actively makes things harder to reason about.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key reframing: degeneracy is the common case in real data, not the rare one. Random points are the unusual input.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620 — Computational Geometry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Geometry a Machine Can Believe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The algorithms are correct. The arithmetic is not.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620 · Module 01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the structure of a geometric algorithm: predicates plus combinatorics.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Demonstrate a floating-point predicate giving an inconsistent answer.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why inconsistency is worse than inaccuracy.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Name the standard degeneracies and why they are not edge cases.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Set up the tooling this course needs.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620 · Computational Geometry  —  Module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What a geometric algorithm 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Two layers, and only one of them is reliable.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620 · Computational Geometry  —  Module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Every geometric algorithm has two layers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STRUCTURE THAT EXPLAINS THE WHOLE COURSE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numerical layer: predicates.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Small questions with discrete answers — is this point left of, right of, or on that line? Is this point inside, outside, or on that circle?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combinatorial layer: the algorithm.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It builds a structure — a hull, a triangulation, a subdivision — by asking predicates and branching on the answers.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correctness proof assumes the predicates are exact.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Every textbook proof in this subject makes that assumption silently.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Floating point breaks the assumption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the combinatorial layer has no defence against it.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That gap is the subject of this course.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620 · Computational Geometry  —  Module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THE PREDICATE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Orientation: the one you cannot avoid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93392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orient(a, b, c) = sign((b−a) × (c−a))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7860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Positive if c is left of the directed line a→b, negative if right, zero if collinear.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127248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127248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18688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= sign((bₓ−aₓ)(c_y−a_y) − (b_y−a_y)(cₓ−aₓ))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03904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Twice the signed area of the triangle. Four subtractions, two multiplications, one subtraction.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352544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4352544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443983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Convex hull, triangulation, intersection, point location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All of them are this predicate plus bookkeeping. Get it wrong and every one of them fails.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669279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Seven floating-point operations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, and the correctness of most of this course rests on their sign.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620 · Computational Geometry  —  Module 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How it fails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Not inaccuracy — inconsistency.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620 · Computational Geometry  —  Module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failure is inconsistency, not error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DISTINCTION THAT MATTERS MOST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If a predicate is merely </a:t>
            </a:r>
            <a:r>
              <a:rPr sz="1600" b="1" i="1">
                <a:solidFill>
                  <a:srgbClr val="141924"/>
                </a:solidFill>
                <a:latin typeface="Georgia"/>
              </a:rPr>
              <a:t>inaccurate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, you get a slightly wrong answer.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Numerical analysis handles that, and most of engineering tolerates it.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If a predicate is </a:t>
            </a:r>
            <a:r>
              <a:rPr sz="1600" b="1" i="1">
                <a:solidFill>
                  <a:srgbClr val="141924"/>
                </a:solidFill>
                <a:latin typeface="Georgia"/>
              </a:rPr>
              <a:t>inconsistent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, you get an impossible one.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The algorithm can be told that c is left of ab, and a is left of bc, and b is left of ca — a configuration no three real points can have.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algorithm's invariants now describe a world that does not exist.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It may loop forever, index past an array, or produce a structure that is not a structure.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a geometry bug is rarely 'off by a little'.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It is a crash, a hang, or a hull that is not convex.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Tolerances do not fix this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see Part 3.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620 · Computational Geometry  —  Module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DEMONSTRATION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same three points, two answers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cpp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// orient() computed naively in double precision.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double orient(P a, P b, P c) {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return (b.x-a.x)*(c.y-a.y) - (b.y-a.y)*(c.x-a.x);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}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// Three points that are very nearly collinear.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P a{0.5, 0.5}, b{12.0, 12.0}, c{24.0, 24.0};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//  orient(a,b,c)  -&gt;  0.0          "collinear"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//  orient(b,c,a)  -&gt;  0.0          "collinear"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//  orient(c,a,b)  -&gt;  0.0          "collinear"      consistent, fine.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// Now perturb c by one unit in the last place: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c.y = nextafter(c.y, 25.0);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//  orient(a,b,c)  -&gt;  +7.1e-15     "left"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//  orient(b,c,a)  -&gt;  -3.6e-15     "right"     &lt;-- CONTRADICTION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//  orient(c,a,b)  -&gt;   0.0         "collinear" &lt;-- and a third answer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// The SAME three points, in three cyclic orders that must agree,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// give three different answers. No algorithm survives this.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The predicate is not merely imprecise. It is </a:t>
            </a:r>
            <a:r>
              <a:rPr sz="1250" b="1" i="1">
                <a:solidFill>
                  <a:srgbClr val="798290"/>
                </a:solidFill>
                <a:latin typeface="Calibri"/>
              </a:rPr>
              <a:t>self-contradictory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, and cyclic symmetry is the easiest way to see it.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620 · Computational Geometry  —  Module 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Why the error is unbounded in the worst case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ARITHMETIC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subtractions come first.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When the points are close together, </a:t>
            </a:r>
            <a:r>
              <a:rPr sz="1472" b="0" i="0">
                <a:solidFill>
                  <a:srgbClr val="141924"/>
                </a:solidFill>
                <a:latin typeface="Consolas"/>
              </a:rPr>
              <a:t>b−a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and </a:t>
            </a:r>
            <a:r>
              <a:rPr sz="1472" b="0" i="0">
                <a:solidFill>
                  <a:srgbClr val="141924"/>
                </a:solidFill>
                <a:latin typeface="Consolas"/>
              </a:rPr>
              <a:t>c−a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lose most of their significant digits to cancellation.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Then the products amplify what is left.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The two products are nearly equal and are subtracted — a second cancellation, on values that were already mostly noise.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computed result can have no correct digits at all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including its sign. The relative error is not small; it is unbounded.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sign is the entire output.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 predicate returns one of three values, so losing the sign loses everything.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620 · Computational Geometry  —  Module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Why the obvious fixes fail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Epsilon is not an answer.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620 · Computational Geometry  —  Module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NON-SOLUTIONS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people try first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32918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3072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Attempt</a:t>
            </a:r>
          </a:p>
        </p:txBody>
      </p:sp>
      <p:sp>
        <p:nvSpPr>
          <p:cNvPr id="8" name="Rectangle 7"/>
          <p:cNvSpPr/>
          <p:nvPr/>
        </p:nvSpPr>
        <p:spPr>
          <a:xfrm>
            <a:off x="3858768" y="1901952"/>
            <a:ext cx="77724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68496" y="1956816"/>
            <a:ext cx="75529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Why it fails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377440"/>
            <a:ext cx="32918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2414016"/>
            <a:ext cx="3072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Compare against an epsilon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58768" y="2377440"/>
            <a:ext cx="77724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68496" y="2414016"/>
            <a:ext cx="75529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Makes 'collinear' non-transitive; the inconsistency moves, it does not go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852928"/>
            <a:ext cx="32918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" y="2889504"/>
            <a:ext cx="3072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Use long double or float128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58768" y="2852928"/>
            <a:ext cx="77724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68496" y="2889504"/>
            <a:ext cx="75529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Buys digits, not exactness. The same failure, further out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3328416"/>
            <a:ext cx="32918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3364992"/>
            <a:ext cx="3072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Snap inputs to a grid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58768" y="3328416"/>
            <a:ext cx="77724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68496" y="3364992"/>
            <a:ext cx="75529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Changes the problem; can create new degeneracies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3803904"/>
            <a:ext cx="32918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" y="3840480"/>
            <a:ext cx="3072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Retry with jitter on failure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858768" y="3803904"/>
            <a:ext cx="77724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968496" y="3840480"/>
            <a:ext cx="75529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Non-deterministic output. Unshippable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4279392"/>
            <a:ext cx="32918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6" y="4315968"/>
            <a:ext cx="3072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Catch the crash and skip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858768" y="4279392"/>
            <a:ext cx="77724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968496" y="4315968"/>
            <a:ext cx="75529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Silent wrong answers, which is worse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620 · Computational Geometry  —  Module 01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Epsilon makes 'equal' non-transitive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SPECIFIC REASON TOLERANCES FAIL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With a tolerance, </a:t>
            </a:r>
            <a:r>
              <a:rPr sz="1600" b="1" i="1">
                <a:solidFill>
                  <a:srgbClr val="141924"/>
                </a:solidFill>
                <a:latin typeface="Georgia"/>
              </a:rPr>
              <a:t>a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 may be collinear with </a:t>
            </a:r>
            <a:r>
              <a:rPr sz="1600" b="1" i="1">
                <a:solidFill>
                  <a:srgbClr val="141924"/>
                </a:solidFill>
                <a:latin typeface="Georgia"/>
              </a:rPr>
              <a:t>b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, and </a:t>
            </a:r>
            <a:r>
              <a:rPr sz="1600" b="1" i="1">
                <a:solidFill>
                  <a:srgbClr val="141924"/>
                </a:solidFill>
                <a:latin typeface="Georgia"/>
              </a:rPr>
              <a:t>b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 with </a:t>
            </a:r>
            <a:r>
              <a:rPr sz="1600" b="1" i="1">
                <a:solidFill>
                  <a:srgbClr val="141924"/>
                </a:solidFill>
                <a:latin typeface="Georgia"/>
              </a:rPr>
              <a:t>c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, while </a:t>
            </a:r>
            <a:r>
              <a:rPr sz="1600" b="1" i="1">
                <a:solidFill>
                  <a:srgbClr val="141924"/>
                </a:solidFill>
                <a:latin typeface="Georgia"/>
              </a:rPr>
              <a:t>a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 is not collinear with </a:t>
            </a:r>
            <a:r>
              <a:rPr sz="1600" b="1" i="1">
                <a:solidFill>
                  <a:srgbClr val="141924"/>
                </a:solidFill>
                <a:latin typeface="Georgia"/>
              </a:rPr>
              <a:t>c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Algorithms rely on transitivity constantly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to merge collinear runs, to classify a point once and reuse the classification, to sort.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comparator built on an epsilon is not a valid strict weak ordering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so </a:t>
            </a:r>
            <a:r>
              <a:rPr sz="1472" b="0" i="0">
                <a:solidFill>
                  <a:srgbClr val="141924"/>
                </a:solidFill>
                <a:latin typeface="Consolas"/>
              </a:rPr>
              <a:t>std::sort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on it is undefined behaviour and does in practice read out of bounds.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tolerance does not remove the inconsistency.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It relocates it to inputs that are harder to construct and therefore harder to test.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620 · Computational Geometry  —  Module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Degeneracy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cases that are not edge cases.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620 · Computational Geometry  —  Module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THE 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standard degeneracies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Three or more collinear points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hull and triangulation.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Four or more cocircular points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Delaunay is then not unique.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Duplicate or coincident points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and points differing by one ULP, which is worse.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Segments sharing an endpoint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overlapping collinear segments, three segments through one point.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Vertical segments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when the algorithm sorts by x.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Zero-area triangles, zero-length edges, empty polygons.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Real data is full of these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CAD output, grids, and anything authored by a human are all highly degenerate.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620 · Computational Geometry  —  Module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Random input is the unrepresentative case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WHY TESTING ON POINT CLOUDS PROVES NOTHING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Uniform random points are almost surely in general position.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No three collinear, no four cocircular, no duplicates.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a naive implementation passes every random test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at every size, indefinitely.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real input is the opposite.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CAD models, tile grids, terrain, and hand-authored geometry are saturated with right angles, shared vertices, and axis-aligned edges.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test on grids, on lattices, on repeated points, and on the output of your own earlier passes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is where the degeneracies you created yourself come back.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620 · Computational Geometry  —  Module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to have working before Module 02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 point and segment type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and an </a:t>
            </a:r>
            <a:r>
              <a:rPr sz="1656" b="0" i="0">
                <a:solidFill>
                  <a:srgbClr val="3C4555"/>
                </a:solidFill>
                <a:latin typeface="Consolas"/>
              </a:rPr>
              <a:t>orient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you can swap implementations of behind one interface.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SVG output.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An afternoon's work, and it pays for itself in the first bug.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Exact rational arithmetic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for ground truth — </a:t>
            </a:r>
            <a:r>
              <a:rPr sz="1656" b="0" i="0">
                <a:solidFill>
                  <a:srgbClr val="3C4555"/>
                </a:solidFill>
                <a:latin typeface="Consolas"/>
              </a:rPr>
              <a:t>Fraction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in Python is enough to check against.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 degenerate-input generator: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lattice points, collinear runs, duplicates, cocircular sets, and near-misses at one ULP.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The cyclic-consistency check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from Part 2, as a test you can run against any predicate implementation.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Build the generator now.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Every module after this one uses it, and writing it later means re-testing everything.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620 · Computational Geometry  —  Module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A geometric algorithm is a numerical predicate layer plus a combinatorial layer, and the correctness proofs assume the predicates are exact.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Floating-point predicates fail by being inconsistent rather than inaccurate — they can report configurations no real points can have.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Orientation suffers two successive cancellations, so its computed value can have no correct digits, including its sign.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Epsilon tolerances make equality non-transitive, which breaks sorting and merging and relocates the bug rather than removing it.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Degeneracies — collinear, cocircular, duplicate, coincident — are the common case in real authored data, not edge cases.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Uniform random input is almost surely in general position, so passing random tests establishes nothing.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620 · Computational Geometry  —  Module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