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&lt;=0 versus &lt;0 choice is the whole degeneracy story for hulls. Dwell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 growth rates explain why output-sensitivity matters in practice, not just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Ties back to CSCE 629's reduction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dimension blowup is worth a sentence — it's why nobody computes 10D hulls.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620 — Computational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Convex Hulls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first real algorithm, and the first real degeneracy.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620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Graham scan and Andrew's monotone chain.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output-sensitive algorithms and the gift-wrapping bound.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and justify the lower bound for convex hull.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Handle collinear and duplicate points deliberately.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Extend to three dimensions and state what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planar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Sort, then sweep.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MONOTONE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Andrew's algorithm, in full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Sort by x, then y. Build the lower hull, then the upper.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std::sort(P.begin(), P.end());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P.erase(std::unique(P.begin(), P.end()), P.end());   // duplicates first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std::vector&lt;Pt&gt; h(2 * P.size());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int k = 0;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for (int i = 0; i &lt; P.size(); i++) {                 // lower hull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while (k &gt;= 2 &amp;&amp; orient(h[k-2], h[k-1], P[i]) &lt;= 0) k--;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h[k++] = P[i];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for (int i = P.size()-2, t = k+1; i &gt;= 0; i--) {     // upper hull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while (k &gt;= t &amp;&amp; orient(h[k-2], h[k-1], P[i]) &lt;= 0) k--;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h[k++] = P[i];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h.resize(k - 1);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&lt;= 0 DISCARDS collinear points. Use &lt; 0 to KEEP them.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This one character is a specification decision, not a style choice.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O(n log n), dominated by the sort. 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Twenty lines, one predicate, and one genuinely consequential comparison operator.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collinear decision is a specification, not a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DEGENERACY THAT MATTERS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&lt;= 0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collinear points on a hull edge are discarded. You get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minimal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set of vertices — the extreme points only.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&lt; 0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they are kept. You get every point lying on the boundary.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Both are correct hulls. They are different answers to different questions.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caller cares.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renderer wants the minimal set; a mesh-boundary extractor needs every boundary vertex.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Decide deliberately and document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this is the most common silent mismatch between a hull routine and its caller.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planar hull algorithms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834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Algorithm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70448" y="1901952"/>
            <a:ext cx="5760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0176" y="1956816"/>
            <a:ext cx="5541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Character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Monotone chain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0156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129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O(n log 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0448" y="2377440"/>
            <a:ext cx="5760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0176" y="2414016"/>
            <a:ext cx="5541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Simplest correct version. Use this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Graham scan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0156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1129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O(n log 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70448" y="2852928"/>
            <a:ext cx="5760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0176" y="2889504"/>
            <a:ext cx="5541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Sorts by angle; more degenerate cases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Gift wrapping (Jarvis)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156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1129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O(nh)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70448" y="3328416"/>
            <a:ext cx="5760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0176" y="3364992"/>
            <a:ext cx="5541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Output-sensitive; wins when h is tiny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QuickHull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0156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1129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O(n log n) avg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70448" y="3803904"/>
            <a:ext cx="5760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0176" y="3840480"/>
            <a:ext cx="5541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O(n²) worst case; excellent in practice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Divide and conquer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0156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1129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O(n log 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70448" y="4279392"/>
            <a:ext cx="5760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0176" y="4315968"/>
            <a:ext cx="5541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Generalises to 3D; the usual 3D route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Chan's algorithm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01568" y="4754879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11296" y="4791455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 log h)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0448" y="4754879"/>
            <a:ext cx="5760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80176" y="4791455"/>
            <a:ext cx="5541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Optimal. Combines wrapping and D&amp;C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Graham scan is the worse choice despite being the famous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PRACTICAL JUDGEMENT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sorts by angle about an extreme point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requires a pivot choice, and ties in angle must be broken by distance.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Points equal to the pivot, and points at identical angles, are both degenerate cases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monotone chain simply does not have.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angle comparison invites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atan2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slow, and transcendental, and destroys exactness.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Monotone chain sorts lexicographically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exact, total, no pivot, no ties to break.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Same bound, fewer ways to be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Lower bound and output sensitivity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n log n, and when you can beat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LOWER BOUND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Hull is at least as hard as sorting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Given x₁ … xₙ, place pᵢ = (xᵢ, xᵢ²)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Every point lies on a parabola, so every point is on the hull.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The hull, read in order, gives the xᵢ sorted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 a hull algorithm sorts. Any sorting lower bound transfers.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⟹ Ω(n log n) in the comparison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And monotone chain matches it, so the planar problem is closed.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 reduction, in three lines.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The parabola trick is worth remembering — it recurs.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Output-sensitive algorithms charge by the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O(NH) IS SOMETIMES THE BETTER BOUND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Gift wrapping is O(nh)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finds hull vertices one at a time, scanning all n points for each.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When h is small this beats O(n log n).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Ten thousand points whose hull is a triangle: 30,000 operations against 130,000.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When h = n it is O(n²)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much worse. Points on a circle are the bad case.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Chan's algorithm achieves O(n log h)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optimal and beats both — by running gift wrapping over divide-and-conquer hulls of groups, with a doubling guess for h.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Elegant, and rarely worth implementing.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Three dimensions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stays and what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2D VS 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changes in three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Aspect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2D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3D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Output size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 vertices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O(n) faces by Euler; still linear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Predicate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orient2d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orient3d — a 3×3 determinant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Structure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cycle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polyhedron; needs half-edge or similar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Degeneracy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Collinear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Coplanar — far more common and worse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Usual method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Monotone chain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Incremental, or QuickHull3D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 4D+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0128" y="4754879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19856" y="4791455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67728" y="4754879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77456" y="4791455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Output can be O(n^(d/2)). Exponential in 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engine connection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MODULE EXISTS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Collision detection runs on convex shapes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GJK (Module 12) requires convexity and nothing else.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concave meshes are decomposed into convex pieces offline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each piece's hull is its collision proxy.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Hulls also give bounding volumes, k-DOPs, and the separating-axis candidates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 SAT.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in CSCE 649 you assumed all of this existed.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collision geometry that course took for granted is built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Andrew's monotone chain is twenty lines, runs in O(n log n), sorts lexicographically rather than by angle, and is the one to use.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Whether to keep collinear boundary points is a specification decision the caller cares about — decide it deliberately and document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Graham scan needs a pivot, angle ties, and often atan2, giving it degenerate cases the monotone chain does not have.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Mapping xᵢ to (xᵢ, xᵢ²) reduces sorting to convex hull, so the problem is Ω(n log n) in the comparison model.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Output-sensitive algorithms charge by the answer: gift wrapping is O(nh) and Chan's is the optimal O(n log h).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In 3D the predicate becomes orient3d, the output is a polyhedron, and coplanarity replaces collinearity as the hard degeneracy.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