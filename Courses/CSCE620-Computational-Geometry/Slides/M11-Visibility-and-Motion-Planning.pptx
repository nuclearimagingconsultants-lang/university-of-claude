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same reason GJK needs convexity (Module 12).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optimal-vs-natural distinction is the key design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620 — Computational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Visibility and Motion Planning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can be seen, and how to get there.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620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Compute a visibility polygon by angular sweep.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 visibility graph and use it for shortest paths.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configuration space and the Minkowski sum.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how a navigation mesh is built and why.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roadmap, sampling, and grid-based planners.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Visibility polygons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 angular sweep.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Visibility from a point is a rotational sweep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Sort all obstacle vertices by angle about the viewpoint.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Sweep a ray through them in order.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Maintain the obstacle edges the ray currently crosses, ordered by distance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status structure (Module 04), now angular.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nearest edge is what is visible in that direction.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When the nearest edge changes, emit a vertex of the visibility polygon.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O(n log n), dominated by the angular sort.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This is the basis of 2D field-of-view, line-of-sight, and 2D dynamic lighting.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degeneracies are the usual suspects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BREAKS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Collinear vertices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two obstacle corners at the same angle from the viewpoint. The sweep order between them is undefined.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viewpoint exactly on an edge or at a vertex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extremely common when the viewer is an agent standing against a wall.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Angle comparison invites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atan2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destroys exactness — compare with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orient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instead (Module 03 §1).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sweep wraps around at ±π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comparator must be a cyclic one, which is a classic source of subtle bugs.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Configuration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idea that makes planning tractable.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Shrink the robot to a point, grow the obstacles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CENTRAL IDEA OF MOTION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Planning for a shape is hard; planning for a point is easy.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transform the problem: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replace each obstacle O with the Minkowski sum O ⊕ (−R), where R is the robot. The robot becomes a single point.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point path through the grown obstacles corresponds exactly to a collision-free motion of the original shape.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For a translating convex robot the sum is convex and computable in O(n + m)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merging edges in angular order — which is cheap.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Rotation adds a dimension and makes it much harder.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MINKOWSKI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sum, and its one easy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 ⊕ B = { a + b : a ∈ A, b ∈ B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Every point of A translated by every point of 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Convex ⊕ convex: merge the edge vectors by angle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O(n + m), and the result is convex with n + m edges.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Non-convex: O(n²m²) in the worst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Which is why decomposition into convex pieces (Module 03) comes first.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convex case being linear is why convex decomposition is everywhere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in collision and planning.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Roadmaps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Precompute the connectivity.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PLANNERS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Four ways to plan a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Idea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916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Character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Visibility graph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Connect mutually visible vertices; shortest path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5916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889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Optimal path. O(n²) graph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Navigation mesh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Convex cells covering walkable space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916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6889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What games use. Funnel for the path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Grid / A*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Discretise; search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916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6889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Simple; paths look discretised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Sample configurations; connect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916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889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High dimensions; multi-query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RRT / RRT*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Grow a tree toward random samples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916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6889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Single-query; RRT* is optimal in the limit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a navmesh beats a grid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ENGINE'S ACTUAL CHOICE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grid discretises space uniformly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a large open room costs as many cells as a cluttered corridor, and paths are constrained to grid directions.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navmesh covers the walkable surface with convex polygons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one polygon can be an entire room and the cell count tracks the complexity of the geometry.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Convexity is the point: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within one cell, straight-line movement is guaranteed collision-free, so the path only needs cell-to-cell decisions.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the funnel algorithm pulls the path taut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through the sequence of shared edges, producing the shortest path within that corridor — which looks natural rather than stepped.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BUILDING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a navmesh is generated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1. Voxelise the world geometry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mark cells as solid or open.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2. Filter by walkability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slope limit, step height, agent crouch height, ledge detection.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3. Extract the walkable surface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build a distance field over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4. Watershed-partition into regions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then trace region contours.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5. Simplify the contours and triangulate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05), then merge into convex polygons.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erode by the agent radius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is the Minkowski sum of Part 2, applied.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Recast does exactly this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it is the standard open implementation.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Sampling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the configuration space is too big to build.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Sampling-based planning gives up completeness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robot arm with seven joints has a seven-dimensional configuration space.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Building it explicitly is hopeless.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sample it: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pick random configurations, keep the collision-free ones, connect nearby pairs, and search the resulting graph.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probabilistically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complete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finds a path if one exists, given enough samples. It cannot report that none exists.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struggles with narrow passages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have small volume and so are rarely sampled.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is the characteristic failure mode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most of the literature is about mitigating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visibility polygon is an angular sweep maintaining edges ordered by distance; the nearest edge is what is visible.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Configuration space shrinks the robot to a point and grows obstacles by the Minkowski sum, turning a shape-planning problem into a point-planning 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Minkowski sum of two convex polygons is O(n + m) by merging edge vectors in angular order — which is why convex decomposition comes first.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Visibility graphs give optimal paths; navmeshes give fast natural-looking ones, which is what games choose.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navmesh's convex cells guarantee straight-line movement within a cell, and the funnel algorithm pulls the corridor path taut.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Sampling-based planners are only probabilistically complete and fail characteristically on narrow passages.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