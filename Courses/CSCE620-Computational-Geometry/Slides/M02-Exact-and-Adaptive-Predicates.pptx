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this is not an epsilon. The bound certifies the sign; an epsilon guesses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~2x figure is the one that persuades people it is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saying plainly: two predicates carry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caveat matters: perturbation answers a different question, and occasionally that question is not the one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620 — Computational Geometry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Exact and Adaptive Predicates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Exactness is affordable. Here is the bill.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620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predicates are integer problems in disguise.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a floating-point filter with a correct error bound.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expansion arithmetic and adaptive evaluation.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the incircle predicate.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degeneracy by symbolic perturbation.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Fast path first, and it almost always takes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predicate is a polynomial, so its sign is decidable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EXACTNESS IS POSSIBLE AT 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Orientation is a degree-2 polynomial in the coordinates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incircle is degree 4. Both have integer coefficients.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floating-point inputs are exact rationals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double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an integer times a power of two, exactly.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true value is an exactly representable rational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computing its sign is a finite, decidable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approximation anywhere in the statement of the problem.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approximation came only from choosing to evaluate it in a fixed-width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Error-bounded fast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double orient_filtered(P a, P b, P c) {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double detleft  = (a.x - c.x) * (b.y - c.y);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double detright = (a.y - c.y) * (b.x - c.x);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double det      = detleft - detright;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// Only when the two products have the SAME sign can cancellation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// destroy the result. Opposite signs -&gt; no cancellation -&gt; trust it.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double detsum;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if (detleft &gt; 0) {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if (detright &lt;= 0) return det;          // signs differ: exact enough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else detsum = detleft + detright;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} else if (detleft &lt; 0) {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if (detright &gt;= 0) return det;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else detsum = -detleft - detright;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} else return det;                          // one factor is zero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// Forward error bound: |computed - true| &lt;= errbound * detsum.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// If |det| exceeds that, the SIGN is certainly correct.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double errbound = CCWERRBOUND_A * detsum;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if (det &gt;= errbound || -det &gt;= errbound) return det;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return orient_exact(a, b, c);               // slow path, &lt;1% of calls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bound is proven, not tuned.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It is derived from the floating-point model, which is what makes this correct rather than merely usually right.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filter is not an epsilon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DISTINCTION, RESTATED PRECISELY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epsilon says 'this is close to zero, so call it zero'.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 guess, and it is wrong whenever the true value is small and nonzero.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filter says 'the computed value exceeds the proven error bound, so its sign is certainly correct'.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 proof.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when the filter cannot certify, it does not guess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escalates to exact evaluation.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answer is always exact.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filter changes the cost, never the result.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Module 01's entire table of non-solutions is avoided by this one distinction.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exact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Expansions, and why they are cheap.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Expansion arithmetic: exact sums of doubles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Represent an exact value as a sum of several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double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ordered by magnitude and non-overlapping in their significands.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Two-sum and two-product compute the exact result of an addition or multiplication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a high part and a low part, in a handful of operations and no branches.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exact arithmetic is ordinary floating-point arithmetic, carefully sequenced.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bignum library, no allocation, no integer conversion.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it is fast enough to ship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why Shewchuk's 1997 paper changed practice rather than just the literature.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ADAPTIVE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Adaptive evaluation: stop as soon as you are 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Compute the cheapest approximation and its error bound.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Return if the sign is certain.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Otherwise refine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add the next correction term, which tightens the bound.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Check again. Repeat.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Each stage costs more and is needed less often.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last stage is fully exact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is reached essentially never on real input.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Result: within ~2× of naive on average, and always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cost is paid in proportion to how close the input is to degenerate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which is exactly the right billing.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SECOND PREDICATE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Incircle: is d inside the circle through a, b, 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incircle(a,b,c,d) = sign of a 4×4 determinant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Rows (aₓ, a_y, aₓ²+a_y², 1) for each of the four points, with a, b, c in counter-clockwise order.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Degree 4 in the coordinates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So it cancels far worse than orientation, and the filter's error bound is correspondingly looser.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Zero ⟹ the four points are cocircular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Which is the degeneracy that makes Delaunay non-unique (Module 09).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Orientation and incircle are the two predicates this course needs.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Almost everything reduces to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Degeneracy, decided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Making zero never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Symbolic perturbation removes degeneracy by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SIMULATION OF SIMPLICITY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Imagine perturbing each point by a distinct infinitesimal amount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perturbations ordered so no two are comparable.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no predicate ever returns zero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ties are broken consistently by the perturbation, and general position is guaranteed.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never actually perturb anything.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When the exact predicate returns zero, a deterministic tie-break rule — derived from the point indices — supplies the sign the perturbed input would have given.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every degenerate case is handled by one rule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instead of by code in each algorithm.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output is a valid structure for a nearby input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usually what you want — and sometimes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ways to handle degeneracy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 to use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Handle each case explicitly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Much more code; each case a bug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When the degenerate answer is the point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Symbolic perturbation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rule, applied everywhere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Default. Structure for a nearby input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Reject degenerate 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Trivial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Never, for real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Use Shewchuk's code after this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Write the predicates once, to understand them.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filter derivation in particular is worth doing by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use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predicates.c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public domain, it is in CGAL and Triangle and countless shipped systems, and its error bounds are derived correctly.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Compiler flags can break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-ffast-math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x87 excess precision, and aggressive reassociation all invalidate the error analysis silently.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pin the flags and test the predicate in the build you ship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only in a debug build. This is a real and frequently-encountered failure.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Geometric predicates are integer-coefficient polynomials in exactly representable inputs, so their signs are decidable — exactness is possible, not merely desirable.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floating-point filter certifies the sign using a proven forward error bound, and escalates when it cannot; an epsilon guesses.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Expansion arithmetic represents exact values as non-overlapping sums of doubles, so exactness needs no bignum library.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Adaptive evaluation stops as soon as the sign is certain, costing roughly 2× naive on average and never being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Orientation and incircle are the only two predicates this course needs.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Symbolic perturbation makes every predicate nonzero by a consistent tie-break rule, replacing per-algorithm degeneracy code with one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620 · Computational Geometry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