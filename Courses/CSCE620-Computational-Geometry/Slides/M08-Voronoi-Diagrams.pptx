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find the linearity surprising; the Euler argument is short enough to do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a naive sweep fails first — the fix is only interesting once the problem is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unification is the most satisfying result in the course — give it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CVT connects to CSCE 647's sampling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620 — Computational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Voronoi Diagrams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Partitioning space by who is nearest.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620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the Voronoi diagram and state its structural properties.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it has linear complexity.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Fortune's sweep and explain the beach line.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lifting map and connect it to convex hulls.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Name the variants and what they are used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the diagram is, and how big.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definition, and three consequences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A VORONOI DIAGRAM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Given n sites, the Voronoi cell of a site is the set of points closer to it than to any other site.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cell is convex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is an intersection of half-planes — one per other site, bounded by the perpendicular bisector.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cell is nonempty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unbounded cells are exactly those of the convex hull vertices (Module 03).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whole diagram has only O(n) vertices and edges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despite being an intersection of O(n²) half-planes.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the non-obvious fact.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it is linear, not quadratic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The diagram is a planar straight-line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Vertices, edges, and faces, with no crossings.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Euler: V − E + F =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With F = n + 1 (n cells plus the outer face).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Every Voronoi vertex has degree ≥ 3  ⟹  V ≤ 2n − 5,  E ≤ 3n − 6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the total size is linear in n. The quadratic half-plane count collapses.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Planarity is doing all the work.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The same argument bounds any planar subdivision.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Voronoi vertex is equidistant from three 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LINK TO THE INCIRCLE PREDICATE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vertex of the diagram is where three cells meet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it is equidistant from three sites — it is the circumcentre of their triangle.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circle through those three sites is empty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all other sites, by definition of 'closest'.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predicate is incircle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02): is a fourth site inside the circle through these three?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Four cocircular sites give a degree-4 vertex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degeneracy — and it is exactly the case that makes the dual Delaunay triangulation non-unique (Module 09).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Fortune's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sweep, with a curved status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FORTUNE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Sweeping with a beach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THE PROBLEM with a straight sweep line: a Voronoi vertex can be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discovered BEFORE the sweep reaches the site that created it.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The output is not monotone in the sweep direction.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THE FIX: sweep a line, but maintain the BEACH LINE -- the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boundary of the region already determined. Each site behind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the sweep contributes a PARABOLIC arc (equidistant from the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site and the sweep line). The beach line is their lower envelope.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STATUS:  the sequence of parabolic arcs, in x order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EVENTS:  SITE events   -- the sweep reaches a new site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CIRCLE events -- an arc shrinks to zero width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SITE EVENT:    split the arc above the new site into two,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inserting a new arc between them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CIRCLE EVENT:  an arc vanishes; its two neighbours become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adjacent and a VORONOI VERTEX is output there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O(n log n), and it is optimal.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beach line is the invention.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It makes the output monotone in the sweep direction, which is what a sweep requires.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False circle events are normal, not a bug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IMPLEMENTATION DETAIL THAT CONFUSES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circle event is queued when three consecutive arcs could converge.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But a later site event may split one of those arcs first.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queued event is then invalid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must not produce a vertex.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standard handling is lazy deletion: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each arc holds a pointer to its pending circle event, and splitting the arc marks that event invalid.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Pop and discard invalid events.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This is not an error path — it happens constantly, and an implementation that treats it as exceptional will be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lifting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Voronoi is a convex hull in disguise.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LIFTING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Project onto a paraboloid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(x, y)  ↦  (x, y, x² + y²)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Lift each site from the plane onto the paraboloid z = x² + y².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Lower convex hull of the lifted points, projected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= the Delaunay triangulation of the original sites.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Voronoi = dual of Delaunay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one 3D convex hull gives you both diagrams.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Module 03's parabola trick, one dimension up.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The incircle predicate is exactly </a:t>
            </a:r>
            <a:r>
              <a:rPr sz="1150" b="0" i="1">
                <a:solidFill>
                  <a:srgbClr val="798290"/>
                </a:solidFill>
                <a:latin typeface="Consolas"/>
              </a:rPr>
              <a:t>orient3d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on the lifted points.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 lifting map matters practically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NOT MERELY ELEGANT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means Delaunay and Voronoi need no new algorithm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3D convex hull code (Module 03) computes both.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explains the incircle predicate.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'Is d inside the circle through a, b, c?' becomes 'is the lifted d below the plane through the lifted a, b, c?' — which is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orient3d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generalises.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Voronoi in d dimensions is a convex hull in d + 1, so the same code handles every dimension.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also why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qhull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computes Delaunay triangulations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is a hull program being used exactly as this map suggests.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Variants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generalisations that get 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Voronoi variants and their 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Variant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7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5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Used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Power / Laguerre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Weighted sites; cells by power distance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7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5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Spheres of differing radii; molecules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Centroidal (CVT)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Site = centroid of its own cell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7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5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Remeshing, stippling, sampling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Generalised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Sites are segments or polygons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7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5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Medial axis; toolpaths; NPC spacing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Higher-order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Cells by the k nearest sites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7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5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k-nearest-neighbour queries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Farthest-point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Cells by the </a:t>
            </a:r>
            <a:r>
              <a:rPr sz="1150" b="1" i="1">
                <a:solidFill>
                  <a:srgbClr val="3C4555"/>
                </a:solidFill>
                <a:latin typeface="Calibri"/>
              </a:rPr>
              <a:t>farthest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 site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7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5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Smallest enclosing circle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Manhattan / L∞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8" y="4754879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28416" y="4791455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Different metric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7727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77455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Grid worlds; VLSI routing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shows up in an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Fracture and destruction: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Voronoi partition of a solid gives convincing shards, and the cells are convex so they are already collision-ready (Module 03).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Procedural texture and terrain: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Worley noise is a Voronoi distance field, used for cells, cracks, and scales.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Blue-noise sampling and stippling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via Lloyd relaxation — better than random for every sampling job (CSCE 647 M06).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Territory, influence maps, and NPC spacing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medial axis for skeletons and for navmesh generation (Module 11).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Voronoi cell is an intersection of half-planes and so is convex; the unbounded cells are exactly the convex hull vertices.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Despite arising from O(n²) half-planes the diagram has only O(n) vertices and edges, by Euler's formula and planarity.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Voronoi vertex is the circumcentre of three sites with an empty circumcircle, so the predicate is incircle.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straight sweep fails because output is not monotone; Fortune's beach line of parabolic arcs fixes exactly that.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False circle events are routine and are handled by lazy deletion, not treated as errors.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Lifting to the paraboloid turns Delaunay into a 3D convex hull and incircle into orient3d — one algorithm serves both diagrams.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