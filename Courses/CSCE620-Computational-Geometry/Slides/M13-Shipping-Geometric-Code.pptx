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the predicate/construction split the first question is the key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licensing note is practical and genuinely shapes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Shipping Geometric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write, what to use, and what to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robustness strategy from the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Separate predicates from constructions in an interface.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geometric code in ways that actually find bugs.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when to use a library and which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geometric code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decision, made explicitly.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robustness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predicates, no constructions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filtered predicates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02: ~2× cost, always right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Constructions, bounded domain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Fixed-point integer coordinates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inputs; simple reasoning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Constructions, chained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Snap rounding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Stops error accumulating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answers required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rational kernel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CAD; slow and correct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Interactive, approximate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Filtered predicates + tolerant topology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Fast; document the limits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Separate predicates from constructions in the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DECISION THAT MATTERS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Predicates can be made exact affordably.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Constructions cannot be made exact at all, in fixed precision (Module 06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make the distinction visible in the API.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CGAL parameterises its kernels on exactly this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Exact_predicates_inexact_constructions_kernel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most-used type in the library for a reason.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 caller knows what it is getting: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correct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combinatorial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answer with approximate coordinates, or both exact at a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most callers want the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topology must be right; the coordinates can be a few ULPs 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actually finds geometric bugs.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test geometric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Property-based tests, not example-based.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hull is convex; the triangulation has n − 2 triangles; the union area is at most the sum.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Degenerate generators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from Module 01 — lattices, collinear runs, duplicates, cocircular sets.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Exact rational ground truth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small inputs.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Metamorphic tests: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translate, rotate, scale, and permute the input — the answer must transform correspondingly.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Differential testing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against CGAL or another implementation.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render every failure.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You will see it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Metamorphic testing is the underused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permuting the input order finds degeneracy bugs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permuting the input is the best single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CHEAP TEST THAT FINDS REAL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output of a geometric algorithm should not depend on the order the input was given 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up to a documented tie-breaking rule.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shuffle and re-run.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answer changes, you have found either a degeneracy that is not handled consistently or a predicate that is not exact.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needs no ground truth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 reference implementation, and no expected output — just two runs that must agree.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catches exactly the bugs that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inconsistent predicates are order-sensitive almost by definition (Module 01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use, and when not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LIBRARIES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reach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Essentially everything in this course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Exact, correct, heavy. GPL or commercial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Clipper2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2D booleans and offsetting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Integer coordinates; robust; 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Triangle / Shewchuk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2D quality meshing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§3 reference for Module 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earcut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Polygon triangulation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Tiny, fast, permissive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qhull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Hulls, Delaunay, Voronoi in 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lifting map (Module 08) applied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libigl / Open3D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Mesh processing and repair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Research-oriented; good defaults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to write it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the problem is small and the dependency is not worth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convex hull is twenty lines (Module 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you need a specific degeneracy policy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library does not offer — the collinear-point decision, for instance.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the data layout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library's types would force a conversion in a hot loop.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to understand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point of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cannot evaluate a library's guarantees without knowing what the guarantees could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geometric code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'Predicates are exact; constructions are rounded to double.'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Precise, and it tells the caller what they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'Degeneracies are resolved by symbolic perturbation'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the output is valid for an infinitesimally nearby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'Output is snap-rounded to a grid of size g; no point moves more than d.'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'Tested against exact rational arithmetic on inputs up to n = 100, and differentially against CGAL above that.'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what you cannot say: 'it is robust'.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Say which inputs, which guarantees, and which cases are known to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'Robust' is the word that means nothing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in this field, and it is the one most often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implement the standard structures — hulls, triangulations, subdivisions, diagrams — and you know which predicate each rests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thing that most people working with geometry do not: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the failures are about arithmetic rather than algorithms, and that they are fixable.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629 gave the complexity analysis; 641 and 645 gave the representations; 649 assumed the collision geometry; 647 assumed the acceleration structures.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course built what those assumed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next two, CSCE 605 and CSCE 678, build the compiler and the network the rest of the engine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first question is whether you construct new points or only classify existing ones — it determines the whole strategy.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Make the predicate/construction distinction visible in the interface, as CGAL's kernel names do.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Most callers want exact topology with approximate coordinates, which is the cheapest useful guarantee.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Test by property, by degenerate generator, by exact rational ground truth, and metamorphically — not by examples.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Permuting the input and requiring the same answer needs no ground truth and finds exactly the bugs that matter.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'Robust' means nothing — state which inputs, which guarantees, and which cases are known to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