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all three cases as 'update order, test new adjacencies' makes it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'brute force wins at high k' point is worth making — the sweep is not universally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 heart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place to tell them the investment pays off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Plane Sweep and Segment Intersection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idea that solves a dozen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plane-sweep paradigm and its two structures.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Bentley–Ottmann segment intersection.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an output-sensitive sweep.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the sweep degeneracies by name.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other problems the sweep solves.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paradigm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line moves; events happen; order is maintained.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Sweep reduces a 2D problem to a 1D one that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Imagine a vertical line sweeping left to right across the plane.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any moment it meets some subset of the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Maintain that subset in sorted order along the 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status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usually a balanced BST.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order changes only at discrete events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held in a priority queue: segment starts, segment ends, and intersections.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continuous sweep is simulated by jumping from event to event.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Nothing is examined between events, which is where all the savings come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key insight: intersections happen between neighbours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SWEEP FINDS THEM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segments can only intersect if they become adjacent in the status order at some point before they cross.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never test all pairs.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test only pairs that become neighbours — and each adjacency change creates at most a constant number of new tests.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reduces O(n²) candidate pairs to O(n + k) actual tests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k is the number of intersections.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proof is the whole algorithm.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Everything else is bookkeeping to keep the status order correct.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BENTLEY–OTTMANN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EVENT QUEUE Q: all segment endpoints, ordered by (x, then y)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STATUS  T: segments crossing the sweep line, ordered by 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while Q not empty: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 = Q.pop()                        # leftmost unprocessed event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LEFT ENDPOINT of s: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insert s into 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check s against its new neighbours above and below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-&gt; queue any intersection strictly right of p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RIGHT ENDPOINT of s: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remove s from 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its former neighbours are now adjacent: check THAT pair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INTERSECTION of s and t: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report it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swap s and t in T                  # their order reverses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check each against its NEW outer neighbour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O((n + k) log n).  The log is the BST and the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Three event types, and each does the same two things: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update the order, then test the adjacencies that 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Output-sensitive, and when that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bound and what it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O((n + k) log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 segments, k intersections. Each event costs a log for the queue and a log for the status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Beats O(n²) when k is 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it usually is — map data, floor plans, and polygon overlays have few crossings relative to n².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Loses when k ≈ n²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Then brute force wins, having no log factor and perfect locality.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Chazelle–Edelsbrunner achieves O(n log n + k)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optimal and considerably harder to implement.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Degeneracy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sweep has a lot of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Sweep degeneracies, and what each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breaks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Handling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Vertical segment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single x; status order undefined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Tilt conceptually, or special-case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Shared endpoint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events at one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Process together as one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3+ through one 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Pairwise swaps give wrong order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Reverse the whole bundle at once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Overlapping collinear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15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112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Intersection is a segment, not a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Define the output type for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Endpoint on interior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12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 it an intersection?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specification question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Equal x coordinates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156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129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Event order ambiguous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Break ties by y, then by 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three-through-one-point is the hard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DEGENERACY WORTH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 crossing of two segments, their order in the status reverses.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swap handles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m segments meet at one point, their entire order reverses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bundle flips as a block.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Processing that as a sequence of pairwise swaps gives the wrong final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may report intersections that do not exist or miss ones that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collect all events at the same point, reverse the bundle once, and test only the two outer boundaries.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note this case has probability zero under random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appears only in real data, where it is common.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same idea elsewhere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else is a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Problems the sweep paradigm solves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Closest pair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maintain a strip; O(n log 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Rectangle union area and the Klee measure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sweep with a segment tree over 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Trapezoidal decomposition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point location (Module 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Voronoi diagrams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Fortune's algorithm sweeps a beach line (Module 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Polygon triangulation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via monotone decomposition (Module 05).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Boolean operations on polygons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06) and visibility (Module 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Six of the remaining modules are sweeps.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Learning the paradigm once pays for most of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Plane sweep reduces a 2D problem to a changing 1D one: a status structure in sweep order and a priority queue of events.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Two segments can only intersect if they first become neighbours in the status order, which is why O(n²) candidate pairs become O(n + k) tests.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event type does the same two things — update the order, then test the adjacencies that changed.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Bentley–Ottmann is O((n + k) log n), which loses to brute force when k approaches n².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Three or more segments through one point reverses a whole bundle at once; pairwise swaps give the wrong order, and random input never produces the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Six later modules are sweeps, so the paradigm is worth learning thoroughly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