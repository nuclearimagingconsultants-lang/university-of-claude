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the support-function abstraction; it's the reusable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15-axes figure for OBB-vs-OBB is worth stating — it's why SAT survives.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what people actually spend their time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620 — Computational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Geometry in Three Dimensions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Collision queries, decomposition, and broken meshes.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620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GJK for convex distance and intersection.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EPA and why penetration depth needs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convex decomposition and say why it is needed.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Diagnose and repair the standard mesh defects.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the separating axis theorem where it fits.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GJK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Convex intersection, without building anything.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GJK reduces intersection to a question about the origin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REFRAMING THAT MAKES IT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Two convex shapes A and B intersect if and only if their Minkowski difference A ⊖ B contains the origin.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problem becomes: is the origin inside this one convex set?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Two shapes have become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difference is never constructed.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GJK needs only a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support function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given a direction, return the farthest point of the shape in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why GJK works on any convex shape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polyhedra, spheres, capsules, cones, and their convex hulls, all behind one interface.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 face lists, no vertex counts.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GJK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support(A, B, d) = farthest_point(A, d) - farthest_point(B, -d)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simplex = [ support(A, B, any_direction) ]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d = -simplex[0]                          # search toward the origin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loop: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p = support(A, B, d)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if dot(p, d) &lt; 0: return NO_INTERSECTION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  # the farthest point in direction d did not pass the origin,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  # so a separating plane exists. This is the early exit.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simplex.add(p)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if simplex contains the origin: return INTERSECTION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d = direction from simplex toward the origin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# and drop the simplex vertices that cannot help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Converges in a handful of iterations for typical shapes.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Returns DISTANCE for free if run to convergence when separated.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early exit is the valuable part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separated pairs are rejected in one or two iterations, and most pairs are separated.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EPA: GJK tells you that, not how much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COMPANION 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GJK returns a boolean when the shapes overlap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 physics solver needs the penetration depth and the contact normal to resolve it (CSCE 649 M06).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EPA — the Expanding Polytope Algorithm — starts from GJK's terminating simplex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expands it toward the boundary of the Minkowski difference.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nearest face when it stops gives the depth and the normal.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EPA is slower and less numerically stable than GJK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engines avoid deep penetration in the first place — continuous collision detection and speculative contacts exist largely to keep EPA off the critical path.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alternative, and when it wins.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GJK against SAT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GJK + EPA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4204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51775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Shapes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Any convex, via support function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4204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51775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Polyhedra with known faces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Axes tested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Iterative search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204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51775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Face normals + edge cross products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Cost (boxes)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Iterative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4204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51775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15 axes, fixed, branch-free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Distance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Free when separated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42048" y="3803904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51775" y="3840480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Not provided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Penetration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Needs EPA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42048" y="4279392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51775" y="4315968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Falls out directly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Curved shapes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35808" y="4754879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45536" y="4791455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Works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42048" y="4754879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51775" y="4791455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Does not apply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Convex decomposition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Because real assets are not convex.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Everything fast requires convexity, and nothing authored is convex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BIND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GJK, SAT, and the Minkowski sum all require convex inputs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(Modules 11 and 12).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no interesting asset is convex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chair, a weapon, a character, a piece of architecture.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Exact convex decomposition is expensive and produces far too many pieces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modestly concave mesh can yield hundreds.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approximate convex decomposition is used: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allow each piece to be slightly non-convex, take its hull, and accept the small error.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V-HACD is the standard, and 20 to 40 pieces is a typical budget.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ALTERNATIVES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else is used for collision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Primitive fitting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boxes, spheres, capsules placed by hand or fitted. Cheapest, and still extremely common.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Convex hull of the whole mesh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one shape, crude, and fine for debris.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Triangle soup with a BVH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exact, used for static level geometry only, because it has no inside.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Signed distance field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sampled on a grid; excellent for deformation and for soft bodies.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Approximate convex decomposition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general answer for dynamic concave objects.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Triangle soup cannot say 'inside'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which is why dynamic objects never use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Broken meshes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real assets are actually like.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standard mesh defects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651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Defect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868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it breaks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Repair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Duplicate vertices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841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Adjacency; the mesh looks torn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Weld within a tolerance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Holes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868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inside/outside; SDF and CSG fail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Fill by triangulating boundary loops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Non-manifold edges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868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2841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&gt;2 faces per edge; half-edge impossible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Split or cut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Inconsistent winding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1868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2841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Normals point inward; backface culling wrong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Flood-fill orientation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Self-intersection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1868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2841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Volume undefined; booleans fail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4279392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4315968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Hard. Often remesh instead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Degenerate faces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18688" y="4754879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28416" y="4791455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Zero-area; normals undefined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50608" y="4754879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60336" y="4791455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Collapse and remove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Watertight is the property that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REPAIR IS NOT OPTIONAL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mesh is watertight when every edge has exactly two faces and the orientation is consistent.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Only then is 'inside' defined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inside is what signed distance fields, booleans, volume, mass properties, and inertia tensors all need.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mesh with one hole has no inside at all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every one of those computations silently produces nonsense rather than failing.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validate before trusting.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Check the Euler characteristic and the edge-to-face counts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few lines, and they catch most of the table above.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GJK reduces convex intersection to whether the Minkowski difference contains the origin, and never constructs that difference.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GJK needs only a support function, which is why it works uniformly on polyhedra, spheres, capsules, and cones.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GJK's early exit rejects separated pairs in one or two iterations, which is the common case.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EPA recovers penetration depth and contact normal, and is slower and less stable — which is why engines work to avoid deep penetration.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Everything fast requires convexity and nothing authored is convex, so approximate convex decomposition is the standard asset-pipeline step.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Watertightness is what makes 'inside' defined, and without it SDFs, booleans, volume and inertia silently produce nonsense.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