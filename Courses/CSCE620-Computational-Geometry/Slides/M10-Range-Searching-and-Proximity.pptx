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k-d tree row is the practical default despite the worse bound; the constants and memory layout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write this with arbitrary child order and then wonder why it's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reframing matters: approximation isn't settling, it's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Range Searching and Proximity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Preprocessing, so the query is cheap.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the space–time trade-off in range searching.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range trees and explain fractional cascading.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nearest-neighbour search with pruning.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approximate nearest neighbour and when to use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curse of dimensionality concretely.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You can buy query time with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2D ORTHOGONAL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space–time trade-off, concretely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0508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815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scan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8756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0508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5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k-d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O(√n + 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0508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4815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 log 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Range tree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 log 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O(log²n + 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0508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14815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 log 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+ fractional cascading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01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98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 log 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O(log n + m)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0508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14815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 log 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Full precomputation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01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198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O(n²) or worse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8756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9729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O(1 + m)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0508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14815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Expensive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range tree is a tree of trees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Build a balanced BST on x.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node covers a contiguous range of x values.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every node, store a second BST on 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holding all points in that node's subtree.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query splits into O(log n) canonical nodes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whose x-ranges exactly tile the query's x-interval — then search each one's y-tree.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O(log²n + m).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space is O(n log n) because each point appears in O(log n) secondary trees — which is the price of the better query.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Fractional cascading removes one log factor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TECHNIQUE WORTH KNOWING GENERALLY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O(log²n) comes from doing a fresh binary search in each of O(log n) secondary trees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searching for the same y value, repeatedly.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link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Store with each element of a parent's list a pointer to the corresponding position in each child's list.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the first search costs log n and every subsequent one costs O(1)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following the pointer.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O(log n + m).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technique generalises far beyond range trees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any time you repeat a search for the same key in related sorted lists, it applies.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Nearest neighbour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Branch and bound on a spatial tree.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K-NN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Nearest neighbour with pruning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NEAREST(node, q, best):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if node is a leaf: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for each p in node: best = min(best, dist(q, p))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return best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# Descend the NEARER child first -- this is the whole trick.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near, far = children ordered by which side q falls 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best = NEAREST(near, q, best)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# Only visit the far side if it could possibly contain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# something closer than what we already have.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if dist_to_plane(q, node.split) &lt; best: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best = NEAREST(far, q, best)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return best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Descending the near side first makes `best` small EARLY,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which makes the far-side pruning test succeed more often.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Reversing the order is correct and dramatically slower.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For k nearest: keep a bounded max-heap of size k; prune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against its largest element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Near-side-first is not an optimisation detail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what makes the pruning effective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High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all of this stops 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curse of dimensionality, concretely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THREE FACTS THAT EACH BREAK SOMETHING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Distances concentrate.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high dimensions the ratio of the farthest to the nearest point approaches 1, so 'nearest' stops being meaningful.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Volume moves to the corners.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inscribed sphere of a unit cube has vanishing relative volume as d grows — so a ball-versus-box pruning test almost never prunes.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Everything is on the boundary.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Almost all the volume of a high-dimensional ball lies in a thin shell near its surface.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Together these mean exact nearest neighbour above ~20 dimensions costs more than a linear scan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has perfect locality and no branches.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APPROXIMATE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replaces exact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Hash so near points collide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Provable guarantees; tunable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HNSW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Navigable small-world graph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practical default now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Product quantisation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Compress vectors; search compressed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Huge memory savings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Random projection trees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on random directions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Simple; good baseline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IVF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Cluster, search nearest clusters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Scales; used with PQ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an engine actually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Proximity queries in a game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Broad-phase collision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uniform grid or sweep-and-prune, not a tree. O(1) updates matter more than query bounds (Module 07).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Audio and AI perception radius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spatial hash, rebuilt or updated per frame.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Nearest navmesh polygon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k-d tree or BVH over the navmesh (Module 11).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Photon and particle lookup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k-d tree, built once per frame (CSCE 647).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Dynamic objects break every static structure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why grids dominate despite worse asymptotics.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query bound is rarely what decides it.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Update cost, memory layout, and cache behaviour usually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Range searching is a space–time trade: k-d trees are O(n) space and O(√n + m) query; range trees buy O(log²n) query with O(n log n) space.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range tree is a BST on x where each node carries a secondary BST on y, so each point appears in O(log n) secondary structures.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Fractional cascading links corresponding positions across related sorted lists, removing a log factor — and generalises well beyond range trees.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Nearest-neighbour pruning works only if you descend the nearer child first, which makes the running best small early.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In high dimensions distances concentrate, volume moves to the corners, and pruning stops pruning — so a linear scan wins above roughly 20 dimensions.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 engines the query bound rarely decides the structure; update cost and cache behaviour do, which is why grids dominate.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