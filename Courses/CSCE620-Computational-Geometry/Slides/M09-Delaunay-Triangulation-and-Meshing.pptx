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shuffle point is practical and frequently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small-input-angle limitation is fundamental, not a gap in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module's sting — 2D intuition does not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Delaunay Triangulation and Meshing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triangulation you want, and how to force it to behave.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empty-circumcircle property and the max-min angle property.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incremental Delaunay with edge flipping.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constrained Delaunay and when it is needed.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Ruppert refinement for quality meshing.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fails in three dimensions.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makes it the right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Several equivalent definitions, one good property.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Equivalent characterisations of Delaunay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FOUR DEFINITIONS OF THE SAME 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Empty circumcircle: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triangle's circumcircle contains any other site.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Max-min angle: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among all triangulations of the point set, Delaunay maximises the smallest angle.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why you want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Dual of Voronoi: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connect sites whose cells share an edge (Module 08).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Lifted lower hull: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project the lower convex hull of the lifted points (Module 08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All four give the same triangulation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when the points are in general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Max-min angle is the property that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ANYONE CARES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Thin slivers are bad for everything.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Interpolation across them is ill-conditioned, finite-element matrices become badly conditioned, and normals computed on them are numerically garbage.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Delaunay maximises the minimum angle over all possible triangulations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the same points — it is optimal in that specific sense.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does not guarantee a good minimum angle.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points admit only bad triangles, Delaunay gives you the least bad ones.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Getting an actual quality guarantee requires adding points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refinement — Part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Incremental, with flips.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INCREMENTAL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Insert and flip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Start with a large bounding triangle containing all sites.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for each site p: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t = triangle containing p          # point location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split t into 3 triangles at p      # or 4 if p is on an edge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LEGALISE each of the new edges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LEGALISE(edge e, point p):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let (p, a, b) and (a, b, d) be the two triangles on 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if incircle(p, a, b, d) &gt; 0:       # d is inside -&gt; ILLEGAL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flip e: replace a-b with p-d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LEGALISE(p-a-d) and LEGALISE(p-d-b)   # recurse outward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Each flip strictly increases the sorted angle vector, so the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recursion TERMINATES.  Expected O(n log n) under random insertion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order; O(n^2) worst case if you insert in sorted order.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SO: shuffle the input. This is not optional.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Shuffling the insertion order is the difference between n log n and n²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sorted input is extremely common.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flipping terminates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CORRECTNESS ARGUMENT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Consider the vector of all angles in the triangulation, sorted ascending.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legalising flip increases this vector lexicographically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flip replaces the worse diagonal with the better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are finitely many triangulations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process cannot cycle and must stop.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stops exactly at the Delaunay triangulation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since a triangulation with no illegal edge satisfies the empty-circumcircle property everywhere.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Local optimality implies global optimality 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unusual and is what makes flipping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Constraints and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Forcing edges, and adding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Constrained Delaunay: when an edge must be present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NECESSITY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polygon boundary, a road, a crease, a hole edge — these must appear in the triangulation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plain Delaunay may not include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Constrained Delaunay forces them 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then makes everything else as Delaunay as possible: a triangle's circumcircle may contain a site, but only if the constraint blocks visibility.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how you triangulate a polygon with holes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§4) without any bridging.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Conforming Delaunay is the alternative: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split the constraint edges by inserting points until they appear naturally.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More points, but genuinely Delaunay.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RUPPERT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Refinement for guaranteed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Repeat: find a triangle with a bad angle, insert its circumcentre, re-triangulate.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the new point would land too close to a constraint segment, split the segment instead.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This is the whole subtlety.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Terminates with all angles above ~20.7°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with O(optimal) triangles.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Fails on input angles below ~60°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two constraints meeting sharply cannot be fixed by adding points.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Chew's and Shewchuk's variants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improve the bound and handle small input angles better.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Guaranteed-quality meshing is a solved problem in 2D and an open one in 3D.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theory stops being kind.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breaks in three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901952"/>
            <a:ext cx="33832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19568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1568" y="2377440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24140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O(n²) worst case — points on a moment curve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Max-min angle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01568" y="2852928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296" y="2889504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Delaunay is optimal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FALSE. No such guarantee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Slivers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3328416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1296" y="3364992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Excluded by the property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Allowed: 4 near-cocircular points, near-zero volume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Flipping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01568" y="3803904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11296" y="3840480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Always converges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 get stuck; flips are not always possible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Polyhedra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01568" y="4279392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11296" y="4315968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Always triangulable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Schönhardt: some are NOT tetrahedralisable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Quality meshing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01568" y="4754879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11296" y="4791455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Solved (Ruppert)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Open problem; heuristics in practice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Slivers: the 3D failure that has no 2D analogue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3D MESHING IS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sliver is a tetrahedron whose four vertices lie almost on a circle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nearly flat, near-zero volume, and yet it can satisfy the empty-circumsphere property perfectly.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Delaunay does not exclude them.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property that guarantees quality in 2D guarantees nothing in 3D.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slivers destroy finite-element conditioning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make gradient and normal computation meaningless.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Sliver removal is a separate post-process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perturbation, exudation, or optimisation.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no clean guaranteed algorithm, which is why 3D meshing is a research area and 2D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Delaunay has four equivalent characterisations — empty circumcircle, max-min angle, Voronoi dual, and lifted lower hull.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Max-min angle is why anyone wants it, but it only gives the least bad triangulation of those points; a quality guarantee requires adding points.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Incremental insertion with edge flipping terminates because each flip lexicographically increases the sorted angle vector.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Insertion order matters: shuffle, or sorted input gives O(n²).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Constrained Delaunay forces required edges and is the clean way to triangulate polygons with holes.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In 3D the max-min property is false, slivers satisfy the empty-circumsphere property, and some polyhedra cannot be tetrahedralised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