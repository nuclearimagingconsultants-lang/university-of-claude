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sqrt(n) range query bound surprises people who expect log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module's organising idea — data vs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Spatial Subdivision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BSP trees, k-d trees, quadtrees — the structures an engine is built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and query a BSP tree and explain painter's-algorithm ordering.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k-d tree and analyse its queries.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quadtrees and octrees and explain balancing.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uniform grids against hierarchies.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structure from the data and the query.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BSP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Recursive half-space partition.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BSP tree gives exact visibility ordering from any viewpoint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PROPERTY THAT MADE IT FAMOUS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internal node holds a splitting plane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the two children hold what lies on each side. Geometry crossing the plane is split.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 render back-to-front from any viewpoint: at each node, recurse into the far side, draw the node, then the near side.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tree is built once, offline, and works for every viewpoint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Doom and Quake used it, and why it was the right answer before z-buffers were cheap.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splitting.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poor plane choice fragments the geometry badly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O(n²) fragments in the worst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plane selection is the whole engineering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BSP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BSP trees are still used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Solid modelling and CSG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boolean operations on solids are clean in a BSP formulation (Module 06).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Collision geometry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point or sweep can be classified against a solid in O(depth).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Portal and PVS generation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offline visibility preprocessing step.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Convex decomposition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leaves of a solid BSP are convex cells (Modules 03 and 12).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 for rendering order.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z-buffer won that decisively.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BSP survived by changing jobs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a common pattern for good data structures.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k-d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Axis-aligned, alternating, point-based.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K-D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Build and range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BUILD(points, depth):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if |points| &lt;= leaf_size: return Leaf(points)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axis = depth mod k                    # cycle x, y, z, x, ...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m    = median of points along axis    # nth_element: O(n)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return Node(axis, m,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BUILD(points &lt; m, depth+1),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BUILD(points &gt; m, depth+1))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Build: O(n log n) with linear-time median selection.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Depth: O(log n) -- balanced by construction, because the median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splits the COUNT, not the space.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RANGE QUERY(node, box):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if node's region is DISJOINT from box:  return       # prune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if node's region is CONTAINED in box:   report all   # bulk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otherwise recurse into both children                 # straddle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Orthogonal range query: O(n^(1-1/k) + m) for m reported points.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In 2D that is O(sqrt(n) + m) -- NOT logarithmic.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median split is what guarantees balance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is the difference between a k-d tree and a quadtree.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k-d trees degrade with dimension, and sooner than expected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LIMITATION TO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Range query is O(n^(1−1/k))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√n in 2D, n^(2/3) in 3D, and approaching linear as k grows.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Nearest-neighbour search degrades similarly.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Above roughly 20 dimensions a k-d tree examines most of the data and loses to a linear scan.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reason is that a bounding box in high dimensions touches almost everything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volume concentrates in the corners, so pruning stops pruning.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graphics this is fine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k is 2 or 3.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feature vectors it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approximate methods take over (Module 10).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Quadtrees and grids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Splitting space rather than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subdivide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3832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Splits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5212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k-d tree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data, at the median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Always balanced; depth O(log 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Quadtree / octree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Space, at the midpoint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Depth depends on clustering; can be deep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Uniform grid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Space, uniformly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 lookup; fails on non-uniform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BVH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data, by bounding volume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Overlapping nodes; best for ray tracing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BSP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Space, by arbitrary plane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Fits geometry; requires splitting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Quadtrees: implicit addressing is the real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SPLIT SPACE INSTEAD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quadtree cell's position is determined by its path from the root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can be encoded as an integer — the Morton or Z-order code, formed by interleaving the coordinate bits.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cells can be stored in a hash table or a sorted array with no pointers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neighbours found by bit arithmetic.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sorts into a cache-coherent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Morton order has good spatial locality, which matters more than the asymptotics on real hardware.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that depth depends on the data.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million points in one cell means a very deep tree,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duplicate points mean infinite depth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unless you cap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Balanced quadtrees, and why meshing needs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2:1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quadtree is balanced if adjacent leaves differ by at most one level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2:1 rule.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Unbalanced trees produce hanging nodes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converted to a mesh: a large cell's edge meets two small cells' edges, so the vertex in the middle belongs to one side only.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produces cracks in a rendered surface and invalid elements in a simulation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classic LOD seam, and the reason terrain systems care.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Balancing costs only a constant factor in cell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very cheap fix for a very visible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decision, with reasons.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structure,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Ray tracing against static geometry: BVH.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Overlapping nodes are fine; SAH construction is the standard (CSCE 647 M04).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Nearest neighbour on points, low dimension: k-d tree.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Uniformly distributed, dynamic, many updates: uniform grid.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O(1) insert and remove beats any hierarchy.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Clustered and dynamic: loose octree or hierarchical hash grid.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Solid classification and CSG: BSP.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Terrain and LOD: balanced quadtree.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Measure on your data.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The constant factors and the memory layout usually decide this, not the asymptotics.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BSP tree gives exact back-to-front ordering from any viewpoint from one offline build, at the cost of splitting geometry.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BSP survived by changing jobs — solid classification, CSG, convex decomposition and PVS, not rendering order.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k-d tree splits the data at the median, so it is balanced by construction with depth O(log n).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Orthogonal range query in a k-d tree is O(n^(1−1/k)), which is √n in 2D — not logarithmic — and degrades badly with dimension.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Splitting data buys balance; splitting space buys implicit addressing via Morton codes and cache-coherent ordering.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2:1 balance constraint on a quadtree prevents hanging nodes, which are the cause of LOD cracks and invalid simulation elements.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