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implement this without knowing why it can't stall. The theorem is the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symmetry between split and merge is worth drawing — merge is split seen upside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3-colouring proof is one of the prettiest in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Polygon Triangulation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Turning a shape into triangles, which is what everything downstream wants.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that every simple polygon has a triangulation.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ear clipping and state its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Decompose a polygon into monotone pieces by sweep.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Triangulate a monotone polygon in linear time.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holes, and explain the art gallery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there is always an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simple polygon has a triangulation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THEOREM, AND ITS PROOF IS 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Claim: every simple polygon with n ≥ 4 vertices has a diagonal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segment between two vertices lying entirely inside.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Proof: take the leftmost vertex v, with neighbours u and 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uw is a diagonal, done. Otherwise some vertices lie inside triangle uvw; take the one farthest from line uw.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segment from v to it is a diagonal.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diagonal splits the polygon into two smaller simple polygons.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Induct.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triangulation has exactly n − 2 triangles and n − 3 diagonals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regardless of which one you find.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Useful as a correctness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Ear clipping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everyone implements.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EAR CLIPPING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Simple, quadratic, and usually 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An EAR is a vertex v whose neighbours u, w form a diagonal uw --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equivalently, triangle uvw is inside the polygon and contains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no other vertex.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TWO EARS THEOREM: every simple polygon with n &gt;= 4 has at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least two non-overlapping ears. So the loop below never stalls.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while polygon has more than 3 vertices: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find an ear v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emit triangle (prev(v), v, next(v))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remove v from the polygon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re-test ONLY prev(v) and next(v)      # the rest are unchanged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emit the final triangle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COST: O(n^2) -- finding an ear scans, and the point-in-triangle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test is O(n) per candidate. Fine to n in the low thousands.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REFLEX VERTEX CACHE: only reflex vertices can block an ear, so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test candidate ears against those only. Large constant-factor 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two ears theorem is what guarantees the loop terminates — without it, ear clipping could get stuck.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Ear clipping's real failure mode is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GOES WRONG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ear test is an orientation predicate plus point-in-triangle tests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both from Module 02, and both must be exact.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inexact predicates the algorithm can find no ear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contradicts the theorem and means it loops forever or emits garbage.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classic symptom: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triangulator that hangs on one particular mesh and works on everything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usual 'fix' is to bail out after n iterations and emit a fan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produces overlapping triangles and moves the bug downstream.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Fix the predicate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 log n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Monotone decomposition, then linear triangulation.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monotone polygon triangulates in linear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TWO-PHASE APPROACH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polygon is y-monotone if every horizontal line meets it in a single segment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equivalently, walking from the top vertex to the bottom along either chain never goes back 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Such a polygon triangulates with a single stack pass in O(n)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merge the two chains by y, and greedily emit triangles whenever the stack top is convex.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any simple polygon decomposes into monotone pieces by one plane sweep in O(n log n)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O(n log n) total.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sweep classifies each vertex as start, end, split, merge, or regular, and the split and merge vertices are exactly where diagonals must be added.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VERTEX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five vertex types in the sweep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4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neighbours below; interior angle &lt; 180°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Insert edge; set helper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below; interior angle &gt; 180°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 diagonal to helper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neighbours above; angle &lt; 180°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Remove edge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Merge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above; angle &gt; 180°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Mark helper; diagonal added later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Regular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above, one below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24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Replace edge; update helper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Holes, and how many 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Practical extension and a classic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Holes: join them to the outer boundary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polygon with holes is not simple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neither ear clipping nor monotone decomposition applies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Cut a bridge: find the hole's rightmost vertex, cast a ray right, and connect to the first edge hit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or to a visible vertex of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bridge is traversed twice, in opposite directions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merges hole and boundary into one simple polygon.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Repeat per hole.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degeneracies are nasty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ray may hit a vertex, two bridges may coincide, and holes may nest.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Delaunay with constraints (Module 09) is often the better route.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ART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many guards does a gallery need?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⌊n/3⌋ guards always suffice, and are sometimes necessary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 a simple polygon with n vertices. Chvátal's theorem.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Proof: triangulate, 3-colour the triangulation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triangle gets all three colours; pick the least-used colour class.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comb polygon needs exactly ⌊n/3⌋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 bound is tight. Each prong needs its own guard.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Fisk's proof is three lines and uses triangulation as a tool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rather than as a goal — a good example of why this module is foundational.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one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 a few thousand vertices, no holes: ear clipping.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Simple, and the quadratic cost does not matter.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Large, or performance-sensitive: monotone decomposition.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O(n log n) and well understood.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Holes, or triangle quality matters: constrained Delaunay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09). Avoids the bridging degeneracies entirely and produces far better triangles.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Shipping: use a library.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earcut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Triangle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CGAL.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of them handle degeneracies you have not thought of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whole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simple polygon has a diagonal and therefore a triangulation, with exactly n − 2 triangles and n − 3 diagonals — a useful correctness check.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two ears theorem guarantees ear clipping never stalls; without it the loop has no termination argument.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Ear clipping is O(n²) and its real failure mode is inexact predicates causing it to find no ear and hang.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y-monotone polygon triangulates in linear time with one stack pass, and any simple polygon decomposes into monotone pieces by one sweep.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Split and merge vertices are the only ones that break monotonicity, and each receives exactly one diagonal.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⌊n/3⌋ guards always suffice for a simple polygon, proved by triangulating and 3-colouring.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