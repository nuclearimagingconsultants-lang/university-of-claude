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statistical-vs-unpredictable distinction is the whole module in one 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arrive believing the urandom myth; correct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uniqueness-not-secrecy point is the one that clarifies nonce handling.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711 — Applied Cryptography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Randomness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foundation everything else stands 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711 · Module 02 of 7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Distinguish true, pseudo, and cryptographic randomness.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Name the correct source on each platform.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the historical randomness failures and their cause.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nonces and keys have different requirements.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Audit code for randomness misuse.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Three kinds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Only one of which is acceptable for keys.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three kinds, and what each is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Kind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985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Property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50608" y="1901952"/>
            <a:ext cx="42062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0336" y="19568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Use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True / entropy source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Physically unpredictable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0608" y="2377440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0336" y="2414016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Seeding the CSPRNG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Ordinary PRNG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Statistically uniform, fully predictable from state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0608" y="2852928"/>
            <a:ext cx="42062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60336" y="2889504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Simulation, games — never keys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CSPRNG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Next output unpredictable even given all prior 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0608" y="3328416"/>
            <a:ext cx="42062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60336" y="3364992"/>
            <a:ext cx="39867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Everything cryptographic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requirement is unpredictability, not uniformity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AND THE DISTINCTION IS NOT INTUITIVE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 ordinary PRNG produces output that passes every statistical randomness test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uniform, uncorrelated, high entropy by every measure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is completely predictable once you know its internal state.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the state is recoverable from the output.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Observing enough outputs of a Mersenne Twister reconstructs its state exactly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after which every past and future value is known.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 CSPRNG adds the property that matters: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knowing all previous output gives no advantage in predicting the next bit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exactly the indistinguishability framing of Module 01 §3.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test is never 'does it look random' — it is 'which function produced it'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that is a question about the code rather than about the output.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right source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Short list, memorise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call, by platform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CORRECT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Linux/BSD    getrandom(2), or read /dev/urandom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Windows      BCryptGenRandom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macOS/iOS    SecRandomCopyBytes / arc4random_buf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Python       secrets.*, or os.urandom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Java         SecureRandom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Go           crypto/rand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Node         crypto.randomBytes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libsodium    randombytes_buf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NEVER FOR ANYTHING CRYPTOGRAPHIC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rand(), random(), Math.random()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java.util.Random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Python's random module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any PRNG you seeded yourself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    the current time, a PID, a counter, a UUIDv1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AND /dev/random vs /dev/urandom: on modern Linux use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urandom or getrandom. The folklore about urandom being</a:t>
            </a:r>
          </a:p>
          <a:p>
            <a:pPr algn="l">
              <a:lnSpc>
                <a:spcPct val="105000"/>
              </a:lnSpc>
            </a:pPr>
            <a:r>
              <a:rPr sz="1071" b="0" i="0">
                <a:solidFill>
                  <a:srgbClr val="E4E8EF"/>
                </a:solidFill>
                <a:latin typeface="Consolas"/>
              </a:rPr>
              <a:t>  weaker is obsolete.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urandom folklore persists and is wrong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on every current kernel — blocking on /dev/random buys nothing and causes availability failures.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How it fails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historical record, which is instructive.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FAILURES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recurring failure modes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Seeding from a predictable value.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Time, process ID, or a counter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which reduces the key space to something searchable in seconds.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patch that destroys the entropy pool.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One distribution's removal of 'uninitialised memory' usage reduced its keys to a few tens of thousands of possibilities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and the code still worked perfectly.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Generating keys at first boot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, before any entropy has accumulated — which produced large numbers of embedded devices sharing keys.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broken hardware source trusted without mixing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— which is why platforms mix hardware output into a software pool rather than using it directly.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And forking: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00" b="1" i="0">
                <a:solidFill>
                  <a:srgbClr val="3C4555"/>
                </a:solidFill>
                <a:latin typeface="Calibri"/>
              </a:rPr>
              <a:t>a process that forks after seeding gives both children the same stream</a:t>
            </a:r>
            <a:r>
              <a:rPr sz="1600" b="0" i="0">
                <a:solidFill>
                  <a:srgbClr val="3C4555"/>
                </a:solidFill>
                <a:latin typeface="Calibri"/>
              </a:rPr>
              <a:t> unless the library handles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Every one of these produced working software.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</a:t>
            </a:r>
            <a:r>
              <a:rPr sz="1050" b="1" i="1">
                <a:solidFill>
                  <a:srgbClr val="798290"/>
                </a:solidFill>
                <a:latin typeface="Calibri"/>
              </a:rPr>
              <a:t>Randomness failures are silent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the keys generate, the encryption works, and the key space is tiny.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Randomness failures are catastrophic, silent, and retroactive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WHY THIS MODULE COMES SECOND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Catastrophic, because every key, nonce, and token derived from a weak source is weak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the strength of the cipher is irrelevant.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Silent, because nothing fails.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There is no error, no test failure, and no observable difference until someone exploits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may be years later.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retroactive: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keys generated during the weak period remain weak after the bug is fixed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so remediation means regenerating and rotating everything — which is why Module 10's rotation procedure matters.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correct posture is to use the platform source and never touch it again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this is the one place in cryptography where there is genuinely nothing to tune.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Nonces and keys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Different requirements, commonly confused.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REQUIREMENTS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each value actually needs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286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Value</a:t>
            </a:r>
          </a:p>
        </p:txBody>
      </p:sp>
      <p:sp>
        <p:nvSpPr>
          <p:cNvPr id="8" name="Rectangle 7"/>
          <p:cNvSpPr/>
          <p:nvPr/>
        </p:nvSpPr>
        <p:spPr>
          <a:xfrm>
            <a:off x="2852928" y="1901952"/>
            <a:ext cx="38404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62656" y="19568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Requirement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3408" y="1901952"/>
            <a:ext cx="466344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03136" y="19568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Consequence of failure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Key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52928" y="2377440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2656" y="2414016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Unpredictable, secret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93408" y="2377440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03136" y="2414016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Total loss of confidentiality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Nonce / IV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852928" y="2852928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962656" y="2889504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Unique per key — need not be secret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93408" y="2852928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03136" y="2889504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Severe, mode-dependent (M11 §2)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Salt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852928" y="3328416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962656" y="3364992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Unique — need not be secret or unpredictable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93408" y="3328416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03136" y="3364992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Precomputation becomes possible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286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Session token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852928" y="3803904"/>
            <a:ext cx="38404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2656" y="3840480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Unpredictable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693408" y="3803904"/>
            <a:ext cx="466344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03136" y="3840480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Session hijacking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286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06654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Reset token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52928" y="4279392"/>
            <a:ext cx="38404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2962656" y="4315968"/>
            <a:ext cx="36210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Unpredictable, single-use, expiring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693408" y="4279392"/>
            <a:ext cx="466344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03136" y="4315968"/>
            <a:ext cx="4443983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3C4555"/>
                </a:solidFill>
                <a:latin typeface="Calibri"/>
              </a:rPr>
              <a:t>Account takeover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AUDIT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to look for in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Any import of a non-cryptographic random module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in a file that handles tokens, keys, or identifiers.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Any explicit seeding.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 correct CSPRNG is never seeded by application code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so a seed call is a defect signal.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Tokens built from a timestamp, a counter, a hash of predictable inputs, or a sequential identifier.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UUID version 1 used as a secret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 — it encodes a timestamp and a MAC address, and is designed to be unique rather than unguessable.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6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650" b="1" i="0">
                <a:solidFill>
                  <a:srgbClr val="3C4555"/>
                </a:solidFill>
                <a:latin typeface="Calibri"/>
              </a:rPr>
              <a:t>And key generation that happens at install or first boot</a:t>
            </a:r>
            <a:r>
              <a:rPr sz="1650" b="0" i="0">
                <a:solidFill>
                  <a:srgbClr val="3C4555"/>
                </a:solidFill>
                <a:latin typeface="Calibri"/>
              </a:rPr>
              <a:t>, which is the embedded-device failure from Part 3.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'Unique' and 'unguessable' are different requirements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, and UUID conflates them in the mind of nearly every developer who reaches for one.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requirement is unpredictability, not statistical uniformity — a Mersenne Twister passes every test and is fully recoverable from its output.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Use the platform CSPRNG and never seed it yourself; an explicit seed call in application code is a defect signal.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The /dev/random versus /dev/urandom folklore is obsolete; use urandom or getrandom on any current kernel.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Randomness failures are catastrophic, silent, and retroactive — the software works perfectly while the key space is tiny.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nonce requires uniqueness and not secrecy, which is why it ships in the clear and why a guaranteed counter is valid.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'Unique' and 'unguessable' are different requirements, and UUIDv1 provides only the first.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711 · Applied Cryptography  —  Module 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