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statistical-vs-unpredictable distinction is the whole module in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arrive believing the urandom myth; correct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uniqueness-not-secrecy point is the one that clarifies nonce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Randomness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foundation everything else stands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true, pseudo, and cryptographic randomness.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correct source on each platform.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historical randomness failures and their cause.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nonces and keys have different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Audit code for randomness misuse.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kinds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Only one of which is acceptable for keys.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kinds, and what each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True / entropy 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Physically unpredictable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Seeding the CSPRNG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Ordinary PRNG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Statistically uniform, fully predictable from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Simulation, games — never keys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CSPRNG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Next output unpredictable even given all prior 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Everything cryptographic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requirement is unpredictability, not uniformity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THE DISTINCTION IS NOT INTUITIVE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ordinary PRNG produces output that passes every statistical randomness 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uniform, uncorrelated, high entropy by every measure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is completely predictable once you know its internal state.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state is recoverable from the output.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Observing enough outputs of a Mersenne Twister reconstructs its state exactly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after which every past and future value is known.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CSPRNG adds the property that matters: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knowing all previous output gives no advantage in predicting the next bit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exactly the indistinguishability framing of Module 01 §3.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test is never 'does it look random' — it is 'which function produced it'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a question about the code rather than about the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right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Short list, memorise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call, by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CORRECT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Linux/BSD    getrandom(2), or read /dev/urandom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Windows      BCryptGenRandom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macOS/iOS    SecRandomCopyBytes / arc4random_buf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Python       secrets.*, or os.urandom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Java         SecureRandom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Go           crypto/rand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Node         crypto.randomBytes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libsodium    randombytes_buf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NEVER FOR ANYTHING CRYPTOGRAPHIC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rand(), random(), Math.random()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java.util.Random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Python's random module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any PRNG you seeded yourself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the current time, a PID, a counter, a UUIDv1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/dev/random vs /dev/urandom: on modern Linux use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urandom or getrandom. The folklore about urandom being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weaker is obsolete.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urandom folklore persists and is wrong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on every current kernel — blocking on /dev/random buys nothing and causes availability failures.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How it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historical record, which is instructive.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recurring failure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Seeding from a predictable value.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Time, process ID, or a counter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reduces the key space to something searchable in seconds.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patch that destroys the entropy pool.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One distribution's removal of 'uninitialised memory' usage reduced its keys to a few tens of thousands of possibilities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code still worked perfectly.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Generating keys at first boot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before any entropy has accumulated — which produced large numbers of embedded devices sharing keys.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broken hardware source trusted without mixing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why platforms mix hardware output into a software pool rather than using it directly.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forking: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process that forks after seeding gives both children the same stream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unless the library handles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 one of these produced working software.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Randomness failures are silent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keys generate, the encryption works, and the key space is tiny.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Randomness failures are catastrophic, silent, and retroactive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MODULE COMES SECOND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Catastrophic, because every key, nonce, and token derived from a weak source is weak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strength of the cipher is irrelevant.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Silent, because nothing fails.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no error, no test failure, and no observable difference until someone exploits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may be years later.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retroactive: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keys generated during the weak period remain weak after the bug is fixed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remediation means regenerating and rotating everything — which is why Module 10's rotation procedure matters.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correct posture is to use the platform source and never touch it again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one place in cryptography where there is genuinely nothing to tune.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Nonces and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Different requirements, commonly confused.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value actually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Consequence of failure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Unpredictable, secret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Total loss of confidentiality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Nonce / IV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Unique per key — need not be secret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Severe, mode-dependent (M11 §2)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Unique — need not be secret or unpredictable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Precomputation becomes possible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Session token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Unpredictable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Session hijacking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Reset token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Unpredictable, single-use, expiring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Account takeover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look for in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Any import of a non-cryptographic random module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in a file that handles tokens, keys, or identifiers.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Any explicit seeding.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correct CSPRNG is never seeded by application code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so a seed call is a defect signal.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Tokens built from a timestamp, a counter, a hash of predictable inputs, or a sequential identifier.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UUID version 1 used as a secret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it encodes a timestamp and a MAC address, and is designed to be unique rather than unguessable.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key generation that happens at install or first boot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is the embedded-device failure from Part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'Unique' and 'unguessable' are different requirements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UUID conflates them in the mind of nearly every developer who reaches for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requirement is unpredictability, not statistical uniformity — a Mersenne Twister passes every test and is fully recoverable from its output.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Use the platform CSPRNG and never seed it yourself; an explicit seed call in application code is a defect signal.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/dev/random versus /dev/urandom folklore is obsolete; use urandom or getrandom on any current kernel.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Randomness failures are catastrophic, silent, and retroactive — the software works perfectly while the key space is tiny.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nonce requires uniqueness and not secrecy, which is why it ships in the clear and why a guaranteed counter is valid.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'Unique' and 'unguessable' are different requirements, and UUIDv1 provides only the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