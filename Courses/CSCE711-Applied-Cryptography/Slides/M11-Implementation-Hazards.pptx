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verify-the-binary point is what distinguishes real practice from the folklore.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Ranking the consequences is what makes the misuse-resistant choice obvious.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711 — Applied Cryptography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Implementation Hazards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How correct designs fail in code.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711 · Module 11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timing side channels and constant-time programming.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nonce reuse consequences per construction.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other side channels exist.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error handling is a cryptographic concern.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Review cryptographic code for these hazards.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Timing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channel that defeats correct mathematics.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If execution time depends on secret data, the secret leaks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GENERAL 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Any branch on a secret, any memory access at a secret-dependent index, and any loop whose count depends on a secret, leaks through timing.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leak is exploitable remotely.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Network noise averages out over enough samples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cache-timing attacks have recovered keys across process and virtual machine boundaries.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constant-time means: the same operations in the same order regardless of the secret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no early exit, no secret-indexed table lookup, no conditional branch.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genuinely hard to write and harder to preserve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compiler may reintroduce a branch while optimising code that was constant-time in source.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CONSTANT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patterns, and what replaces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WRONG                    RIGHT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if secret: a() else b()  compute both, select with a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                   mask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memcmp(tag, expected)    constant-time compare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table[secret_byte]       bitsliced or table-free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                   implementation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while x: ...             a fixed iteration count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return early on error    one exit, after all work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SELECTION WITHOUT BRANCHING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mask = -(condition)        // 0 or all ones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result = (a &amp; mask) | (b &amp; ~mask)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AND VERIFY IT HOLDS IN THE BINARY, not the source.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Compilers reintroduce branches; a constant-time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source file is not a constant-time program. Use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dudect, ctgrind, or your platform's checker.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Verify in the binary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the most common failure is a correct constant-time source that the compiler optimised into a branch.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Nonce reuse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Per construction, because it differs.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NONCE REUSE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repeated nonce costs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4747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Construction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041648" y="1901952"/>
            <a:ext cx="6583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51376" y="1956816"/>
            <a:ext cx="6364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Consequence of reuse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CTR / stream cipher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41648" y="2377440"/>
            <a:ext cx="6583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51376" y="2414016"/>
            <a:ext cx="6364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Plaintexts XORed; both usually recoverable (M03 §3)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AES-GCM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41648" y="2852928"/>
            <a:ext cx="6583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51376" y="2889504"/>
            <a:ext cx="6364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above, plus the authentication key is recoverable — forgery follows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CBC (IV reuse)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41648" y="3328416"/>
            <a:ext cx="6583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51376" y="3364992"/>
            <a:ext cx="6364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Reveals whether two messages share a prefix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AES-GCM-SIV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41648" y="3803904"/>
            <a:ext cx="6583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51376" y="3840480"/>
            <a:ext cx="6364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Reveals only whether the plaintexts were equal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ECDSA (nonce reuse)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41648" y="4279392"/>
            <a:ext cx="6583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51376" y="4315968"/>
            <a:ext cx="6364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private key is recoverable from two signatures (M07 §1)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Uniqueness is harder than it sounds in a real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 MISUSE-RESISTANT OPTION IS USUALLY RIGHT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counter is unique until the process restarts and loses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or until a snapshot is restored, or until the service is horizontally scaled.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 random nonce is unique only probabilistically — at 96 bits, the birthday bound makes collision realistic after billions of messages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under one key.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practical answers are: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192-bit random nonce (XChaCha20), or a misuse-resistant construction (GCM-SIV), or a fresh key per message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via envelope encryption (Module 10 §2).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a design choice rather than a discipline problem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choosing the construction that cannot fail this way is better than a procedure that must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Other channels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Briefly, and honestly about the threat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CHANNELS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other side channels, and when to care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Cache timing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is Part 1, and is the one that matters for ordinary server software.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Power analysis and electromagnetic emission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relevant for smartcards and hardware you hand to an adversary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generally not for a server you operate.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Fault injection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deliberately inducing errors to extract keys, which again requires physical access.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Speculative execution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crossed boundaries previously thought solid and is mitigated at the platform level (CSCE 701 Module 05).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compression ratio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logical channel rather than a physical one, and the reason TLS removed compression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08 §2).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Be honest about your threat model here: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power analysis is a real attack and is almost certainly not 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your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attack unless you ship hardware.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Errors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where the design meets the oracle.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Distinguishable errors build a decryption oracle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HAZARD THAT LIVES IN APPLICATION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'bad padding', 'bad tag', and 'bad length' are distinguishable — by message, by status code, or by timing — an adversary can use your system as a decryption service.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how padding oracle attacks recover plaintext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without the key, using nothing but the server's own error behaviour (Module 04 §4).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So: one opaque error for every cryptographic failure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returned after the same amount of work,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detail logged internally where the adversary cannot read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this is the hazard most likely to be in code you personally write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primitives are in a library, and the error handling is in your request handler.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look for in cryptographic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Any </a:t>
            </a:r>
            <a:r>
              <a:rPr sz="1656" b="1" i="0">
                <a:solidFill>
                  <a:srgbClr val="3C4555"/>
                </a:solidFill>
                <a:latin typeface="Consolas"/>
              </a:rPr>
              <a:t>==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 or </a:t>
            </a:r>
            <a:r>
              <a:rPr sz="1656" b="1" i="0">
                <a:solidFill>
                  <a:srgbClr val="3C4555"/>
                </a:solidFill>
                <a:latin typeface="Consolas"/>
              </a:rPr>
              <a:t>memcmp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 on a tag, a token, or a hash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the single most findable defect in this module.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Any nonce or IV supplied by application code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where it comes from.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Any distinguishable error path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after a decryption or verification failure.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Any key used for two purposes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or derived without a context label (Module 09 §3).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anything that parses, decompresses, or logs before verifying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which is Module 04 §4's ordering rule.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These five checks find most real defects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and all five are mechanical enough to automate partially in a linter.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Any branch, memory index, or loop count that depends on a secret leaks it through timing, and the leak is remotely exploitable.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Verify constant-time behaviour in the binary rather than the source, because compilers reintroduce branches while optimising.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AES-GCM is the worst case for nonce reuse: it costs confidentiality and the authentication key, so forgery follows.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Uniqueness is a design choice rather than a discipline problem — prefer a 192-bit nonce, a misuse-resistant construction, or a fresh key per message.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Be honest about the threat model for physical side channels: power analysis is probably not your attack unless you ship hardware.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Distinguishable decryption errors build an oracle, and this is the hazard most likely to be in code you personally wrote.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