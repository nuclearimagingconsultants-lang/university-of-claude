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reject-before-decrypt property is the practical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Associated data is underused; the record-identifier example is the one that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711 — Applied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Authenticated Encryption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only acceptable default.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711 · Module 04 of 7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MAC provides and how to use one.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composition orders and which is safe.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AEAD and associated data.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AEAD constructions and choose between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verification must precede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Integrity and authentication in one primitive.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MAC is a keyed tag that only a keyholder can produce and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PRIMITIVE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Given a key and a message it produces a short tag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without the key, producing a valid tag for any new message is infeasible.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provides integrity and authentication together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§1): a valid tag means the message was not modified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came from a keyholder.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HMAC is the construction to know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built from any hash function, well understood, and not vulnerable to the length-extension problem the bare hash has (Module 05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hash is not a MAC.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unkeyed hash can be recomputed by anyone, so it detects accidental corruption and nothing adversarial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most common misuse of a hash function.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Tag comparison must be constant-time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ONE-LINE DEFECT WITH A REAL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normal string comparison returns as soon as it finds a difference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time it takes reveals how many leading bytes matched.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lets an adversary forge a tag byte by byte.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Guess the first byte 256 ways, keep the one that took longest, move to the second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linear work instead of exponential.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every library provides a constant-time comparison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hmac.compare_digest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sodium_memcmp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subtle.ConstantTimeCompare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using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==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on a tag is a defect.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Module 11 §1's whole subject appearing early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is the one timing attack that shows up in ordinary application code rather than in a primitive.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orders, one of them sound.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Encrypt and MAC: the three orders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Encrypt-then-MAC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MAC the ciphertext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Sound. Invalid ciphertext rejected before decryption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MAC-then-encrypt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MAC the plaintext, encrypt both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Must decrypt to verify — hazardous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Encrypt-and-MAC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MAC the plaintext, send alongside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Unsound — the tag can leak plaintext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correct answer is to compose 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AEAD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Encrypt-then-MAC is sound and still has to be built correctly: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keys, derived separately; the right byte ranges covered; the tag checked before any parsing.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each of those is a place to make a mistake that no test will catch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MAC over the ciphertext but not the IV, for instance, which has appeared in real systems.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use an AEAD primitive, which performs the composition internally and exposes one call.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is no order to get wrong because there is no order to choose.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Part 2 is diagnostic rather than instructional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learn the orders so that you can audit an existing system, not so that you can build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associated data is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interface, and the associated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encrypt(key, nonce, plaintext, associated_data)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-&gt; ciphertext_with_tag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decrypt(key, nonce, ciphertext_with_tag, associated_data)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-&gt; plaintext, OR an error. Never both.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ASSOCIATED DATA is authenticated but NOT encrypted. It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is for the context that must not be tampered with and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must stay readable: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 record identifier, so a valid ciphertext cannot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be moved to a different record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 version or algorithm label, so it cannot be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downgraded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 recipient identifier, so a message cannot be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replayed at someone else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routing headers that intermediaries must read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THE DECRYPTION CONTRACT: on tag failure you get an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error and NO plaintext. Not partial output, not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"probably fine". This is the property the whole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construction exists to give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Associated data binds the ciphertext to its context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prevents a whole class of valid-ciphertext-in-the-wrong-place attacks.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AEAD constructions, and when to use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AES-GCM.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default where AES hardware acceleration exists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fast, standardised, widely implemented.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Nonce reuse is catastrophic and also forfeits the authentication key.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ChaCha20-Poly1305.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default without AES hardware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fast in software, easy to implement in constant time (Module 03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AES-GCM-SIV.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Nonce-misuse resistant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a repeated nonce leaks only whether two plaintexts were equal, rather than everything.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it where you cannot guarantee uniqueness.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XChaCha20-Poly1305.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192-bit nonce, so a random nonce is safe indefinitely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removes the counter management problem entirely.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libsodium's </a:t>
            </a:r>
            <a:r>
              <a:rPr sz="1610" b="1" i="0">
                <a:solidFill>
                  <a:srgbClr val="3C4555"/>
                </a:solidFill>
                <a:latin typeface="Consolas"/>
              </a:rPr>
              <a:t>crypto_secretbox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makes every one of these decisions for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misuse-resistant options are underused: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if your nonce discipline depends on distributed coordination, XChaCha20 or GCM-SIV removes the dependency.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Verify before you use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Verify the tag before you parse, decompress, or log anything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RULE THAT MAKES AEAD WORTH HAVING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guarantee is only worth something if you act on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Code that decrypts, parses the result, and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then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checks the tag has already processed attacker-controlled input.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leak need not be the plaintext.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error message, a timing difference, a log line, or a distinguishable failure mode is enough to build a decryption oracle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how padding oracle attacks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one error, indistinguishable, for every failure.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'bad padding' versus 'bad tag' versus 'bad length'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distinction is the vulnerability.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proper AEAD library enforces this by returning nothing on failure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another case of the API preventing the mistake rather than the documentation warning about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MAC gives integrity and authentication together; an unkeyed hash gives neither, because anyone can recompute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Tag comparison must be constant-time — a byte-at-a-time timing leak turns forgery from exponential to linear work.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Encrypt-then-MAC is the only generically sound order, because it rejects forged ciphertext before decrypting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correct answer is to compose nothing and use an AEAD primitive, which has no order to get wrong.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Associated data is authenticated but not encrypted, and binds a ciphertext to its record, version, or recipient.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Verify the tag before parsing, decompressing, or logging — and report one indistinguishable error for every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