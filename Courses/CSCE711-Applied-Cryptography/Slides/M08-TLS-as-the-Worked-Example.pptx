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four steps in order; students conflate steps 2 and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is the course's thesis in standards 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711 — Applied Cryptography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TLS, as the Worked Example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Every primitive so far, composed correctly.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711 · Module 08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each handshake step establishes.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TLS 1.3 removed and why.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TLS does and does not protect.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mutual authentication and when to use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Read a real connection and assess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handshake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Four things, in order.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HANDSHAKE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TLS 1.3, and what each step buys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CLIENT HELLO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supported versions, cipher suites, and an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ephemeral key share (Module 06 section 4)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-&gt; establishes nothing yet; it is an offer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SERVER HELLO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chosen suite, its own ephemeral key share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-&gt; both sides can now derive a shared secret.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Confidentiality, with SOMEBODY.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SERVER CERTIFICATE + SIGNATURE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the certificate chain, and a signature over the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handshake transcript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-&gt; authentication. This is the step that says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WHO, and it is why Module 07 exists.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FINISHED (both sides)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a MAC over the whole transcript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-&gt; integrity of the negotiation itself, so a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downgrade or modification is detected.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THEN application data, under an AEAD construction.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transcript signature is the critical step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it binds the authenticated identity to this specific exchange, defeating Module 06 §1's relay.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signature is over the transcript, which is what defeats the relay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POINT MOST OFTEN MISSED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Signing the transcript binds the server's identity to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this exchange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including the key shares that were actually sent.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 relaying adversary cannot reuse it.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adversary's exchange has different key shares, so the transcript differs, so the captured signature does not verify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it cannot produce a new one without the private key.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exactly the fix for Module 06 §1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unauthenticated key exchange gives a secret with somebody, and a transcript signature names who.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this is why 'sign the handshake' and 'sign a challenge' are different in strength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signature not bound to the session can be replayed into a different session.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1.3 removed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standard deleting options.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REMOVED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TLS 1.3 deleted, and the attack it closed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Removed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90288" y="1901952"/>
            <a:ext cx="60350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0016" y="1956816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Non-ephemeral key exchange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90288" y="2377440"/>
            <a:ext cx="6035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0016" y="2414016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Forward secrecy is now mandatory (M06 §4)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CBC mode and MAC-then-encrypt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90288" y="2852928"/>
            <a:ext cx="60350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0016" y="2889504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Padding oracles (M04 §2)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RSA key transport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90288" y="3328416"/>
            <a:ext cx="6035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0016" y="3364992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Bleichenbacher's attack and descendants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Renegotiation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90288" y="3803904"/>
            <a:ext cx="60350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0016" y="3840480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family of injection attacks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Compression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90288" y="4279392"/>
            <a:ext cx="6035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0016" y="4315968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Compression ratio leaks plaintext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754879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4791455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Custom DH groups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90288" y="4754879"/>
            <a:ext cx="60350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0016" y="4791455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Weak and backdoorable parameters (M06 §4)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Negotiable weakness is itself a vulnerability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DESIGN LESSON WORTH GENERALISING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a protocol can negotiate a weak option, an adversary who can influence the negotiation will select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turns every retained legacy option into an attack surface.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this produced a decade of downgrade attacks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version rollback, export-grade cipher revival, and protocol confusion, all of which exploited options kept for compatibility.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TLS 1.3's approach was to remove rather than deprecate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authenticate the negotiation itself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so that tampering is detected (Part 1's Finished).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generalises beyond TLS: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in any system you design, a configuration option that is unsafe will eventually be selected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by a default, by a copied example, or by an adversary.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it protects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the boundary people misjudge.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TLS does and does not give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It protects data in transit between two endpoints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confidentiality, integrity, and server authentication.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It does not protect data at either endpoint.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 compromised server sees plaintext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is where end-to-end designs differ (Module 10 §4).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It does not hide metadata.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 destination address, the timing, and the traffic volume are visible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and the server name was historically visible too (Module 01 §2).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It does not authenticate the client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unless you configure mutual TLS — so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server authentication is one direction only.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it says nothing about authorisation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an authenticated connection from a party who should not be permitted is still a problem (CSCE 701 Module 03).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'We use TLS' answers one question of four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and the endpoint-compromise boundary is the one that matters most in practice.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Mutual TLS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where it is the right tool.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Mutual TLS authenticates both ends with certificates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STRONG, AND OPERATIONALLY DEMANDING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client presents a certificate too, and the server verifies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both ends are cryptographically identified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rather than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makes it excellent for service-to-service authentication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no shared secrets to distribute, identity bound to a key, and it composes with CSCE 701 Module 04's segmentation.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operationally demanding.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Every client needs a certificate, which needs issuance, distribution, rotation, and revocation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Module 07 §4's unsolved problem, now yours.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honest assessment: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right for service-to-service inside infrastructure you operate, usually wrong for end users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where the certificate lifecycle lands on people who cannot manage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Reading a connection, and what to check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negotiated version and cipher suite.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TLS 1.3 if possible, 1.2 with an AEAD suite at minimum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nothing older.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Whether the key exchange is ephemeral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which determines forward secrecy and is visible in the suite name.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certificate chain, its expiry, and its issuer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and whether the name actually matches what you asked for (Module 07 §2).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Whether your client validates by default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whether anything in your codebase disables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whether the server's configuration is current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which is a patching question (CSCE 701 Module 08) rather than a cryptographic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Run this against your own services.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</a:t>
            </a:r>
            <a:r>
              <a:rPr sz="1050" b="1" i="1">
                <a:solidFill>
                  <a:srgbClr val="798290"/>
                </a:solidFill>
                <a:latin typeface="Calibri"/>
              </a:rPr>
              <a:t>Most findings are configuration and currency rather than cryptography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which is the course's second theme restated.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handshake establishes confidentiality, then identity, then integrity of the negotiation — in that order, and the order matters.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server signs the transcript, not a challenge, which binds its identity to this exchange and defeats the relay from Module 06.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TLS 1.3 deleted options rather than deprecating them, because a negotiable weak option is a downgrade attack waiting to be found.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 configuration option that is unsafe will eventually be selected — by a default, a copied example, or an adversary.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TLS protects data in transit between endpoints and protects nothing at either endpoint, which is the boundary most often misjudged.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Mutual TLS is right for service-to-service and usually wrong for end users, because the certificate lifecycle lands on people.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