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Freshness is the one most often forgotten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advantage formulation is what connects to CSCE 637's complexity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711 — Applied Cryptography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What Cryptography Provides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And the rule that follows from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711 · Module 01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Name the four properties and distinguish them.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cryptography does not provide.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how security is defined against an adversary.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course's governing rule and why it holds.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Identify which property a requirement actually needs.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Four properties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Routinely conflated, and genuinely different.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PROPERTIES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four properties, and what each 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5603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901952"/>
            <a:ext cx="40233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36976" y="19568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guarantee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1901952"/>
            <a:ext cx="4206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0336" y="19568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Provided by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560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Confidentiality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2377440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6976" y="2414016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adversary learns nothing about the content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377440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0336" y="24140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Encryption (M03)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560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Integrity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27248" y="2852928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6976" y="2889504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Modification is detected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0608" y="2852928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2889504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MAC or signature (M04, M07)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560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Authentication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27248" y="3328416"/>
            <a:ext cx="4023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6976" y="3364992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message came from who you think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3328416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0336" y="3364992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MAC or signature (M04, M07)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560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3408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Freshness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27248" y="3803904"/>
            <a:ext cx="40233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6976" y="3840480"/>
            <a:ext cx="38039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This is not an old message replayed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50608" y="3803904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0336" y="3840480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Nonces, counters, timestamps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Encryption alone provides none of the other three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MISCONCEPTION THIS COURSE EXISTS TO REMOVE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ciphertext can be modified by an adversary, and unauthenticated decryption will happily produce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different plaintext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without complaint.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With a stream cipher this is exact: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flipping a ciphertext bit flips the corresponding plaintext bit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an adversary who knows the plaintext format can make targeted changes without the key.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'it is encrypted' says nothing about whether it has been tampered with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system that decrypts unauthenticated data is processing attacker-controlled input while believing it is trusted.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authenticated encryption is the only acceptable default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why this is Part 1 rather than a later refinement.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does not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honest boundary.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cryptography does not provide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It does not protect metadata.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Who talked to whom, when, how often, and how much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all visible, and frequently more revealing than the content.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It does not protect data in use.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plaintext exists in memory in the process that handles it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where a compromised server reads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It does not establish trust.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 signature proves a key signed it, not that the keyholder is who they claim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which is Module 07's certificate problem.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It does not fix authorisation.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 authenticated request from a user who should not be permitted to make it is still a vulnerability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(CSCE 701 Module 03).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it does not survive bad key management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where real failures live (Module 10).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metadata point is the one most often missed: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encrypting message bodies while leaking the social graph protects very little against an adversary who wanted the graph.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Defining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As a game, which is what makes it rigorous.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scheme is secure when a specified adversary cannot win a specified game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THE DEFINITIONAL APPROACH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'Secure' alone is not a claim.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definition names the adversary's capabilities, the adversary's goal, and the probability of success considered acceptable.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for encryption, the standard definition is indistinguishability: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adversary who chooses two plaintexts and receives the encryption of one cannot tell which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better than guessing.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that definition is stronger than it looks: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implies the adversary learns no partial information at all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not one bit, not the length relationship, nothing beyond what the length itself leaks.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this framing is worth the effort: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converts 'seems hard to break' into a precise statement that can be proved relative to an assumption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the assumption is then the thing to examine.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INDISTINGUISHABILITY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advantage, which is what gets bounded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Adv(A) = | Pr[A(Enc(m₀)) = 0] − Pr[A(Enc(m₁)) = 0] 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adversary A picks two equal-length plaintexts, receives the encryption of one, and guesses which.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secure  ⟺  Adv(A) is negligible for every efficient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Both quantifiers matter: every efficient adversary, and negligible rather than merely small.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m₀, m₁ chosen by A, with full knowledge of the scheme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adversary knows everything except the key — which is the only assumption worth making.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Security is a bound on an advantage, not an absolute property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and 'efficient' and 'negligible' are the two terms doing the real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reason it is not timidity.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Do not design primitives, and do not assemble protocols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COURSE'S GOVERNING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Use a reviewed high-level library.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libsodium, Tink, or your platform's audited equivalent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prefer the API that gives you the fewest choices.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reason is the historical record: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nearly every published break of a deployed system was a composition error or an implementation flaw rather than a broken primitive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reused nonce, a padding oracle, a missing tag check, an unvalidated curve point.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those errors are invisible to testing.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misused construction encrypts and decrypts correctly and passes every functional test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why the defect survives to production.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rule holds — and this course teaches you why it holds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rule you understand you can apply with judgement, and one you have merely been told you will eventually break.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Which means, concretely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Choose the library, not the algorithm.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good library has already made the algorithm, mode, and parameter choices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each choice you make yourself is a chance to make it wrong.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Prefer misuse-resistant APIs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one that generates its own nonce cannot have its nonce reused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11 §2).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Treat every low-level API as a warning sign.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If you are choosing an IV, you are in the wrong abstraction.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if your requirement genuinely has no library answer, that is a signal to re-examine the requirement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before it is a signal to build something.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Project 1 implements a primitive precisely so that you never need to again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the deliverable includes the argument for not using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'If you are choosing an IV, you are in the wrong abstraction' is the operational form of the rule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it is a reliable test.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Confidentiality, integrity, authentication, and freshness are four different properties, and encryption provides only the first.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Flipping a ciphertext bit in a stream cipher flips the corresponding plaintext bit, so unauthenticated decryption yields attacker-controlled plaintext.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Cryptography does not protect metadata, data in use, trust establishment, authorisation, or you from bad key management.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Security is defined as a bound on an adversary's advantage in a specified game, which makes 'secure' a precise claim.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Nearly every published break of a deployed system was a composition or implementation error rather than a broken primitive.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If you are choosing an IV, you are in the wrong abstraction.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