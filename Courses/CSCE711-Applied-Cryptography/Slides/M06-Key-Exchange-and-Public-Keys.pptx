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Write this out by hand once; it is the most elegant result in the subject.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unproved-assumption point connects directly to the complexity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711 — Applied Cryptography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Key Exchange and Public Keys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Establishing a shared secret with a stranger.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711 · Module 06 of 7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Diffie–Hellman and what it does and does not provide.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hardness assumptions and their relationship.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public-key encryption is rarely used directly.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forward secrecy and why ephemeral keys matter.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Choose between the curve and finite-field settings.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Diffie–Hellman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idea that made the internet possible.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711 · Applied Cryptography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KEY EXCHANGE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exchange, in four 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A → B: gᵃ          B → A: gᵇ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Each party sends a public value. The private exponents a and b are never transmitted.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A computes (gᵇ)ᵃ,   B computes (gᵃ)ᵇ,   both get gᵃᵇ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same value from different inputs, which is the whole trick.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adversary sees g, gᵃ, gᵇ  and must find gᵃᵇ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computational Diffie–Hellman problem, believed hard and not proved so (Part 2).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Both parties compute the same value and the eavesdropper cannot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from public messages only.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Diffie–Hellman gives you a shared secret with </a:t>
            </a:r>
            <a:r>
              <a:rPr sz="2700" b="1" i="1">
                <a:solidFill>
                  <a:srgbClr val="141924"/>
                </a:solidFill>
                <a:latin typeface="Georgia"/>
              </a:rPr>
              <a:t>somebody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LIMITATION THAT DEFINES EVERYTHING AFTER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Unauthenticated, it is wholly vulnerable to an active adversary.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machine in the middle runs the exchange separately with each party and relays everything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two perfectly secure channels, both to the adversary.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neither party can detect it from the exchange itself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every message is well-formed and the mathematics is correct.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key exchange must be authenticated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with a signature over the exchange (Module 07), a pre-shared key, or a password-authenticated variant.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why Module 07 and the certificate problem exist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hard part was never agreeing on a key, it was knowing who you agreed with.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assumptions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the security actually rests 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711 · Applied Cryptography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HARDNESS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assumptions, and what breaks if each falls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468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Problem</a:t>
            </a:r>
          </a:p>
        </p:txBody>
      </p:sp>
      <p:sp>
        <p:nvSpPr>
          <p:cNvPr id="8" name="Rectangle 7"/>
          <p:cNvSpPr/>
          <p:nvPr/>
        </p:nvSpPr>
        <p:spPr>
          <a:xfrm>
            <a:off x="3035808" y="1901952"/>
            <a:ext cx="39319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45536" y="19568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Statement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6772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7745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Depends on 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Discrete log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35808" y="2377440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45536" y="24140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Given g, gᵃ, find 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6772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7745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DH, DSA, ECDSA, Ed25519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Computational DH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35808" y="2852928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45536" y="2889504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Given gᵃ, gᵇ, find gᵃᵇ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6772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7745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DH key exchange — weaker than DL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Factoring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35808" y="3328416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45536" y="3364992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Given n = pq, find 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6772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7745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RSA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Short vectors in lattices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35808" y="3803904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45536" y="3840480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Find a short vector in a lattice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67728" y="3803904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77456" y="3840480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post-quantum schemes (M12)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security rests on unproved assumptions, and that is the honest position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WHAT THIS MEANS PRACTICALLY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No one has proved that factoring or discrete log is hard.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P ≠ NP would not even settle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since neither problem is known to be NP-hard (CSCE 637 §09).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What we have is decades of concentrated attention without a polynomial algorithm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substantial evidence and is not proof.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assumptions are not independent of the computational model.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quantum computer breaks both factoring and discrete log in polynomial time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by Shor's algorithm, which is Module 12's subject.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honest claim is conditional: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'secure assuming discrete log is hard in this group against a classical adversary'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Module 13 is about stating that rather than dropping the condition.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Public-key encryption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why you almost never use it directly.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711 · Applied Cryptography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HYBRID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everything real is hybrid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Public-key operations are orders of magnitude slower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than symmetric ones, and the gap is large enough to matter at any scale.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they encrypt only small messages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RSA can encrypt less than its modulus size, so a long message does not fit at all.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So the universal pattern is hybrid: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use public-key cryptography to establish or transport a symmetric key, then encrypt the data symmetrically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with AEAD (Module 04).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Which is what TLS does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(Module 08),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what encrypted email does, and what envelope encryption does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(Module 10 §2).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raw RSA encryption is a hazard in itself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textbook RSA is deterministic and malleable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so padding (OAEP) is mandatory and getting it wrong has produced real attacks.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If you are calling an RSA encrypt function directly, stop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the correct operation is a key encapsulation or a sealed-box API.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Forward secrecy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property worth understanding properly.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711 · Applied Cryptography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Forward secrecy means a key compromised tomorrow does not decrypt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AND IT REQUIRES EPHEMERAL KEYS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If a session key is derived from a long-term private key, then compromising that key later decrypts every recorded past session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a realistic adversary model, since traffic is cheap to store.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use an ephemeral exchange: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generate a fresh Diffie–Hellman pair per session, authenticate it with the long-term key, and discard it afterwards.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long-term key then only ever signs, never decrypts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its later compromise permits impersonation going forward and reveals nothing retrospectively.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why TLS 1.3 removed non-ephemeral key exchange entirely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08)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standard deleting an option rather than deprecating it, which is this course's thesis in action.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CHOOSING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Curves, fields, and what to 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Use X25519 for key exchange.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Fast, 32-byte keys, no parameter choices, and no invalid-curve hazard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every 32-byte string is a valid input.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Elliptic curves give equivalent security at much smaller sizes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a 256-bit curve against a 3072-bit finite field, which is why they displaced the alternative.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Avoid implementing curve arithmetic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: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point validation, the identity element, and non-constant-time scalar multiplication have each produced real breaks.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avoid custom curves and custom groups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parameter selection is where the subtle weaknesses hide.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Which is Module 01 §4 once more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in the place where it has the strongest historical support.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X25519 was designed so that misuse is difficult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no invalid points, no cofactor subtleties exposed, no parameter choices. That design goal is why it is the recommendation.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Diffie–Hellman lets two parties compute a shared secret from public messages, which an eavesdropper cannot.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Unauthenticated, it gives you a secure channel with somebody — possibly a machine in the middle, undetectably.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The hardness assumptions are unproved and would not be settled by P ≠ NP, since neither factoring nor discrete log is known NP-hard.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Everything real is hybrid: public-key cryptography establishes a symmetric key, and AEAD encrypts the data.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Forward secrecy requires ephemeral keys, so that a long-term key's later compromise does not decrypt recorded traffic.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Use X25519, which was designed so that misuse is difficult — no invalid points and no parameter choices.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711 · Applied Cryptography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