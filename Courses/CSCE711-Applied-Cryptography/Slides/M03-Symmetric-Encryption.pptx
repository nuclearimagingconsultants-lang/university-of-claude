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who learn modes without this caveat build unauthenticated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equation is the single most important one in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711 — Applied Cryptography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Symmetric Encryption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Confidentiality, and the modes that provide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711 · Module 03 of 7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a block cipher is and is not.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ECB is unacceptable and what it reveals.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CTR and CBC and their requirements.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stream ciphers and their single fatal misuse.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a mode, and explain why you should not have 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block cipher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primitive, not a scheme.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block cipher is a keyed permutation on fixed-size blocks, and nothing more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THE PRIMITIVE ACTUALLY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AES maps a 16-byte block to a 16-byte block, invertibly, under a key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for each key it is a different permutation of the 2¹²⁸ possible blocks.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security goal is to be indistinguishable from a random permutation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 adversary with encrypt-and-decrypt access cannot tell AES under an unknown key from a randomly chosen permutation.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a single block is not a message.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Encrypting a long message requires a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mode of operation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, and the mode is where the real design decisions and the real failures are.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AES is not an encryption scheme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is a component of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this distinction is the entire content of this module.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ECB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mode that teaches by failing.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Encrypting each block independently leaks every repetition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ECB, AND WHY IT IS IN THIS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ECB applies the block cipher to each block separately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identical plaintext blocks produce identical ciphertext blocks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always and visibly.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structure survives encryption.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classic demonstration encrypts a bitmap and the image remains recognisable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shapes are preserved exactly, because the repetition pattern is.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fails the Module 01 §3 definition immediately: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 adversary submits one plaintext of two identical blocks and one of two different blocks, and distinguishes them with certainty.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ECB is unacceptable for any message longer than one block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is worth knowing precisely why, because 'AES' in a system specification does not tell you the mode.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modes, and what each needs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ECB   block by block, independently.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Needs: nothing. Leaks: all repetition. Never use.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CBC   each plaintext block XORed with the previous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ciphertext block before encryption.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Needs: an unpredictable IV, and padding.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Hazards: padding oracles; IV reuse leaks the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first-block relationship; not parallelisable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for encryption.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CTR   encrypt a counter, XOR the result with the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plaintext. Turns a block cipher into a stream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cipher.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Needs: a nonce that NEVER repeats per key.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No padding. Parallelisable. Hazard: nonce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reuse is catastrophic (Module 11).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AND NONE OF THESE AUTHENTICATE ANYTHING. All three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provide confidentiality only, which is why Module 04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exists and why you should be using AEAD instead.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last paragraph is the point of the slide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every mode here is a confidentiality-only construction.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Stream ciphers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the one thing you must never 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STREAM CIPHER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construction, and the misuse it invites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c = m ⊕ KS(k, 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keystream KS depends only on the key and the nonce. XOR is the whole of the encryption.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c₁ ⊕ c₂ = m₁ ⊕ m₂    if the nonce n is reused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keystream cancels. The key has left the equation entirely, and the adversary did nothing clever.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two plaintexts XORed  ⟹  both usually recoverable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 classical two-time-pad problem, solvable for any plaintext with structure — which is all real plaintext.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Nonce reuse in a stream cipher removes the key entirely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the adversary is left with a classical two-time-pad problem, which is solvable.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ChaCha20 is the stream cipher to know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AND WHY IT DISPLACED THE ALTERNATIVES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is fast in software without hardware acceleration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matters on mobile and embedded targets where AES instructions are absent.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is structurally simple: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additions, rotations, and XORs on a 512-bit state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makes constant-time implementation straightforward rather than delicate (Module 11 §1).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pairs with Poly1305 into an AEAD construction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04) that is the default choice wherever AES-GCM's hardware support is unavailable.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it inherits the fatal requirement: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nonce must never repeat for a given key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why the libsodium API generates it for you and does not offer the option.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Choosing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why the answer is to not choose.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actually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Use an AEAD construction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(Module 04) —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AES-GCM, ChaCha20-Poly1305, or AES-GCM-SIV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. Not a confidentiality-only mode.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Use the library's one-call interface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, which handles the nonce, the tag, and the encoding together.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AES where hardware acceleration exists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(nearly all server and desktop CPUs);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ChaCha20 where it does not.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And if you are selecting a mode by name, you have gone wrong somewhere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— which is Module 01 §4's IV test in a different form.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This module exists so that you can read an existing system and assess it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, not so that you can assemble a new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honest purpose of this module is diagnostic: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you will inherit systems specified as 'AES-encrypted', and you now know that sentence is incomplete.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block cipher is a keyed permutation on fixed-size blocks, not an encryption scheme — the mode of operation is where the design decisions and failures are.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ECB leaks every repetition and fails the indistinguishability definition with a two-block message, which is why the encrypted bitmap stays recognisable.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CBC needs an unpredictable IV and padding; CTR needs a nonce that never repeats and needs no padding.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No confidentiality-only mode authenticates anything, which is why AEAD is the only acceptable default.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Nonce reuse in a stream cipher cancels the key and leaves the adversary with two plaintexts XORed together.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If you are selecting a mode by name, you have gone wrong — this module is for reading existing systems, not building new ones.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