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measure-don't-copy instruction is the one that gets ignored.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asymmetry makes the distinction memorable.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711 — Applied Cryptography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Passwords and Key Derivation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Where slow is the security property.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711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password hashing differs from all other hashing.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salts, peppers, and what each prevents.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and parameterise a password hash.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password hashing from key derivation.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a credential store and its migration.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slow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one place speed is a defect.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Passwords have far too little entropy to resist a fast hash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ARITHMETIC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human-chosen password carries perhaps 20 to 40 bits of real entropy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not the 128 a key would have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search space is small enough to enumerate.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fast hash lets the adversary enumerate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Commodity GPUs compute billions of SHA-256 hashes per second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exhausts a 40-bit space in minutes.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defence is to make each guess expensive.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hash taking 100 milliseconds reduces billions per second to ten per second per core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factor of roughly a hundred million.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only situation in cryptography where slowness is the security property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why every hash from Module 05 §2's first group is exactly the wrong choice.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MECHANISMS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Salt, pepper, and work factor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salt is unique per password, stored alongside the hash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need not be secret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02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prevents precomputation and cross-user comparison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 rainbow tables, and two users with the same password get different hashes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a breach does not reveal that.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pepper is a single secret added to every password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stored separately from the database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a database-only breach yields unusable hashes.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work factor is the tunable cost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it must be raised over time as hardware improves.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a memory cost is what resists GPUs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the specific advance Argon2 and scrypt make over bcrypt.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memory-hardness point is the current state: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GPUs have enormous parallel compute and limited memory per core, so a memory-hard function narrows their advantage.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parameters, which matter.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use, and how to set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USE, IN ORDER OF PREFERENCE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Argon2id    memory-hard, the current recommendation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scrypt      memory-hard, older, well understood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bcrypt      fine, widely available, no memory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  hardness, and silently truncates input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  at 72 bytes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PBKDF2      acceptable only where a standard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  requires it; weakest against GPUs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NEVER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SHA-256, SHA-3, BLAKE, MD5, or any fast hash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a fast hash iterated by hand -- you will get the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construction wrong, and it is still GPU-friendly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SETTING PARAMETERS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target 100-500 ms on YOUR production hardware,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then raise it annually. Measure; do not copy a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number from a blog post written for different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hardware.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bcrypt's 72-byte truncation is a real trap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 long passphrase is silently cut, so the extra length contributes nothing.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parameter is a budget decision, so state it that 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HOW TO ARGUE FOR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higher work factor costs you CPU on every login and costs the adversary proportionally more per guess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the choice is a direct trade between your login capacity and the attacker's rate.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it quantifiable: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at 100 ms and four cores you support about forty logins per second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you can say what doubling it costs in servers.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adversary's side is quantifiable too: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the guesses per second a GPU achieves at your parameters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how long a 30-bit password survives.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turns 'we should use stronger hashing' into a defensible number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is CSCE 701 §12's capability-metric argument applied to a parameter.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Key derivation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different problem, commonly conflated.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DISTINCTION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Password hashing versus key derivation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Password hashing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Key derivation (HKDF)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Low entropy, human-chosen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 entropy already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Make guessing expensive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Spread entropy into keys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Speed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Deliberately slow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Fast is correct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Output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Stored for comparison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Used as keys, never stored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Argon2id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HKDF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HKDF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HKDF is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Deriving several independent keys from one shared secret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exactly what TLS does after the handshake (Module 08 §1).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With a context label per key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that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encryption key and the MAC key are independent and cannot be confused.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removes a real hazard: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using one key for two purposes has produced actual breaks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HKDF makes separation nearly free.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it needs no slowness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the input already has full entropy — there is nothing to brute-force.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So: Argon2id for passwords, HKDF for everything derived from a real secret.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per-purpose context label is the habit worth forming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costs one string and prevents key reuse across purposes.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credential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Including how to migrate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Migrating a credential store without knowing the passwords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PROBLEM EVERYONE EVENTUALLY HAS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cannot rehash existing passwords, because you do not have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point of hashing them in the first place.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rehash on next successful login: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verify against the old scheme, and if it passes, immediately compute and store the new hash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while you briefly hold the plaintext.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record the scheme per record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both verification paths coexist — which means your stored format needs a scheme identifier from the start.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 accounts that never log in, eventually force a reset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migration is complete only when the old scheme is removed from the code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step usually left undone.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store should look 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scheme identifier, the parameters, the salt, and the hash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all in one field, which is what the standard encoded formats give you.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Constant-time comparison of the result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04 §1), which the library's verify function already does.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Rate limiting and lockout on the login path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slow hash protects a stolen database and does nothing against online guessing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701 Module 02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 password length cap below something generous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no composition rules — which is the evidence-based guidance.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a breached-password check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blocks the credentials that are actually used in attacks.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online-versus-offline distinction is essential: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hashing cost addresses an offline adversary with your database, and rate limiting addresses an online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Human-chosen passwords carry 20 to 40 bits of entropy, so a fast hash lets an adversary enumerate the whole space.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This is the only place in cryptography where slowness is the security property, which is why every general-purpose hash is wrong.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salt prevents precomputation and cross-user comparison; a pepper stored separately makes a database-only breach useless.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Memory hardness is what resists GPUs, since they have enormous parallel compute and little memory per core.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Measure your work factor on your own production hardware rather than copying a number, and raise it annually.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Migrate a credential store by rehashing on next successful login, and the migration ends when the old code path is deleted.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