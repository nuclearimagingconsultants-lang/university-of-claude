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default-to-MAC advice is the practical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historical failures are worth stating; they explain why libraries validate by default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Signatures and Certificates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Authenticity at scale, and the trust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07 of 7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signatures and how they differ from MACs.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schemes and choose between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certificate is and what it asserts.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CA trust model and its weaknesses.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revocation and why it does not really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Signatures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property a MAC cannot give.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MAC versus signature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Signature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shared secret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Private signs, public verifies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 can verify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a keyholder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 can forge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keyholder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the private keyholder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Non-repudiation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— either party could have made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Yes, cryptographically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fast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Orders of magnitude slower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schemes, and which to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Ed25519.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default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fast, small, deterministic (so no nonce to leak), and designed to be hard to misimplement.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ECDSA.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Widely required by existing standards and genuinely hazardous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repeated or biased nonce reveals the private key outright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has happened in production more than once.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RSA-PSS.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Fine, with large keys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3072 bits for 128-bit security. Prefer it over the older PKCS#1 v1.5 padding.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post-quantum signature schemes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12), which are standardised and have much larger signatures.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Ed25519's determinism is the feature: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 per-signature randomness means no randomness failure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02 §3).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ECDSA's nonce requirement is the sharpest edge in deployed cryptography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why deterministic nonce generation (RFC 6979) and Ed25519 both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Certificates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signed statement binding a name to a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certificate is a signature over the claim “this key belongs to this name”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IS, EXACTLY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contains a public key, a name, a validity period, and constraints — and a signature over all of it by an issuer.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verifying a certificate establishes that the issuer asserted the binding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nothing about whether the assertion is true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different kind of question entirely.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chain terminates in a root you trust because it shipped with your operating system or browser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actual root of trust, and it is a business and governance arrangement rather than a cryptographic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01 §2's third limitation made concrete: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cryptography moved the trust problem rather than solving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certificate system is where it now lives.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validating a chain actually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FOR EACH CERTIFICATE IN THE CHAIN: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signature verifies under the issuer's public key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 current time is within the validity period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 issuer is permitted to issue (basic constraints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CA:TRUE, and path length respected)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key usage permits this purpose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 algorithm is one you accept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FOR THE LEAF, ADDITIONALLY: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 name matches what you asked for -- the hostname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you intended, not the one the certificate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offers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 chain terminates at a trusted root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REVOCATION, if you can check it at all (Part 4).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HISTORICAL FAILURES: missing the CA:TRUE check let any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leaf certificate sign others. Skipping the name check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accepted any valid certificate for any site. Both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shipped widely.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name check is the one most often omitted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omitting it accepts a valid certificate for an entirely different host.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trust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its structural weakness.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Any CA can issue for any name, so the system is as strong as its weakest 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Your browser trusts on the order of a hundred root authorities, each able to delegate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 one of them can issue a valid certificate for any domain in the world.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security of every site is bounded by the least careful authority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by its own practices — which is an unusual and uncomfortable property for a security system.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has been exploited.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Authorities have been compromised and have issued fraudulent certificates for major services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were used in real interception.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mitigations are detection rather than prevention: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Certificate Transparency logs every issued certificate publicly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§4),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fraudulent one can be noticed — after the 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Revocation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part that does not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revocation is largely ineffective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Revocation lists grew too large to distribute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usefully, and were cached long enough to be stale when it mattered.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Online status checking introduced a privacy leak and an availability dependency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the responder learns every site you visit, and an outage would break the web.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So clients fail </a:t>
            </a:r>
            <a:r>
              <a:rPr sz="1650" b="1" i="1">
                <a:solidFill>
                  <a:srgbClr val="3C4555"/>
                </a:solidFill>
                <a:latin typeface="Calibri"/>
              </a:rPr>
              <a:t>open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: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if the status check fails, the connection proceeds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which means an adversary who can block the check has defeated revocation.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Stapling helps by having the server supply its own signed status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depends on the server doing so.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the actual answer was shorter lifetimes: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certificate valid for weeks needs less revocation than one valid for years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why automated issuance mattered.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Short lifetimes plus automation replaced revocation rather than fixing it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 engineering answer to a problem that resisted a protocol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take from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Ed25519 unless a standard forces otherwise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a MAC when you do not need public verification — which is more often than people assume.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Never implement certificate validation.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your platform's validator and do not disable any check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historical failure in Part 2 was a skipped check, and 'verify=False' in a client library is a security decision.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Understand that the trust root is social rather than mathematical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pinning, transparency logs, and short lifetimes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none of them is cryptography.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state the dependency when you make a claim: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'authentic, assuming no trusted authority misissues'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honest form, which Module 13 develops.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Only a signature provides non-repudiation and public verification; if you need neither, use a MAC, which is far faster.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Ed25519 is deterministic, so there is no per-signature nonce to leak — while ECDSA reveals its private key from a repeated or biased nonce.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certificate proves an issuer asserted a name-to-key binding, not that the binding is true.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chain's root is trusted because it shipped with your OS, which makes the trust root a governance arrangement rather than a cryptographic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Any CA can issue for any name, so every site's security is bounded by the least careful authority.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Revocation largely does not work because clients fail open; short lifetimes plus automation replaced it rather than fixing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