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birthday halving is the number students get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Separating 'broken' from 'broken for what' is the useful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Explaining the nesting makes HMAC memorable rather than mysterious.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711 — Applied Cryptography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Hash Functions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What they are for, and the three misuses.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711 · Module 05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Name the three security properties and distinguish them.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Choose a hash function for a stated purpose.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length extension and why HMAC avoids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Name the three standard misuses.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Merkle trees and content addressing.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Three properties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Different strengths, different uses.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PROPERTIES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three properties, in increasing strength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9260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3008" y="1901952"/>
            <a:ext cx="42062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19568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Infeasible 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99248" y="1901952"/>
            <a:ext cx="36576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5" y="1956816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Security level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Preimage resistance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93008" y="2377440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24140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Find m given H(m)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99248" y="2377440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5" y="2414016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2ⁿ for n-bit 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9260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Second preimage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3008" y="2852928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2889504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Find m′ ≠ m with H(m′) = H(m)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99248" y="2852928"/>
            <a:ext cx="36576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08975" y="2889504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2ⁿ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Collision resistance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93008" y="3328416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2736" y="3364992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Find any m, m′ colliding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99248" y="3328416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8975" y="3364992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2ⁿᐟ² — the birthday bound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Collision resistance is what signatures depend on, and it is the first to fall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THE DISTINCTION IS PRACTICAL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signature is computed over a hash, not over the message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07) — so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two messages with the same hash have the same valid signature.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makes a collision directly exploitable: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get a benign document signed, present the colliding malicious one with the same signature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both verify.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this was not hypothetical.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MD5 collisions were used to produce a fraudulent certificate authority certificate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SHA-1 collisions were later demonstrated for real document formats.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practical rule: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MD5 and SHA-1 are broken for anything requiring collision resistance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includes every signature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while remaining adequate for non-adversarial checksums.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Choosing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By purpose, not by reputation.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Which hash, for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GENERAL CRYPTOGRAPHIC USE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SHA-256 / SHA-512       the safe default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SHA-3 / SHAKE           different internal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                        structure; no length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                        extension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BLAKE2 / BLAKE3         faster, keyed mode built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                        in, no length extension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PASSWORDS -- NONE OF THE ABOVE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Argon2id, scrypt, bcrypt. A fast hash is exactly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wrong here, and Module 09 explains why.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NON-ADVERSARIAL CHECKSUMS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CRC32, xxHash. Fast, not secure, and that is fine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when nobody is attacking.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BROKEN FOR COLLISION RESISTANCE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MD5, SHA-1. Still fine as non-adversarial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checksums; never in a signature.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password row is the one that matters most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using SHA-256 for passwords is a defect, not a weaker choice.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Length extension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structural property with a real consequence.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Given H(secret || m) you can compute H(secret || m || padding || m′) without the secret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MERKLE–DAMGÅRD CONSEQUENCE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SHA-256 processes the message in blocks and its output </a:t>
            </a:r>
            <a:r>
              <a:rPr sz="1600" b="1" i="1">
                <a:solidFill>
                  <a:srgbClr val="141924"/>
                </a:solidFill>
                <a:latin typeface="Georgia"/>
              </a:rPr>
              <a:t>is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its internal state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knowing the hash means knowing the state and being able to continue hashing.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breaks the naive MAC.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system authenticating with H(key || message) can have data appended by an adversary who never learns the key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the resulting tag is valid.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This has produced real vulnerabilities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in signed-URL and signed-cookie schemes built from a bare hash rather than a MAC.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HMAC's nested structure exists precisely to prevent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SHA-3, BLAKE2, and BLAKE3 are not susceptible at all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their construction does not expose the full state.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HMAC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the construction looks the way it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HMAC(k, m) = H( (k ⊕ opad) || H( (k ⊕ ipad) || m )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Two distinct padding constants make the inner and outer keys different.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inner hash  ⟹  a fixed-length digest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So the outer hash's input has a fixed length that an adversary cannot extend.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outer hash re-keys  ⟹  no continuable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Length extension becomes impossible. The nesting is not arbitrary; it is exactly what buys this.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nesting is not arbitrary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it is exactly what removes the length-extension property.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Misuses and 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three errors, and the good constructions.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MISUSES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three standard misuses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hash as a MAC.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Unkeyed, so anyone can recompute it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it detects corruption and nothing adversarial (Module 04 §1).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fast hash for passwords.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Speed is the attacker's advantage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billions of guesses per second follow (Module 09).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hash to hide a low-entropy value.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Hashing an email address, a phone number, or a national identifier conceals nothing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the space is small enough to enumerate completely.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a fourth worth naming: truncating a hash without accounting for the birthday bound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halves again.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third is the one that appears in privacy claims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'we only store hashed emails' is not de-identification.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low-entropy misuse is the most consequential outside engineering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, because it is routinely presented to regulators and users as anonymisation.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constructions worth knowing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WHAT HASHES ARE GENUINELY GOOD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Content addressing.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Name data by its hash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name then verifies the content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how Git, container registries, and package lockfiles get their integrity.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Merkle trees.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Hash pairs of hashes upward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the root commits to everything beneath,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single branch proves membership in log n hashes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gives you efficient verification of a small part of a large structure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the basis of certificate transparency logs, distributed version control, and block-chained ledgers.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commitment: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publish H(value) now, reveal the value later, and you cannot have changed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though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this requires the value to have enough entropy, or a random salt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third misuse again.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Collision resistance is the weakest property to break — the birthday bound halves the security level, so SHA-256 gives 128 bits of 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Signatures are computed over hashes, so a collision yields two messages with one valid signature — which produced a fraudulent CA certificate from MD5.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MD5 and SHA-1 are broken for collision resistance and remain adequate as non-adversarial checksums; the distinction is useful.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Length extension means H(secret || m) lets an adversary append without the secret, which is why HMAC is nested and why SHA-3 and BLAKE are immune.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The three misuses are a hash as a MAC, a fast hash for passwords, and a hash to hide a low-entropy value.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'We only store hashed emails' is not de-identification, because the input space is enumerable.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