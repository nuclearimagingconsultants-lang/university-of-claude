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Walking the six stages is the practical core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rotation economics are the reason this pattern is 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Key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real subject, and the one with no clean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key lifecycle and each stage's failure.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envelope encryption and explain why.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rotation and what it does and does not accomplish.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architectural choice around end-to-end encryption.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Specify a complete key management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Six stages, each a place to fail.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six stages and the failure at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requirement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7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5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 it fails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From a CSPRNG, at full length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7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5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Weak randomness (M02 §3)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only the user can read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7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5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the repository, image, or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Distribute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 an authenticated channel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7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5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Emailed, pasted into chat, in a ticket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memory only, for as long as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0527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0255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Logged, in a crash dump, in a trace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Rotate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a schedule, and on compromise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7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5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Never, because it was never tested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Destroy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6148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121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Verifiably, including backups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0527" y="4754879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0255" y="4791455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Omitted entirely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key is only as protected as the weakest place it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IT EXISTS IN MORE PLACES THAN YOU LISTED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Enumerate every location: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key store, the running process's memory, the backup, the developer's laptop, the CI system, the log that captured it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adversary needs only one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701 Module 01's asymmetry arriving as a key management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design question is not 'is the key store secure' but 'what is the complete list of places this key has ever been'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list is usually longer than the architecture diagram shows.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best answer is for the key never to be in your process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platform key service performs the operation and returns the result, so the key has one location.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Envelope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pattern that makes rotation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construction, and what it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ENCRYPT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generate a fresh data key (random, per object)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encrypt the data with it (AEAD, Module 04)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encrypt the data key with the master key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store: [encrypted data key] + [ciphertext]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DECRYPT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decrypt the data key using the master key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decrypt the data with the data key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discard the data key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WHY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the master key encrypts only small values, so it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can live in a key service and never leave it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rotating the master key means re-encrypting only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the small data keys -- not the data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 leaked data key exposes one object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and destroying a data key destroys that object's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plaintext permanently (crypto-shredding)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Rotating the master key re-encrypts kilobytes rather than terabytes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what makes rotation operationally possible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it does, and what it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Rotation limits the damage window; it does not undo a compromise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STATING IT ACCURATELY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does: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bounds how much data a single key protects, limits the window in which a leaked key is useful, and — critically — proves the procedure works.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does not do: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recover data already decrypted by an adversary, or protect anything encrypted under the old key if the adversary kept a copy of both the key and the ciphertext.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real value is the tested procedure.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organisation that rotates quarterly can rotate in an hour during an incident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one that never has cannot, which is when it matters.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rotate on a schedule in order to be able to rotate on demand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CSCE 701 Module 07 §3's argument, and is the only reason scheduled rotation is worth the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Doing it without an outage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Support two keys at once: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decrypt with either, encrypt with the new one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requires a key identifier stored with every ciphertext.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means the key identifier must be in the format from the start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exactly as the scheme identifier was in Module 09 §4.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 re-encrypt lazily on access, or in a background pass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only remove the old key when nothing references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verify that by counting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rather than by assuming — a query for ciphertexts under the old key identifier.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rotation that cannot be verified complete is a rotation you will not finish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common outcome.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key identifier is the one design decision that makes everything else possible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costs two bytes.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architectural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Who holds the keys, and what that forecloses.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End-to-end encryption is an architectural decision with real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STATED HONESTLY, IN BOTH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server holds the keys, it can search, index, deduplicate, scan, recover accounts, and process the data — and it can be compelled or compromised into disclosure.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only the clients hold the keys, the server cannot read the data — and cannot provide search, server-side processing, or account recovery.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lost-key problem is the hard part.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True end-to-end means a user who loses their key loses their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every real system adds a recovery mechanism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then the weakest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 to state which you chose and what it forecloses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'end-to-end encrypted, with a recovery mechanism that can be compelled' is a complete claim, and 'end-to-end encrypted' alone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specification to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 key in the system, with its purpose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nothing serving two purposes (Module 09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 each: where it is generated, stored, and used, and which components can read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rotation procedure, and the date it was last actually executed.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happens when each key is exposed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blast radius, per key, which is what makes the hierarchy worth designing.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destruction procedure, including backups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because 'we deleted it' is false if a backup holds the key and the ciphertext.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This specification is Project 2's deliverable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the artefact that distinguishes a design from an intention.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six lifecycle stages each have a characteristic failure, and destruction is the one always omitted.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key is only as protected as the weakest place it exists, and that list is longer than the architecture diagram shows.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Envelope encryption lets the master key encrypt only small values, so it can live in a key service and never leave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Rotating the master key re-encrypts kilobytes rather than terabytes, which is what makes rotation operationally possible.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Rotation's real value is the tested procedure — rotate on a schedule in order to be able to rotate on demand.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'End-to-end encrypted, with a recovery mechanism that can be compelled' is a complete claim; 'end-to-end encrypted' alone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