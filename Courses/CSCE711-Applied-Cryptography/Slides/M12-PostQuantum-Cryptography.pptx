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Separating Shor from Grover is what makes this module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hybrid argument is the practical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Post-Quantum Cryptography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Assessed proportionately.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precisely what a quantum computer breaks.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symmetric cryptography is largely fine.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harvest-now-decrypt-later argument.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standardised schemes and their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Plan a migration proportionate to your threat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Specifically, and not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large quantum computer does to each 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Primitive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RSA, DH, ECDH, ECDSA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Broken — Shor's algorithm, polynomial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Replace (Part 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AES-128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Grover's: 2⁶⁴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AES-256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AES-256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Grover's: 2¹²⁸ — still infeasible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SHA-256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Collision search improves modestly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Nothing, or SHA-384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HMAC, AEAD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Inherit the above — essentially fine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Shor's algorithm breaks the structure; Grover's only searches faster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SETS THE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Shor's algorithm factors integers and computes discrete logarithms in polynomial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destroys RSA and every elliptic-curve scheme completely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merely weakens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Grover's algorithm gives a square-root speedup on unstructured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n-bit key gives n/2 bits of security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answered entirely by doubling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symmetric cryptography needs a parameter change and public-key cryptography needs replacement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qualitative difference, and the whole basis of a proportionate response.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post-quantum schemes rest on different problems rather than better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lattices and codes, for which no quantum advantage is known (Module 06 §2's fourth row).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timing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argument for acting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Harvest now, decrypt later is the argument that justifies action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APPLIES TO SOME DATA AND NOT 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adversary can record encrypted traffic now and decrypt it when a capable machine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relevant question is how long your data must stay confidential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when the machine arrives.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a data-classification question.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session token expiring in an hour is unaffected; medical records, state secrets, and identity documents are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honest position on timing is that nobody knows.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Current machines are many orders of magnitude short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engineering gap is large and the progress is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halves are true.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migrate key exchange first, because that is where harvesting applies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signatures are less urgent, because a signature forged in 2040 on a 2026 document is a smaller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to migrate,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 · Key exchange protecting long-lived confidential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this is the only genuinely urgent case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hybrid deployment addresses it now.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 · Long-lived signing keys and root certificates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whose validity extends decades — firmware signing keys especially.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 · Ordinary TLS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your platform will migrate for you and where you mainly need to not obstruct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 · Everything else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on the normal upgrade cycle.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cryptographic agility is the real deliverable: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system that can change algorithm without redesign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Module 10 §3's key identifier applied to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Agility is worth more than any specific algorithm choice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the next transition will also happen, and the ability to make it is the durable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they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standardised schemes and their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KEY ENCAPSULATION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ML-KEM (Kyber)     the standard choice.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public key ~1.2 kB, ciphertext ~1.1 kB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vs X25519's 32 bytes each.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Fast, and the size is the cost.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SIGNATURES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ML-DSA (Dilithium) the general-purpose choice.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signature ~2.4 kB vs Ed25519's 64 bytes.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SLH-DSA (SPHINCS+) hash-based, very conservative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assumptions, much larger and slower.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For firmware and roots of trust.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COST IS SIZE, NOT SPEED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which matters for constrained links, embedded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devices, certificate chains, and anything that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must fit in one packet.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DEPLOY HYBRID: classical + post-quantum together,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secure if EITHER holds. The schemes are newer and have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had less cryptanalysis.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Hybrid is the right default during a transition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hedges against the new scheme being broken, which has already happened to several candidates.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Proportionality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not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proportionate response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Inventory where you use public-key cryptography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most organisations cannot currently answer, and which is the actual first step (CSCE 701 Module 08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Classify your data by how long it must stay confidential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act on the long-lived portion.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Enable hybrid key exchange where your platform offers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increasingly a configuration change rather than a project.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build agility rather than switching algorithms: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algorithm identifiers in stored formats, no hardcoded key sizes, and a tested procedure for changing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you will need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not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 not use a non-standardised scheme.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Several candidates were broken during the selection process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some spectacularly and late.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 not abandon classical cryptography.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Hybrid, not replacement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new schemes have had far less cryptanalysis than RSA has.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 not treat it as urgent for short-lived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most data, and where the effort is better spent elsewhere.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 not let it displace the work that matters.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organisation has been compromised by a quantum computer, and many by a leaked credential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701 Module 13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do not claim quantum resistance you have not deployed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Module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two are the honest proportionality point: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this is a real problem on a long timescale, and it is not your most likely cause of a breach this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Shor's algorithm destroys RSA and all elliptic-curve schemes; Grover's gives only a square-root speedup that doubling the key length answers.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So this is a public-key problem rather than a cryptography problem, and AES-256 and SHA-256 need essentially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Harvest-now-decrypt-later makes it a data-classification question: how long must this stay confidential?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Migrate key exchange for long-lived confidential data first; signatures are less urgent.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post-quantum schemes cost size rather than speed, and hybrid deployment hedges against the newer scheme being broken.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Cryptographic agility is worth more than any specific algorithm choice, because the next transition will also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