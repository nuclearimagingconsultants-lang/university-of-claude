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practically useful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711 as 'the part that works, misused' is the course's own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Cryptographic Security Honestly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Which properties, against whom, assuming what.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 cryptographic claim completely.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security proof does and does not establish.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relative to CSCE 701 and CSCE 713.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course's rule in your own words.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complete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components, all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complete claim names the property, the adversary, the assumption, and the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FORM TO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property: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of Module 01 §1's four, specifically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confidentiality, integrity, authentication, freshness.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'secure'.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adversary: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network observer, a compromised server, a malicious client, a cloud operator, an insider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the answer differs for each.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assumption: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hardness assumption, and what key management is presumed correct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§2, Module 10).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scope: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data, at which points in its lifetime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 transit, at rest, in use, in backups, in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1901952"/>
            <a:ext cx="60350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568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'It is encrypted'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2377440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414016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property? Against whom? Keys held where?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'Military-grade encryption'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2852928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2889504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Meaningless. The primitive was never the weak 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'256-bit encryption'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90288" y="3328416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364992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key length, not a security property (M03 §1)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'End-to-end encrypted'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0288" y="3803904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3840480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Incomplete without the recovery mechanism (M10 §4)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'Provably secure'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4279392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0016" y="4315968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Proved relative to an assumption and a model (Part 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'Quantum-safe'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4754879"/>
            <a:ext cx="60350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4791455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if deployed, and hybrid is the honest form (M12)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230367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5266943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'Zero-knowledge'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0288" y="5230367"/>
            <a:ext cx="6035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0016" y="5266943"/>
            <a:ext cx="5815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specific technical property, not a marketing synonym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Honest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good form looks like.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Claims you can actually defend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'Message contents are confidential and authenticated against a network observer, using ChaCha20-Poly1305 with keys exchanged by X25519, assuming discrete log is hard classically.'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'The server can read message contents. It is not end-to-end encrypted.'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an honest statement of an architecture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10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'Data at rest is encrypted with per-object keys under a master key in a key service; a compromise of the application process exposes the objects it decrypts.'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'Passwords are stored with Argon2id at these parameters, which resists offline attack at roughly this rate.'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And: 'we do not protect metadata'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stated rather than omitted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01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Every one of these is longer than the overclaim it replaces, and every one is checkable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trade this module is asking you to make.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proof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it does not 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security proof is a reduction, and it is only as good as its assumptions and its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STATING IT ACCURATELY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establishes: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an adversary breaks this scheme, then it solves the underlying hard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scheme is at least as hard as the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genuinely valuable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rules out entire classes of attack and replaces 'nobody has broken it' with a structural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it does not cover: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implementation (Module 11), the key management (Module 10), side channels, the protocol it is embedded in, and anything outside the model.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'provably secure' is not a claim about a system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claim about a scheme in a model, and nearly every real break happened outside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courses, and where this one sits.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courses, by failure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Covers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Honest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Systems, operations, 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the incidents 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Primitives and their correct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part that works — misused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Code defects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Where the severe bugs 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state what each primitive provides, choose correctly from a library, and recognise the compositions that are unsound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practical skill, and it transfers to systems you did not design.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design a key lifecycle, specify envelope encryption, and execute a rotation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subject that actually decides whether the cryptography helps.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find the implementation hazards: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non-constant-time comparison, a reused nonce, a distinguishable error, a key with two purposes.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means naming the property, the adversary, and the assumption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'it is encrypted' assumes all three and states none.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complete claim names the property, the adversary, the assumption, and the scope — and 'secure' names none of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'256-bit encryption' describes a parameter and implies a guarantee, which is exactly the substitution to avoid.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'End-to-end encrypted' is incomplete without the recovery mechanism, which is the weakest point of such a design.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security proof is a reduction: it shows breaking the scheme solves a hard problem, relative to an assumption and inside a model.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Nearly every real break happened outside the model — in the implementation, the key management, or the surrounding protocol.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This course's honest summary is that the mathematics is sound and the failures are yours: nonces, keys, error handling, and composition.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