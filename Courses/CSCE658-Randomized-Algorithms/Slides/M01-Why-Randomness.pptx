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Separating the three uses is the organising move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error-direction question is the practical habit to instil.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Randomness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Three distinct things a coin buys.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three uses of randomness and give examples.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Las Vegas from Monte Carlo algorithms.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probabilistic guarantee is a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adversary model and what randomness does to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randomness is the right tool for a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three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Worth separating, because they have different alternatives.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randomness buys, in three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Defeat an adversary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input cannot be chosen against your choices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Hashing, quicksort pivot, cuckoo hashing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Simplify the algorithm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 balance instead of enforced 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Skip lists, treaps, random contraction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instead of compute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Estimate from a subset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Streaming, Monte Carlo integration, SGD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Defeating an adversary is the use that cannot be replaced by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FIRST USE, EXAMINED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deterministic hash function has a worst-case input — whatever collides.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an adversary who knows your function can construct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how hash-flood denial of service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Randomising the hash choice means the adversary must beat a function they cannot see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worst case still exists and they cannot find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guarantee changes from 'no bad input exists' (false) to 'a bad input is unlikely to be hit' (true).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use where randomness is irreplaceable by cleverness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amount of deterministic ingenuity removes a worst case that an adversary can compute.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Only a secret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random choice is the cheapest secret.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distinction decides how you report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Las Vegas is always right; Monte Carlo is usually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 MOST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Las Vegas: the answer is always correct and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running time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random.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Randomised quicksort, treaps, Las Vegas perfect hashing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Monte Carlo: the running time is bounded and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answer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may be wrong.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Miller–Rabin, Bloom filters, sketches.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difference decides what you must do about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Las Vegas algorithm can simply be re-run, and a Monte Carlo failure is undetectable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you can verify the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prefer Las Vegas when the choice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when using Monte Carlo, know which direction the error goes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Bloom filter's false positives are handled differently from false negatives, and it has only one kind.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Reporting the two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Las Vegas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 and tail running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Failure probability, and its direction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took longer. Re-run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Wrong answer, possibly silent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Detectable?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the clock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if you can verify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Amplify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Re-running on timeout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Repetition and majority (if two-sided)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Randomised quicksort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Bloom filter, count-min sketch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 probabilistic guarantee is a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argument that makes the subject respectable.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2⁻⁴⁰ is below the hardware error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ARGUMENT, WITH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randomised algorithm with failure probability 2⁻⁴⁰ fails about once in a trillion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Uncorrected DRAM bit-flip rates are on the order of one error per gigabyte per month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long deterministic computation touches a great deal of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randomised algorithm is more reliable than the machine running the deterministic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answers the objection that randomised algorithms 'might be wrong' completely.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amplification is cheap: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repetition drives the failure probability down exponentially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§4, CSCE 637 §08), so the exponent is a design parameter rather than a fact about the algorithm.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not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WHEN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randomness is the wrong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When reproducibility is required and seeding is impractical.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randomised build or compiler output is a real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determinism is a feature.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When the deterministic algorithm is simpler.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frequently is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but when it is, take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When you cannot get good randomness.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embedded device at boot has none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 weak source voids the guarantee entirely (Module 13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When failure is unbounded in cost.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2⁻⁴⁰ is fine for a cache and not for an irreversible action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whatever the arithmetic says.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when the guarantee is about the average and the requirement is about the tail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error to watch for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average-versus-tail error is the commonest misuse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: an expected-time guarantee says nothing useful about a latency service level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OF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02 is the toolkit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Markov, Chebyshev, Chernoff, the union bound.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whole course in one module, and the one to know cold.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03–06: the classical analyses.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Balls and bins, data structures, sketches, random graphs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things you have already used.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07–10: randomness as a method.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probabilistic method, randomised rounding, Markov chains, dimension reduction.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11–13: distributed systems, derandomisation, and honesty about the randomness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Randomness buys three distinct things — defeating an adversary, simplifying an algorithm, and sampling instead of computing — and their alternatives differ.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Defeating an adversary is the use that cannot be replaced by cleverness, only by a secret, and a random choice is the cheapest secret.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Las Vegas algorithms are always right with random running time; Monte Carlo have bounded time and may be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Las Vegas failure can be re-run and a Monte Carlo failure is undetectable unless you can verify — so ask which direction the error goes.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failure probability of 2⁻⁴⁰ is below the hardware error rate, which answers the 'might be wrong' objection completely.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commonest misuse is treating an expected-time guarantee as a statement about the 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