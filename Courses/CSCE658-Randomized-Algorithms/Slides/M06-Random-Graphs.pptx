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Hamiltonicity coincidence is genuinely surprising and worth dwelling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asymmetry is the transferable insight, not the specific thresholds.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658 — Randomized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Random Graphs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Phase transitions, and why they matter.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658 · Module 06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the Erdős–Rényi models.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giant component transition.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connectivity and other thresholds.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first and second moment methods.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Relate random graph thresholds to real phase transitions.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the thresholds.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G(n, p): n vertices, each edge present independently with probability 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MODEL, AND THE STRIKING 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simplest possible random graph model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almost every property appears suddenly at a threshold rather than gradually.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At p = 1/n the giant component appears.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Below, all components are O(log n); above, one component contains a constant fraction of all vertices.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At p = ln n / n the graph becomes connected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last isolated vertex disappears at the same moment — which is not a coincidence.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transitions are sharp: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window in which the property goes from unlikely to likely shrinks as n grows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for large n the behaviour is effectively a step function.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THRESHOLDS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appears when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Property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Threshold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190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Giant component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 = 1/n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190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Average degree 1. The famous 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Connectivity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 = ln n / 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190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Same as no isolated vertices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triangle appears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 = 1/n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190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Constant expected number at this scale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Hamiltonian cycle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 = ln n / 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1908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28816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Same as connectivity, which is surprising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Perfect matching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 = ln n / 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19088" y="4279392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8816" y="4315968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Also the same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Diameter 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10128" y="4754879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19856" y="4791455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 ≈ √(2 ln n / n)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19088" y="4754879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28816" y="4791455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Much denser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two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How threshold results are proved.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First moment up, second moment 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TO SHOW A STRUCTURE DOES NOT APPEAR (below threshold):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FIRST MOMENT METHOD.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Let X = number of copies of the structure.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If E[X] -&gt; 0, then P(X &gt;= 1) &lt;= E[X] -&gt; 0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by Markov (Module 02).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So with high probability there are NONE.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TO SHOW IT DOES APPEAR (above threshold):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SECOND MOMENT METHOD.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E[X] -&gt; infinity is NOT enough -- the mass could sit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on rare instances with huge X.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But if Var[X] / E[X]^2 -&gt; 0, then Chebyshev gives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P(X = 0) -&gt; 0.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So with high probability there is at least one.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THAT IS THE WHOLE TOOLKIT for threshold results, and it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is just Markov and Chebyshev (Module 02 Part 1).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THE ASYMMETRY IS THE POINT: showing something is ABSENT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needs only the mean; showing it is PRESENT needs the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variance. Which is why the second moment calculation is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the hard half of every such proof.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Absence needs the mean; presence needs the variance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that asymmetry recurs throughout probabilistic combinatorics.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Real phase transitions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this shows up outside graph theory.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TRANSITIONS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Thresholds in systems you care about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Random SAT.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3-SAT is easy below a clause/variable ratio of about 4.27 and easy above it, and hard at it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is CSCE 637 §12's parameter, and it is a genuine sharp transition.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Percolation.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Connectivity in a random network, which is the model for epidemic spread, forest fire, and material fracture.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Network robustness.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Remove a fraction of nodes and the giant component vanishes at a threshold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is how resilience is analysed (CSCE 678).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Cuckoo hashing's load factor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04 §3),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is a threshold in a random bipartite graph.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community detection's detectability threshold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below a certain signal strength, no algorithm can recover the communities, provably.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detectability threshold is the most striking: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</a:t>
            </a:r>
            <a:r>
              <a:rPr sz="1050" b="1" i="1">
                <a:solidFill>
                  <a:srgbClr val="798290"/>
                </a:solidFill>
                <a:latin typeface="Calibri"/>
              </a:rPr>
              <a:t>an information-theoretic limit below which no amount of computation helps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which is a different kind of impossibility from CSCE 627's.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real networks are not Erdős–Rényi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QUALIFICATION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Real networks have heavy-tailed degree distributions, high clustering, and community structure.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G(n,p) has none of those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its degrees are Poisson and its clustering is zero.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thresholds are not quantitatively predictive for a real network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models that are (preferential attachment, configuration models, stochastic block models) have different thresholds.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the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existence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of sharp transitions transfers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real networks also have thresholds, and the methods of Part 2 are how they are found.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use G(n,p) as the null model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'a random graph with this degree sequence would have clustering 0.001 and we observe 0.3' is the useful form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same baseline-not-prediction use as Module 03 §4.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Random graphs as a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Not just an object of study.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AS A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random graphs are used constructively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Expander graphs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random graph is an expander with high probability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expanders are the key object in derandomisation (Module 12 §3).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Error-correcting codes.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Random sparse parity-check matrices give near-optimal codes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(LDPC), which is a probabilistic existence proof with a practical consequence.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Testing and benchmarking.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Random instances are the standard benchmark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with the caveat that they are frequently easier than real ones (CSCE 637 §01).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Network design.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Random regular graphs have small diameter and good fault tolerance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why some datacentre topologies are randomised.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the probabilistic method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Module 07 and is the general form of all of these.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'A random object has the property, therefore one exists' is the move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it is Module 07's subject, with random graphs as its most productive setting.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In G(n,p) almost every property appears suddenly at a threshold, and the transition window shrinks as n grows.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giant component appears at p = 1/n and connectivity at ln n / n — the same point at which the last isolated vertex disappears.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Hamiltonicity appears at the same threshold as connectivity, which is striking: once low-degree vertices are gone, the cycle exists.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First moment with Markov shows absence; second moment with Chebyshev shows presence — and that asymmetry is the transferable insight.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Real networks are not Erdős–Rényi, so use G(n,p) as a null model rather than a prediction.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Random graphs are also a construction tool: expanders, LDPC codes, and randomised network topologies all come from 'a random one works'.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