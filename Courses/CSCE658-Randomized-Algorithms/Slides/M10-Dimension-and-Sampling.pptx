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amplification before the constructions.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Goemans-Williamson connection is worth making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 output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Dimension and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Projecting, hashing, and sampling in high dimensions.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Johnson–Lindenstrauss lemma and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locality-sensitive hashing.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importance sampling and its variance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sampling-based matrix approximation.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technique for a high-dimensional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Johnson–Lindenstrauss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Distances survive random projection.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Johnson–Lindenstrauss: project to O(log n / ε²) dimensions and keep all pairwise distances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RESULT, AND WHY IT IS REMARKABLE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any n points in any dimension, a random linear map into O(log n / ε²) dimensions preserves all pairwise distances to within a factor (1 ± ε), with high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Note what the target dimension does not depend 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original dimension.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million-dimensional dataset of a thousand points projects to the same number of dimensions as a thousand-dimensional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proof is Module 02's Chernoff bound plus Module 02's union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distance is preserved with probability 1 − 1/n³, and there are fewer than n² pairs.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projection is just a random Gaussian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structure, no learning, no data dependence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is so widely usable.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JL does and does not give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preserves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pairwise distances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among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specified finite set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the geometry of the whole space, and not distances to new points added later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though a fresh point works with high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ε² in the denominator is harsh: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10% distortion needs about 100 times more dimensions than 100% distortion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high accuracy is expensive.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does not preserve inner products as tightly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nor does it help with anything that depends on the ambient dimension rather than on distances.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within its scope it is unimprovable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O(log n / ε²) bound is tight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no cleverer projection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Locality-sensitive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Hashing designed to collide.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hash family where similar items collide on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 family H is LOCALITY-SENSITIVE if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near points collide with probability &gt;= p1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far points collide with probability &lt;= p2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with p1 &gt; p2.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That gap is all you need. Amplify it: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AND over k hashes -&gt; p1^k vs p2^k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(widens the ratio, lowers both)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OR over L such bands -&gt; 1-(1-p1^k)^L vs ...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(raises both, steepens the transition)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Tuning k and L gives a sharp step at the distance you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care about -- which is Module 02's amplification applied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to a similarity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Only a gap between near and far is needed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amplification turns any gap into a step, which is why so many constructions qualify.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three families that are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HAMMING / JACCARD   MinHash: hash each set by the minimum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of a random permutation of its elements.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P(collision) = EXACTLY the Jaccard similarity.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COSINE              random hyperplane: take the sign of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the dot product with a random Gaussian vector.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P(collision) = 1 - theta/pi.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&lt;-- this is CSCE 669 Module 10's Goemans-Williamson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rounding, used as a hash function.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EUCLIDEAN           project onto a random line and bucket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by fixed-width intervals.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RESULT: sublinear-time approximate nearest-neighbour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search, with a stated recall.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random-hyperplane construction is MAX-CUT's rounding reused as a hash function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same geometric fact, in two subjects.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Importance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Sample where it matters, and reweight.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Importance sampling reweights, and the variance is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 AND ITS HAZARD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estimate E_p[f], sample from a different distribution q and weight each sample by p(x)/q(x).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estimate is unbiased for any q with support covering p's.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variance depends entirely on how well q matches the shape of p·f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good q gives enormous variance reduction and a bad one gives enormous variance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increase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 mode is a few samples with huge weights: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estimate becomes dominated by one sample and the apparent variance collapses while the true error does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same silent failure as Module 09 §4.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monitor the effective sample size from the weights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diagnostic as MCMC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CSCE 647 §03's importance sampling and CSCE 642 §05's policy gradient, which are both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Sampling for matrix computations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Approximate a matrix product by sampling rows and columns in proportion to their norms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error depends on the number of samples and not on the matrix size.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randomised low-rank approximation: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random projection followed by an exact decomposition of the small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 bound on the error relative to the best rank-k approximation.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far faster than a full SVD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randomised linear algebra is the standard approach for very large matrices (CSCE 676).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same structural caveat as always: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error bound is in expectation or with high probability, and the norms you sample by must be computable cheaply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for a streamed matrix they may not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technique for which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high-dimensional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 dimension, keep distances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projection (JL)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(1±ε) on all pairs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Nearest neighbour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Sublinear time, stated 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Estimate an expectation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Importance sampling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Unbiased; variance depends on 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Approximate a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Randomised SVD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Near-optimal rank-k 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Deduplicate or cluster by similarity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MinHash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Jaccard in expectation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 distinct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HyperLogLog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05 §1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randomness is unavoidable in high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high dimensions almost everything is almost orthogonal and almost equidistant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concentration of measure, which is Module 02's phenomenon applied to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deterministic structure useless: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space-partitioning indexes degrade to linear scan above about twenty dimensions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provably.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makes randomness effective, for the same reason: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random projection works precisely because high-dimensional vectors concentrate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projection's error concentrates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curse of dimensionality and the usefulness of randomness are the same fact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most satisfying observation in this module, and it explains why high-dimensional methods are randomised essentially without exception.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Johnson–Lindenstrauss projects to O(log n / ε²) dimensions preserving all pairwise distances — and the target dimension does not depend on the original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proof is Chernoff plus the union bound, and the projection is just a random Gaussian matrix with no data dependence.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ε² denominator is harsh, so high accuracy is expensive — and within its scope the bound is tight.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LSH needs only a gap between near and far collision probabilities, and amplification by AND and OR sharpens it into a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random-hyperplane LSH is Goemans–Williamson's MAX-CUT rounding reused as a hash function.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curse of dimensionality and the usefulness of randomness are the same fact: concentration of measure defeats structure and enables projection.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