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concurrency point is the one practitioners care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construction-versus-query distinction is the useful insight.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Being honest that deterministic structures often win is important.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658 — Randomized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Randomised Data Structures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Expected balance instead of enforced balance.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658 · Module 04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skip lists and derive their expected height.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treaps and their relationship to quicksort.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universal hashing and what it guarantees.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perfect and cuckoo hashing.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Compare randomised against deterministic balancing honestly.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Skip lists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balanced structure with no balancing code.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SKIP LISTS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whole structure, and its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A sorted linked list, plus express lanes.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Each element appears at level i with probability 1/2^i --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flip a coin on insertion until it comes up tails.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SEARCH: start at the top level, move right while the next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key is smaller, drop down when it is not. Repeat.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EXPECTED HEIGHT: O(log n). The probability any element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reaches level c log n is n * 2^-(c log n) = n^(1-c),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which is small for c &gt; 1.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-- Module 02's per-event-plus-union pattern again.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EXPECTED SEARCH TIME: O(log n). At each level you move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right an expected constant number of steps before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dropping, and there are O(log n) levels.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WHY IT IS USED: there is NO REBALANCING CODE. No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rotations, no colour invariants, no case analysis. The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insert is: find the position, flip coins, splice in.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Twenty lines against a red-black tree's two hundred.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AND IT IS EASIER TO MAKE CONCURRENT, because there is no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global rebalancing step to lock -- which is why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concurrent skip lists are common and concurrent balanced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trees are hard (CSCE 611, CSCE 678).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absence of rebalancing code is the actual benefit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and the concurrency consequence is why it shows up in real systems.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Treaps: a binary search tree whose shape is a random quicksort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STRUCTURE, AND THE CONNECTION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Each node carries a key and a random priority.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tree is a search tree on keys and a heap on priorities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determines the shape uniquely.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that shape is exactly the recursion tree of quicksort with random pivots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highest priority is the root, which is the first pivot.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expected depth is O(log n) by the same analysis as randomised quicksort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analysis transfers without modification.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a satisfying unification: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skip lists, treaps, and randomised quicksort are three presentations of one analysis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recognising that is worth more than learning three.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Hashing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a random hash function actually buys.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Universal hashing: a family where any two keys collide with probability 1/m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RIGHT 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family H is universal if, for any two distinct keys, a randomly chosen h ∈ H collides on them with probability at most 1/m.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is all you need for the expected-chain-length analysis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full independence of a random function is not required, which is what makes a small, efficiently computable family sufficient.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family can be tiny: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h(x) = ((ax+b) mod p) mod 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over a prime p is universal, with a and b the only randomness.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Module 12's limited-independence idea arriving early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you need pairwise independence, not full independence, and pairwise is cheap.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HASHING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hashing schemes and what each guarantees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Scheme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3580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553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Guarantee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67728" y="1901952"/>
            <a:ext cx="4572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77456" y="19568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Universal, chaining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580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553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O(1) expected lookup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67728" y="2377440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77456" y="24140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Worst case log n / log log n (M03)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Perfect hashing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3580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4553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O(1) WORST CASE lookup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67728" y="2852928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77456" y="2889504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Static set only; randomised construction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Cuckoo hashing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3580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O(1) worst case lookup; dynamic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67728" y="3328416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77456" y="3364992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Insertion may rehash; load factor under ~0.5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Linear probing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3580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Excellent cache behaviour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67728" y="3803904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77456" y="3840480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Needs 5-independence for the analysis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Bloom filter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35808" y="427939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45536" y="4315968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O(1), one-sided error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67728" y="4279392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77456" y="4315968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 deletion; false positives only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Cuckoo hashing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Two choices, applied to hashing.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Cuckoo hashing gives worst-case constant lookup by moving the work to insertion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Each key has two possible positions, from two hash functions. A lookup checks both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lookup is worst-case two probes, always.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Insertion places the key in one position, evicting whatever was there, which is then reinserted in its alternative position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possibly cascading.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cascade terminates with high probability below a load factor of about 0.5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above it the structure must be rebuilt with new hash functions.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randomness has moved from the query to the construction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the right place for it when reads vastly outnumber writes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is the same reasoning as perfect hashing.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it is Module 03's two choices, applied.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honest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Against deterministic structures.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Randomised against deterministic balancing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920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7007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248716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9689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Randomised (skip list, treap)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10528" y="1901952"/>
            <a:ext cx="5029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0256" y="1956816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Deterministic (red-black, B-tree)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1920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17007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Guarantee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8716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9689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Expected, with a tail bound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10528" y="2377440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0256" y="2414016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Worst case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1920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17007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Code size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716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9689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Much smaller. No rebalancing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10528" y="2852928"/>
            <a:ext cx="5029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0256" y="2889504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Large case analysis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1920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17007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Concurrency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8716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9689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Easier — no global rebalance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10528" y="3328416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0256" y="3364992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Hard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1920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17007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Cache behaviour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8716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9689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Worse — pointer chasing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10528" y="3803904"/>
            <a:ext cx="5029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0256" y="3840480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B-trees are far better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1920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17007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Adversary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8716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9689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Safe if the randomness is hidden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10528" y="4279392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20256" y="4315968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Safe always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1920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17007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 practice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487168" y="4754879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596896" y="4791455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Skip lists in concurrent maps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10528" y="4754879"/>
            <a:ext cx="5029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20256" y="4791455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B-trees in every database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Which to choose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PRACTICAL 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Concurrent in-memory ordered map: skip list.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absence of global rebalancing is decisive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is why concurrent skip lists are in standard libraries.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On-disk or cache-sensitive ordered structure: B-tree.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Node-per-block locality beats everything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asymptotics do not distinguish them.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Static set, worst-case lookup needed: perfect hashing.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Dynamic with the same requirement: cuckoo.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for a sketch or a teaching implementation: the randomised one, always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twenty lines that you can verify beats two hundred that you cannot.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skip list's benefit is the absence of rebalancing code, and the consequence is that it is far easier to make concurrent.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treap's shape is exactly randomised quicksort's recursion tree, so skip lists, treaps, and quicksort share one analysis.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Universal hashing needs only pairwise collision probability 1/m, not full independence — so a tiny family suffices.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Perfect and cuckoo hashing achieve worst-case O(1) lookup by putting the randomness in the construction rather than the query.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Cuckoo hashing is the power of two choices applied to hashing, and it terminates below a load factor of about 0.5.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B-trees beat skip lists on cache and disk behaviour despite identical asymptotics, which is why databases use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