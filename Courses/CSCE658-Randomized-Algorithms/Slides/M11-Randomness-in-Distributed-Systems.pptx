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safety is preserved is the point practitioners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658 — Randomized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Randomness in Distributed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Where a coin is not an optimisation but a necessity.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658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symmetry breaking and why determinism fails.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randomised consensus and the FLP circumvention.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gossip protocols and their convergence.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randomised load balancing in a distributed setting.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randomness in failure detection and backoff.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Symmetry breaking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case where determinism provably cannot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Identical processes cannot break symmetry deterministically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IMPOSSIBILITY, AND THE ESCAPE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Two identical processes in identical states, receiving identical messages, will do identical things.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neither can be chosen as leader by any deterministic algorithm.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this is a genuine impossibility rather than a difficulty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there is no cleverer deterministic algorithm, because the executions are identical by construction.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coin flip breaks it immediately.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Each process flips; with probability 1 − 2⁻ᵏ after k rounds, they differ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problem is solved with high probability in a constant expected number of rounds.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cleanest case in the whole subject of randomness being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necessary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convenient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Module 01 §1's first use, in its purest 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same argument gives randomised backoff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EVERYDAY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Two senders colliding on a shared medium will collide again if they both retry deterministically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symmetry is preserved by the retry.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retry after a random delay.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Exponential backoff doubles the range each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adapts the randomness to the observed contention.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in Ethernet, TCP, every HTTP client's retry logic, and every distributed lock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makes it the most widely deployed randomised algorithm in existence.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one practical refinement: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add jitter.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Deterministic backoff with the same schedule re-synchronises clients into waves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thundering-herd failure and is why AWS's published guidance is 'exponential backoff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with jitter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Consensus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Randomness circumvents an impossibility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FLP says deterministic consensus is impossible; randomisation escapes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MOST IMPORTANT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Fischer, Lynch and Paterson: in an asynchronous system with even one crash failure, no deterministic algorithm achieves consensus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678 §03).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proof constructs an infinite execution that never decides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not a wrong answer, but an indefinite delay.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randomised algorithm escapes it: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Ben-Or's protocol terminates with probability 1, in expected constant rounds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the adversarial execution FLP constructs has probability zero.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precise form of the escape: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randomisation does not contradict FLP — it changes the guarantee from 'always terminates' to 'terminates with probability 1'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impossibility was about the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CONSENSUS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randomisation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Deterministic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Randomised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Safety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Guaranteed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Guaranteed — unchanged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Liveness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Impossible (FLP)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With probability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Rounds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Unbounded in the worst case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Expected O(1); unbounded worst case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 practice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Paxos, Raft — with timeouts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Ben-Or; HoneyBadger; blockchain protocols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Gossip and load balancing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Randomness for scalability rather than for possibility.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Gossip spreads information in O(log n) rounds with constant work per node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EPIDEMIC MODEL, APPLIED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node, each round, picks a random peer and exchanges state.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Information reaches every node in O(log n) rounds with high probability.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random graph connectivity result of Module 06 in a different guise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union of the random choices forms an expanding graph.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work per node per round is constant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what makes it scalable: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node needs a global view, a membership list, or a coordinator.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it is used for membership, failure detection, configuration propagation, and anti-entropy repair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Cassandra, Consul, and Serf are built on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678 §04).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robustness to failure is the selling point, not the speed.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LOAD BALANCING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choices, in a distributed setting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Module 03 §2's power of two choices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applied to servers: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query two at random and send to the less loaded.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gives log log n maximum load with no coordination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no central balancer, no global state, two probes.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practical caveat is stale information: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if every balancer queries the same two and they all pick the same one, the advantage inverts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is the herd-behaviour failure.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 the load must be sampled freshly, or the choices randomised per balancer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and this failure has been observed in production repeatedly.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consistent hashing with bounded loads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combines the two: a hash-determined home plus a fallback to the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stale-information inversion is the one practical trap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the theorem assumes each ball sees the current load, and a distributed system usually does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else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remaining uses.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ELSEWHERE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Randomness in the rest of a distributed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Failure detection.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Randomised probe targets avoid correlated false positives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and SWIM's random-peer probing is the standard design.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Sampling for monitoring.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Trace sampling, which is reservoir sampling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(Module 05 §3)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applied to requests.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Randomised leader rotation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which spreads load and limits the value of attacking any one leader.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Chaos engineering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randomly killing instances to test resilience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which is sampling the failure space rather than enumerating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cryptographic nonces and session identifiers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where the randomness is a security requirement rather than a performance one (CSCE 711).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last item is the one where a weak source is catastrophic rather than merely degrading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Module 13 §2.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this module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the setting where randomness is most clearly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necessary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merely convenient — symmetry breaking and consensus are both impossibility results that randomisation escapes.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escapes are precise: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guarantee changes from 'always' to 'with probability 1', and the impossibility proof was about 'always'.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better justification for randomness than any efficiency argument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is not a trade at all — there is nothing deterministic to compare against.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means every distributed system you will build contains several of these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backoff with jitter at minimum, and probably gossip, two-choice balancing, and sampled tracing.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Identical processes cannot break symmetry deterministically, which is a genuine impossibility that a coin flip escapes immediately.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Randomised exponential backoff with jitter is the most widely deployed randomised algorithm in existence.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FLP says deterministic asynchronous consensus is impossible, and randomisation changes the guarantee from 'always terminates' to 'terminates with probability 1'.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Safety is never traded in randomised consensus — only whether and when it decides.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Gossip reaches every node in O(log n) rounds with constant work per node and no global view, which is why it is used for membership.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power of two choices inverts under stale load information, which is the one practical trap and has been observed in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