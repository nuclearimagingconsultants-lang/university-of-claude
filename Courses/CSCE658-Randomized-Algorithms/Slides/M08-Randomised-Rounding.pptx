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derivation is the module's core; walk it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need the menu; the techniques are otherwise ad hoc.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Randomised Rounding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Turning a fractional solution into a real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randomised rounding and why it analyses cleanly.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set cover guarantee.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feasibility is restored.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dependent rounding and when it is needed.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rounding to a problem of your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Treat the fraction as a probability.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fractional value is a probability, and that makes the analysis one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Solve the linear programming relaxation, then include each item independently with probability equal to its fractional value.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expected cost is exactly the LP value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linearity of expectation (Module 07 §1)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this analyses so cleanly: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independence is needed for the cost bound.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LP value is a lower bound on the optimum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669 §04)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expected cost is at most the optimum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whole approximation-analysis mechanism.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Feasibility, however, holds only in expectation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restoring it is where the approximation factor comes from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cost analysis is free and the feasibility analysis is the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SET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guarantee, derived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SET COVER: cover every element with the fewest sets.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LP relaxation gives a fractional x_S per set.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ROUND: include set S with probability x_S, independently.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COST: E[cost] = sum_S c_S * x_S = the LP value. Done.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COVERAGE: for an element e covered fractionally to 1,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P(e uncovered) = prod_{S containing e} (1 - x_S)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&lt;= exp(-sum x_S) = e^-1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because 1 - z &lt;= e^-z and the fractional coverage is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at least 1.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So each element is covered with probability 1 - 1/e.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Not good enough -- some elements will be uncovered.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FIX: repeat the rounding ln(4n) times independently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 take the union of all chosen sets.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P(e uncovered after k rounds) &lt;= e^-k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Set k = ln(4n): P(any e uncovered) &lt;= n/4n = 1/4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by the union bound (Module 02 Part 3).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And E[cost] = k * LP = O(log n) * OPT.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SO: an O(log n)-approximation, which CSCE 669 Module 10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said was OPTIMAL (CSCE 637 Module 11). The trivial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algorithm is the best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Repeat-and-union is the standard way to turn expected feasibility into actual feasibility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the cost of the repetition is the approximation factor.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Restoring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ways, and the choice sets the ratio.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fix a solution that is only feasible in expectation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Repeat and union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Round several times, take the union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log n factor. Set cover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Scale up 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Round with probability min(1, αx)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factor of 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Repair afterwards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Fix violations greedily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Bound the repair cost separately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Condition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Round sequentially, conditioning on feasibility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Harder to analyse; tighter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Dependent rounding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Preserve constraints exactly during rounding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 3. The best when it applies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LP bound is what makes any of this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CONNECTION TO CSCE 669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approximation ratio is proved against the LP value, not against the optimum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you cannot compute.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LP value bounds the optimum by weak duality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669 §04 §1), so a ratio against the LP is a ratio against the optimum.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integrality gap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limits what any rounding can achieve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669 §10 §2)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set cover's LP has a logarithmic gap, so no rounding of it beats log 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first question about a rounding scheme is the integrality gap of the relaxation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tells you the best ratio available before you design the rounding, and a better ratio needs a stronger relaxation.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Dependent 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independence breaks the constraints.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Dependent rounding preserves constraints exactly while keeping the marginals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Independent rounding of a constraint like 'choose exactly k items' will almost never choose exactly 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independence is sometimes the problem rather than the tool.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Dependent rounding: pick two fractional variables, move them in opposite directions until one hits 0 or 1, preserving their sum.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Repeat until all are integral.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variable's marginal probability is preserved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expected-cost analysis still works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sum constraint is satisfied exactly.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variables become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negatively correlated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Chernoff bounds still apply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§2's negative association) — so you keep the concentration as well as the feasibility.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procedure, and where it applies.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Applying randomised rounding to a new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 · Write the integer program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then relax the integrality (CSCE 669 §09).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 · Compute the integrality gap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or look it up.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bounds what you can achieve.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 · Round independently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compute the expected cost by linearity.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One line.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 · Check feasibility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choose a repair from Part 2's menu.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This is the work.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 · And if a constraint must hold exactly, use dependent rounding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Step 2 is the one to do first and the one most often skipped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tells you the best achievable ratio before you invest in the rounding scheme.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rounding is used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Facility location, scheduling, and network design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classical approximation applications, and the ratios are frequently the best known.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 allocation and matching.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Dependent rounding of an LP is how large-scale ad serving allocates impressions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budget constraints must hold exactly.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Routing and load balancing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the fractional solution is a flow and the rounding produces integral paths.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inside integer programming solvers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rounding heuristics are how a solver finds an early incumbent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669 §09 §1), which is what makes the pruning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fractional value is a probability, and the expected cost is exactly the LP value by linearity — so the cost analysis needs no independence.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ratio is proved against the LP value, which bounds the optimum by weak duality.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So the integrality gap limits what any rounding can achieve, and it is the first thing to compute.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Set cover's derivation gives O(log n) by repeat-and-union, and that is provably optimal — the trivial algorithm is the best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Feasibility holds only in expectation, and restoring it is where the approximation factor comes from.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Dependent rounding preserves constraints exactly while keeping marginals and negative correlation, so Chernoff still applies.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