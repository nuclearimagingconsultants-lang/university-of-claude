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scale-independence of HLL is what makes people adopt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relative-to-what question is the most useful habit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658 — Randomized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Sketches and Streams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Answers from data you cannot store.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658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streaming model and its constraints.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and analyse a count-min sketch.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HyperLogLog and distinct counting.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reservoir sampling and its correctness.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Choose a sketch for a problem and state its error bound.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One pass, sublinear memory, approximate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streaming model, and what it forces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Items arrive one at a time, you may not store them, and memory is polylogarithmic in the stream length.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forces approximation.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 distinct counting provably requires linear 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every sublinear answer is approximate — and the model's value is that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approximation comes with a bound.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guarantees are (ε, δ):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within a relative error ε with probability at least 1 − δ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the memory depending on both.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design question is always the same: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how much memory for what accuracy at what confidence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all three are tunable, which is what makes sketches engineering tools rather than curiosities.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SKETCHES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sketches worth knowing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Sketch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931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7628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Count-min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Item frequencies; heavy hitters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7628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O((1/ε) log(1/δ))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HyperLogLog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Distinct count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7628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About 1.5 KB for 2% error at any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Bloom filter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Membership, one-sided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628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8601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About 10 bits per item at 1%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AMS / tug-of-war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Second moment, self-join size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7628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O((1/ε²) log(1/δ))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Reservoir sample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uniform sample of size 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4279392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86016" y="4315968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O(k) — exact, not approximate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t-digest, KLL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44368" y="4754879"/>
            <a:ext cx="3931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54096" y="4791455"/>
            <a:ext cx="37124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Quantiles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76288" y="4754879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86016" y="4791455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O((1/ε) log) — the practical choice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Count-min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sketch to understand properly.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COUNT-MIN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structure, the analysis, and the one-sided error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 d x w table of counters, and d independent hash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functions.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UPDATE(x, c):  for each row i, add c to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table[i][h_i(x)]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QUERY(x):      return the MINIMUM over rows of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              table[i][h_i(x)]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WHY THE MINIMUM: each cell holds x's true count PLUS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counts of everything else hashing there. So every row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OVERESTIMATES, and the minimum is the least bad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overestimate.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-&gt; ONE-SIDED ERROR. The answer is never too small.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BOUND: with w = e/eps and d = ln(1/delta),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estimate &lt;= true + eps * (total stream weight)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with probability at least 1 - delta.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NOTE WHAT THE ERROR IS RELATIVE TO: the TOTAL weight, not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x's own count. So count-min is excellent for HEAVY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HITTERS and useless for rare items -- a item with count 3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in a stream of weight 10^9 will have an estimate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dominated by noise.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WHICH IS THE QUESTION TO ASK OF ANY SKETCH: the error is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relative to 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'Relative to what?' is the question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count-min's error being relative to the total weight is exactly why it is a heavy-hitter sketch.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Distinct 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cleverest idea in the module.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HyperLogLog counts distinct items by looking at leading zeros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Hash each item and record the maximum number of leading zeros seen.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you have seen k leading zeros, you have probably seen about 2ᵏ distinct items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that pattern has probability 2⁻ᵏ.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duplicates do not affect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hashing is deterministic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what makes it a distinct counter rather than a counter.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One such estimate is extremely noisy, so use many registers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bucket by the first few hash bits and take a harmonic mean of the per-bucket estimates.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Giving about 2% error from 1.5 KB, at any cardinality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memory is independent of the count, because it stores an exponent rather than a number.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Reservoir sampling, which is exact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THAT IS NOT APPROXIMATE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 keep a uniform sample of k items from a stream of unknown length: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keep the first k, then for the n-th item replace a random reservoir slot with probability k/n.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result is exactly uniform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short induction shows every item has probability k/n of being in the reservoir after n items.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is not a sketch in the approximate sense: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sample is exactly correct, and only the choice of which items is random.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it the most broadly useful tool in the module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uniform sample lets you compute anything approximately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answering one specific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Choosing and using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practical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Using a sketch correctly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Ask what the error is relative to.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Count-min's error is relative to the total weight; HLL's is relative to the cardinality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completely different guarantees.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 mergeability.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Count-min, HLL, and Bloom filters all merge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is what makes them usable in a distributed aggregation (CSCE 678 §04).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Check the error direction.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Count-min overestimates and never underestimates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matters when you threshold on the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Measure the achieved error against the bound.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is usually far better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reporting the measurement is more useful than reporting the bound.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consider a sample first.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Reservoir sampling plus exact computation on the sample answers many questions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that a specialised sketch would also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Mergeability is the property that makes sketches infrastructure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 mergeable sketch can be computed per shard and combined, which is what a distributed system needs.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sketches are the most used material in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large-scale monitoring, analytics, or observability system is built from these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cardinality estimation, heavy hitters, quantiles, and membership tests, at volumes where exact answers are impossible.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guarantees are the selling point: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'2% error with 99% confidence from 1.5 KB' is a specification an engineer can design against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an unquantified approximation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module is where the concentration bounds of Module 02 pay off most visibly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every one of these bounds is a Chernoff or Chebyshev argument.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honest caveat: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bounds are worst-case over streams, and your stream is not adversarial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measure, and expect to do much better than the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streaming model forces approximation — exact distinct counting provably needs linear space — and the value is that the approximation comes with an (ε, δ) bound.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Count-min takes the minimum across rows because every row overestimates, which gives one-sided error.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Count-min's error is relative to the total stream weight, which makes it a heavy-hitter sketch and useless for rare items.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'Relative to what?' is the question to ask of every sketch.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HyperLogLog's memory is independent of the cardinality because it stores an exponent, giving 2% error from 1.5 KB at any 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Mergeability is what makes sketches infrastructure — compute per shard and combine.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658 · Randomized Algorithms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