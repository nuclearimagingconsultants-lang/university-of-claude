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numbers answer most practical sizing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reusable shape over the specific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658 — Randomized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Balls and Bins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model behind hashing, load balancing, and caching.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658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maximum load for n balls in n bins.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birthday and coupon-collector results and their uses.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power of two choices and why it is so effective.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model to hashing and load balancing.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where the model's assumptions fail in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basic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numbers worth knowing by heart.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 balls into n bins, and the numbers that follow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Used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Maximum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Θ(log n / log log 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Worst-case hash chain length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Empty bins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About n/e ≈ 37%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Hash table occupancy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First collision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5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After about √n balls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Birthday attacks, hash sizing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Balls to fill every bin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5887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About n ln 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Coupon collector; cache warming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Load with n log n balls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5615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Concentrated within O(√(log n))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Why over-provisioning works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MAXIMUM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log n / log log n, in one derivation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P(a specific bin gets &gt;= k balls)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&lt;= C(n,k) * (1/n)^k        # choose which k balls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&lt;= (1/k!)                  # since C(n,k) &lt;= n^k/k!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&lt;= (e/k)^k                 # Stirling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UNION BOUND over n bins: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P(any bin gets &gt;= k) &lt;= n * (e/k)^k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We want this below 1/n, so we need (e/k)^k &lt;= 1/n^2,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i.e. k log(k/e) &gt;= 2 log n.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Setting k = c log n / log log n satisfies it for suitable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c. So WITH HIGH PROBABILITY the maximum load is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O(log n / log log n).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A MATCHING LOWER BOUND holds, so the answer is tight.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NOTE THE STRUCTURE: a per-bin bound, then a union bound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over bins, designed so the per-bin probability is 1/n^2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-- which is EXACTLY Module 02 Part 3's pattern. Almost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every result in Modules 03 to 05 has this shape.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Per-event bound, then union bound, with the per-event target set at 1/n²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learn the shape and most of these derivations become routine.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power of two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exponential improvement from almost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random choices instead of one changes log n / log log n to log log 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SURPRISING RESULT IN THE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Pick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two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bins at random and put the ball in the less loaded 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maximum load drops to log log n / log 2 + O(1).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n = one million, that is about 20 versus about 4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exponential improvement from one extra random choice and one comparison.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three choices gives log log n / log 3, which is a constant-factor further improvement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almost all the benefit is in the second choice.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it is used everywhere: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load balancers, distributed hash tables, cuckoo hashing, and work stealing all use two-choice selection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reason is this theorem.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two choices works, intuitively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one choice, a bin's load grows whenever it is picked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load distribution's tail is governed by a simple Poisson-like process.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two choices, a bin only grows if it is picked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and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is the lighter of two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 heavily loaded bin is very unlikely to grow further.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effect compounds up the load distribution: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fraction of bins with load at least k+1 is roughly the square of the fraction with load at least 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gives doubly exponential decay.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squaring is where the second logarithm comes from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number of levels before the fraction hits zero is log log 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satisfying derivation to have in mind rather than a formula to recall.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you have already used this.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model in systems you have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Hash table chain lengths.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Maximum chain is log n / log log n with random hashing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why a lookup is 'O(1)' with a caveat.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Birthday attacks.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Collisions at √n means a 128-bit hash gives 64 bits of collision resistance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711) — the single most consequential application of the model.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Cache warming and coupon collecting.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 ln n accesses to touch n distinct items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sizes a warm-up period.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Load balancing.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Two-choice selection, universally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11 §3, CSCE 678).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sharding.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maximum-load result is why uniform hashing still produces hot shards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why consistent hashing uses virtual nodes.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virtual-node trick is the model applied deliberately: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many small bins per server concentrates the per-server load far better than one bin 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the model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failures are the interesting 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Real workloads are not uniform, and the model's predictions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QUALIFICATION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analysis assumes balls are thrown uniformly and independently.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Real keys are skewed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Zipf distributed, in most systems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 few bins get a constant fraction of the traffic regardless of the hash.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maximum-load result does not apply to hot keys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response is different: replication, caching, or key splitting rather than better hashing.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balls are frequently not independent: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sequential keys, timestamps, and structured identifiers all correlate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 weak hash function will preserve.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practical procedure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measure the actual load distribution rather than assuming the model, and use the model to tell you what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uniform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would have looked like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right baseline and not the prediction.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Using the model correctly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it as a baseline, not a prediction.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'Uniform hashing would give a maximum load of 20; we observe 400' is a diagnosis.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Over-provision by a log factor if you need concentration.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 log n balls into n bins concentrates tightly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why larger tables behave better than the ratio suggests.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two choices wherever the second choice is affordable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it almost always 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use many small bins rather than few large ones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when you control the mapping (virtual nodes).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Then measure the tail.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maximum load, not the mean, is what causes the incident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678 §06).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'Measure the tail' is the recurring instruction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this module gives you the number the tail should be, which is what makes the measurement interpretable.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 balls in n bins gives maximum load Θ(log n / log log n), about 37% empty bins, first collision at √n, and n ln n balls to fill every bin.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derivation is a per-bin bound plus a union bound with the per-bin target set at 1/n², which is the reusable shape for most of this course.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Two random choices instead of one reduces maximum load to log log n — an exponential improvement from one extra choice and one comparison.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mechanism is that the fraction of bins at load k+1 is roughly the square of the fraction at load k, which gives the second logarithm.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Collisions at √n is why a 128-bit hash gives 64 bits of collision resistance — the most consequential application of the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Real workloads are skewed, so use the model as a baseline for what uniform would look like rather than as a prediction.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