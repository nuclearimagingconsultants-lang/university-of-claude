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greedy algorithm is derived rather than guessed is the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enumerate-all-seeds move is what makes this a complete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658 — Randomized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Derandomisation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Taking the randomness back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658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method of conditional expectations.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limited independence and when it suffices.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expander graphs and their role.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pseudorandom generators at a working level.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Decide whether derandomisation is worth attempting.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Conditional expectations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technique that always works, when it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CONDITIONAL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Fix the choices one at a time, greedily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PROBABILISTIC PROOF says E[value] = m/2, so some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assignment achieves m/2 (Module 07 Part 1).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DERANDOMISATION: decide the variables one at a time.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At each step, compute the conditional expectation under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each of the two choices, and take the larger.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E[value] = (1/2) E[value | x=0]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+ (1/2) E[value | x=1]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So at least one branch has conditional expectation &gt;=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current one. Take it. The expectation never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decreases.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After all variables are fixed, the "expectation" is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actual value -- and it is at least the original m/2.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-&gt; A DETERMINISTIC algorithm with the same guarantee.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FOR MAX-CUT this becomes: place each vertex on whichever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side has fewer of its already-placed neighbours. 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greedy algorithm, derived rather than invented.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REQUIREMENT: you must be able to COMPUTE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conditional expectation efficiently. For MAX-CUT it is 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count of neighbours. When it is intractable, the method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fails -- and that is the usual obstacle.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greedy algorithm derived from a probabilistic proof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where a surprising number of natural greedy algorithms come from.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is the method to try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mechanical.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Given the probabilistic analysis, the derandomisation follows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new idea is needed, only the ability to compute a conditional expectation.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preserves the guarantee exactly.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deterministic algorithm achieves at least what the random one achieved in expectation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best you could ask.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frequently produces an algorithm you would recognise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greedy set cover, greedy MAX-CUT, and several approximation algorithms are conditional-expectation derandomisations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their probabilistic proofs.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when you have a probabilistic approximation algorithm, spend an hour on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may give you a deterministic version with the same ratio and no seed to manage.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Limited independence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Using less randomness rather than none.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Most analyses need pairwise independence, not full independence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OBSERVATION THAT SAVES THE RANDOMNESS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 fully independent random bits cost n bits.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pairwise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independent bits cost O(log n) bits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generate them from a short seed by a linear map.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many analyses only use pairwise independence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anything bounded by Chebyshev does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§1), including the hashing analysis of Module 04 §2.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check what your analysis actually uses.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Chebyshev sufficed, O(log n) random bits suffice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 then enumerate all 2^O(log n) = poly(n) seeds deterministically.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complete derandomisation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try every seed, take the best outcome, and the whole thing is deterministic and polynomial.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k-wise independence for larger k costs O(k log n) bits and covers more analyses.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INDEPENDENCE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much independence costs, and what it buys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Independence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Random bits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332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Supports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 bits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Chernoff, and everything else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Pairwise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O(log 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Chebyshev; universal hashing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4-wise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O(log 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Fourth-moment bounds; AMS sketch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5-wise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O(log 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5332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305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probing's analysis (M04 §2)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k-wise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O(k log 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5332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305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Weaker Chernoff-like bounds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Expanders and generators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heavier machinery.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Expander graphs let you reuse randomness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SECOND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expander is a sparse graph where every small set has many neighbours outside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equivalently, high conductance (Module 09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random walk on an expander mixes in O(log n) steps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 steps of a walk give k nearly-independent samples using only log n + O(k) random bits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k log 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derandomises error amplification: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repetition normally costs k times the randomness, and an expander walk costs almost none of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random graph is an expander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§4)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existence proof is probabilistic and the explicit constructions, which came later, are what make the derandomisation effective.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Pseudorandom generators, and the conditional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THEORETICAL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pseudorandom generator stretches a short seed into a long string indistinguishable from random by any efficient 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637 §08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strong enough ones exist, every randomised polynomial-time algorithm can be derandomised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BPP = 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enumerating all short seeds.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follow from circuit lower bounds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637 §09)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hardness implies derandomisation, which is the counterintuitive connection that course develops.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theoretical answer is 'probably yes, conditionally'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practical answer is that Parts 1 and 2 are what you will actually 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they are unconditional and implementable.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Should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honest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derandomisation is worth the effort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When reproducibility is required.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deterministic algorithm needs no seed management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 real operational benefit (Module 13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When good randomness is unavailable.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Embedded, early boot, or a constrained environment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01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When conditional expectations are easy to compute.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Then it is an hour's work and you lose nothing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(Part 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not when the randomised algorithm is simpler and the seed is manageable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usual case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honest answer most of the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never for the adversary use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01 §1)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derandomising a hash function restores the worst case the randomness was defeating.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point is the important one: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derandomisation is appropriate for the simplification and sampling uses and is self-defeating for the adversary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this module adds to CSCE 637's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637 §08 asked whether randomness can be removed from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complexity class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answer is conditional and unresolved.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module removes it from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specific algorithms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answer is frequently yes, unconditionally, in an hour.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two questions have different answers and are about different things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point CSCE 637 §08 §4 flagged.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practical version is the useful one: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will never derandomise BPP and you may well derandomise your own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techniques for the second are Parts 1 and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Conditional expectations derandomise mechanically: fix choices one at a time, taking whichever keeps the conditional expectation at least as high.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result frequently is a greedy algorithm you would recognise — greedy MAX-CUT and greedy set cover are derandomisations of probabilistic proofs.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requirement is that the conditional expectation be computable, and when it is not, the method fails.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Most analyses need only pairwise independence, which costs O(log n) bits — and poly(n) seeds can be enumerated, giving a complete derandomisation.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 expander walk gives k nearly-independent samples from log n + O(k) bits, which derandomises error amplification.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Derandomise for reproducibility, scarce entropy, or when it is cheap — and never for the adversary use, where it restores the worst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