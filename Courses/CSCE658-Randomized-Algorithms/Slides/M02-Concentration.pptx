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it as a ladder; students otherwise learn four unrelated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dependent-variable fallback list is what makes this usable in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Framing it as a lookup table makes the module usable.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658 — Randomized Algorithms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Concentration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whole course in one module.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658 · Module 02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Apply Markov's inequality and know its weakness.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Apply Chebyshev and explain what the variance buys.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Apply Chernoff bounds and state the independence requirement.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Apply the union bound and recognise when it is wasteful.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Choose the right inequality for a given situation.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ladder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Four inequalities, increasing in strength and in what they assume.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658 · Randomized Algorithms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LADDER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Four bounds, in order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Markov:  P(X ≥ a) ≤ E[X] /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Needs only non-negativity and the mean. Very weak, and it always applies.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Chebyshev:  P(|X − μ| ≥ kσ) ≤ 1/k²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Needs the variance. Polynomial decay — much better, and still weak.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Chernoff:  P(X ≥ (1+δ)μ) ≤ e^(−δ²μ/3)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Needs INDEPENDENCE. Exponential decay — and that is the bound the whole subject rests 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5577840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5577840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669279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Union bound:  P(∪ Aᵢ) ≤ Σ P(Aᵢ)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254496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Needs nothing at all. Combines bounds across many events.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98932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Each step up assumes more and gives more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and </a:t>
            </a:r>
            <a:r>
              <a:rPr sz="1250" b="1" i="1">
                <a:solidFill>
                  <a:srgbClr val="798290"/>
                </a:solidFill>
                <a:latin typeface="Calibri"/>
              </a:rPr>
              <a:t>the jump from polynomial to exponential at Chernoff is where randomised algorithms become practical.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Markov is weak, always applies, and is the source of the others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THE WEAKEST BOUND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P(X ≥ a) ≤ E[X]/a, for non-negative X.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That is all it needs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no variance, no independence, no distribution.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very weak: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it gives only 1/k decay, so the probability of exceeding ten times the mean is bounded by 1/10 — which is usually a vast overestimate.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But Chebyshev is Markov applied to (X − μ)²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Chernoff is Markov applied to e^(tX)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the whole ladder is Markov with a cleverly chosen function.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worth knowing because it tells you how to derive a bound you have not memorised: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find a non-negative function whose expectation you can compute, and apply Markov to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Chernoff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bound that does the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658 · Randomized Algorithms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CHERNOFF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form to remember, and what it requires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FOR X = sum of n INDEPENDENT indicator variables, with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mean mu: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upper tail:  P(X &gt;= (1+d) mu) &lt;= exp(-d^2 mu / 3)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                                 for 0 &lt; d &lt;= 1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lower tail:  P(X &lt;= (1-d) mu) &lt;= exp(-d^2 mu / 2)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THE EXPONENT CONTAINS mu, which is the whole point: the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MORE trials, the TIGHTER the concentration. A sum of a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million coin flips is within 0.5% of its mean with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probability about 1 - 2e^-8.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WHAT IT REQUIRES: INDEPENDENCE. State it every time. The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bound is simply false for dependent variables, and the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commonest error in this subject is applying it to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variables that are not independent.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WHAT TO DO WHEN THEY ARE NOT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NEGATIVE ASSOCIATION -- Chernoff still holds. Balls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 into bins has this (Module 03).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MARTINGALES / Azuma -- bounded differences along a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 process. Covers many dependent cases.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McDIARMID -- a function of independent variables that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 changes little when one input changes.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OR Chebyshev, which needs only pairwise independence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 and is much weaker (Module 12 uses this).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Independence is the assumption to state out loud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and the three alternatives cover most of the cases where it fails.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union bound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Cheap, general, and sometimes wasteful.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658 · Randomized Algorithms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union bound turns one bound into many, at a linear cost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WORKHORSE FOR 'ALL OF THEM ARE FINE'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P(some bad event happens) ≤ Σ P(each bad event).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No independence needed, which is why it is used constantly.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standard pattern: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bound one bin's overflow by 1/n², union over n bins, and conclude no bin overflows with probability 1 − 1/n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how every 'with high probability, all of them' result is obtained.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design the per-event bound to be 1/n^c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the union over n events then still leaves you 1/n^(c−1).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wasteful when events are strongly correlated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Lovász local lemma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07 §3)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is the tool for when a union bound gives something greater than one and the events are only locally dependent.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CHOOSING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Which inequality to reach for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31089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Situation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75887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85615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Use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6207" y="1901952"/>
            <a:ext cx="44805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5936" y="19568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Only the mean known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75887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85615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Markov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6207" y="2377440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5936" y="24140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It is all you can do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Variance known, dependence unclear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75887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85615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Chebyshev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6207" y="2852928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45936" y="2889504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Needs only pairwise independence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Sum of independent indicators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75887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85615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Chernoff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36207" y="3328416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45936" y="3364992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Exponential. Almost always this one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'All n of them are fine'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75887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85615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Union bound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36207" y="3803904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45936" y="3840480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On top of whichever per-event bound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Bounded-difference function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75887" y="4279392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85615" y="4315968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McDiarmid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36207" y="4279392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45936" y="4315968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Dependence handled by the structure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Locally dependent bad events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75887" y="4754879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85615" y="4791455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Local lemma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36207" y="4754879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45936" y="4791455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When the union bound exceeds 1 (M07)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02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Amplification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Why the failure exponent is a design parameter.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658 · Randomized Algorithms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Repetition converts a weak guarantee into any guarantee you want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PRACTICAL CONSEQUENCE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One-sided error: repeat k times and accept only if all k accept.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Failure probability p^k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exponential in k, for linear cost.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Two-sided error: repeat and take the majority.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Chernoff bound on the number of correct runs gives exponential decay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CSCE 637 §08's error amplification, derived here.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 1/3-error algorithm run 100 times has failure probability below 2⁻³⁰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exponent is yours to choose.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the single most useful fact in this module: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you do not have to accept the algorithm's natural error rate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cost of improving it is linear while the improvement is exponential.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four mistakes people make with these bounds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Applying Chernoff without independence.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The commonest error, and the bound is simply false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— check the assumption and name a fallback if it fails.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Confusing the expectation with the tail.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An expected-time bound is not a latency guarantee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(Module 01 §4).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Union-bounding over too many events.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If the per-event bound is 1/n and there are n events, you have proved nothing.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Using Chebyshev where Chernoff applied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— which gives a polynomial bound where an exponential one was available, and looks like a weak result.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And reporting the bound rather than measuring.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Measure, and compare against the bound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(Module 13).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independence check is the one to make habitual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write the assumption down before applying the bound, every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The four bounds form a ladder — Markov, Chebyshev, Chernoff, union — each assuming more and giving more.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Chebyshev is Markov applied to the squared deviation and Chernoff is Markov applied to an exponential, so the whole ladder is one inequality with a chosen function.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Chernoff's exponent contains the mean, so more trials means tighter concentration — and it requires independence, which must be stated.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When independence fails, use negative association, martingales, McDiarmid, or fall back to Chebyshev.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Design per-event bounds to be 1/n^c so the union over n events still leaves something.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Repetition converts a weak guarantee into any guarantee you want — linear cost, exponential improvement, and the exponent is yours.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658 · Randomized Algorithms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