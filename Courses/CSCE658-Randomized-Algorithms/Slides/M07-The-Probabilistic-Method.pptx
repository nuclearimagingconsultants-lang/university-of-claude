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MAX-CUT example does double duty and should be the one taught.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variants are what make the method usable beyond toy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Probabilistic 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Proving things exist by picking one at random.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basic probabilistic method to an existence proof.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expectation argument and the deletion method.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and apply the Lovász local lemma.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alteration and second-moment variants.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a probabilistic existence proof becomes an algorithm.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basic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If a random object works with positive probability, one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argument, and a complete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METHOD: to prove an object with property P exists,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define a probability distribution over candidates and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show P(a random candidate has P) &gt; 0.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Then at least one candidate has P. Done.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No construction, no explicit object -- just existence.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EXAMPLE: every graph has a cut containing at least half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its edges.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Put each vertex independently on side A or B, by a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fair coin.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Each edge crosses the cut with probability 1/2.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So E[edges crossing] = m/2, by linearity.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An average is attained or exceeded by some outcome.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So SOME assignment cuts at least m/2 edges. Done.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THAT IS A COMPLETE PROOF of a non-trivial combinatorial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fact, in five lines, with no construction.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IT IS CONSTRUCTIVE ANYWAY: the random assignment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achieves m/2 in expectation, so it is a 1/2-approximation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algorithm for MAX-CUT -- which is CSCE 669 Module 10,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is the baseline the SDP improves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existence proof and the approximation algorithm are the same argument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why this method is practically relevant and not merely elegant.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Linearity of expectation does most of the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TECHNICAL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E[X + Y] = E[X] + E[Y], regardless of dependence.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independence assumption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it applies where Chernoff does not (Module 02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count of structures is a sum of indicators, and its expectation is a sum of probabilities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computable even when the indicators are heavily dependent.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whole technique: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express the quantity as a sum, take expectations termwise, and conclude that some outcome achieves the average.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most underused tool in 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people reach for independence when linearity would have sufficed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linearity is 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basic method is not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refinements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Variant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When to use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Expectation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want a bound, not just existence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Some outcome meets the 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Alteration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random object is nearly right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Fix it up and bound the damage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Deletion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Too many bad structures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Delete them; bound how much is lost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Second moment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 concentration, not just the mean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Chebyshev (M06 §2)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Local lemma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bad events, locally dependent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10528" y="427939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256" y="4315968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 3 — the strongest tool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local lemma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union bound fails and the dependence is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Lovász local lemma: if bad events are rare and only locally dependent, none need occur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STRONGEST TOOL IN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Suppose each bad event has probability at most p and depends on at most d others. If e·p·(d+1) ≤ 1, then with positive probability none of them occur.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the union bound cannot give: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 many bad events the sum of their probabilities exceeds 1 and the union bound says nothing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condition depends on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local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dependency degree rather than the total number of events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 million bad events each depending on ten others is fine.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canonical application is k-SAT: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formula where each clause shares variables with few others is satisfiable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however many clauses there are — which the union bound cannot establish.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Moser–Tardos made it constructive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 THAT TURNED A PROOF INTO AN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local lemma was non-constructive for thirty years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proved a satisfying assignment exists and gave no way to find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Moser and Tardos's algorithm: sample randomly; while some bad event holds, resample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only its variables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; repeat.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terminates in expected polynomial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proof is an entropy-compression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the algorithm ran long, the log of its resamplings would compress the random bits below their entropy, which is impossible.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one of the best results in the subject: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thirty-year-old non-constructive proof made constructive by an algorithm of three lines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a proof technique nobody had used before.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From existence to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this is not just a proof technique.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Probabilistic existence proofs that are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MAX-CUT at 1/2.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Part 1's proof is the algorithm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flip coins (CSCE 669 §10).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MAX-3SAT at 7/8.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random assignment satisfies 7/8 of the clauses in expectation, and that is optimal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(CSCE 637 §11).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Set cover's log 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Randomised rounding of the LP, which is Module 08.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Moser–Tardos for the local lemma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Part 3.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expander and code constructions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where the probabilistic proof came first and explicit constructions followed decades later (Module 06 §4).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pattern is that the expectation argument is usually also the algorithm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the derandomisation of it is Module 12 §1.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method is worth learning as an engineer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produces approximation algorithms immediately.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'A random choice achieves the average' gives a guarantee with no algorithm design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frequently the best known.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tells you what is achievable before you design anything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random baseline is a floor, and if your clever algorithm does not beat it, you have learned something.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fastest route to a lower bound on what a structure must contain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useful in sizing and capacity arguments.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habit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before designing an algorithm, compute what a random choice achieves in expectation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takes five minutes and it is sometimes the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If a random candidate has a property with positive probability, an object with that property exists — and no construction is needed.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Linearity of expectation needs no independence, which is why it applies where Chernoff does not, and it is the most underused tool in probability.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MAX-CUT half-the-edges proof is five lines and is simultaneously a 1/2-approximation algorithm.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Lovász local lemma works where the union bound fails, because its condition depends on the local dependency degree rather than the event count.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Moser–Tardos made the local lemma constructive with a three-line resampling algorithm and an entropy-compression proof.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Before designing an algorithm, compute what a random choice achieves in expectation — five minutes, and sometimes it is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