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Coupling deserves the mention; it is what people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Markov Chains and Mixing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Random walks, and how long until they forget.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 Markov chain and its stationary distribution.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mixing time and why it is the quantity of interest.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spectral gap and conductance bounds.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MCMC and the Metropolis–Hastings construction.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a chain that is not mixing.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Chains and stationarity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a random walk ends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irreducible aperiodic chain converges to a unique stationary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FUNDAMENTAL THEOREM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Markov chain's next state depends only on the current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625 §10 §1's property, without actions or rewards).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it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irreducible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(every state reachable from every other) and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aperiodic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(no forced cycle), it has a unique stationary distribution π and converges to it from any start.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for a random walk on a graph, π(v) ∝ deg(v)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both simple and immediately useful: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random walk spends time proportional to degree.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is never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whether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it converges but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how fast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mixing time, and it is the only quantity that matters for an algorithm.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Mixing time is the quantity, and it can be anything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THEOREM ALONE IS USELESS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Mixing time is the number of steps until the distribution is within ε of π in total variation distance.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varies enormously: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complete graph mixes in O(1) steps, a cycle in Θ(n²), and a dumbbell (two cliques joined by an edge) in exponential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dumbbell is the picture to hold: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bottleneck between two well-connected regions traps the walk on one side for a very long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what slow mixing looks like.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'it converges eventually' is not a useful statement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MCMC result depends on a mixing bound, and an unbounded one is an unsupported result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Bounding the mixing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techniques.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Spectral gap and conductance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SPECTRAL GAP: let the transition matrix's eigenvalues be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1 = l_1 &gt; l_2 &gt;= ... The gap is 1 - l_2.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mixing time = O( (1/gap) * log(1/eps) 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So a large gap means fast mixing. Exact, and frequently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impossible to compute for the chain you have.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CONDUCTANCE (Cheeger): for a set S, the conductance is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probability of leaving S in one step, given you are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in S under stationarity. Phi is the minimum over S.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gap &gt;= Phi^2 / 2       (and gap &lt;= 2 Phi)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So BOUNDING THE WORST BOTTLENECK BOUNDS THE MIXING TIME.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This is the usable technique: find the tightest cut and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measure how much probability flows across it.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DUMBBELL AGAIN: the cut between the two cliques has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tiny conductance, so Phi is tiny, so the gap is tiny, so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mixing is slow. The geometric picture and the algebraic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bound agree.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AND COUPLING is the third technique: run two copies of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chain from different starts, show they can be made to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meet quickly, and the meeting time bounds the mixing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time. Frequently the easiest in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Conductance is the usable bound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turns mixing time into a question about bottlenecks, which you can reason about geometrically.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MCMC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Sampling from a distribution you cannot write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Metropolis–Hastings builds a chain with any stationary distribution you want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Given a target π known only up to a normalising constant, construct a chain converging to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normalising constant is what you cannot compute, and the construction does not need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Propose a move, then accept it with probability min(1, π(new)/π(old))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ratio, in which the normalising constant cancels.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cancellation is the whole trick.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resulting chain is reversible with stationary distribution π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detailed balance — which is a two-line verification.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MCMC is used everywhere: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Bayesian inference, statistical physics, and CSCE 647's path-space light transport all sample distributions known only up to a constant.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MCMC appears in this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Bayesian posterior sampling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633 §09) — the posterior is known up to the evidence, which is exactly the intractable constant.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Metropolis light transport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647) — sampling light paths in proportion to their contribution, which cannot be normalised.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Simulated annealing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669 §13) — a Metropolis chain with a temperature schedule.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Approximate counting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counting perfect matchings or graph colourings reduces to sampling them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a deep and useful connection.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statistical physics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where the method originated and where the partition function is the uncomputable constant.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counting-to-sampling reduction is the theoretically deepest item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approximate counting and approximate sampling are equivalent for self-reducible problems, which is Jerrum and Sinclair's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your chain is not mixing.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unmixed chain produces confident, wrong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FAILURE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chain that has not mixed returns samples from whatever region it started 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look like samples, have a mean and a variance, and are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there is no internal signal.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chain does not know it has not mixed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CSCE 625 §09 §3's warning in its most practical form.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diagnostics are all external: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run multiple chains from different starts and compare; compute the autocorrelation; monitor the effective sample size; check the Gelman–Rubin statistic.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fix is usually a better proposal rather than a longer run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 chain has a bottleneck, running it ten times longer does not help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proposal that crosses the bottleneck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Running MCMC responsibly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Run at least four chains from different initialisations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always.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Agreement between chains is the only real evidence of mixing.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Report the effective sample size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not the number of iterations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million correlated samples may be worth fifty independent ones.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Discard a burn-in period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be honest that the length is a guess.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Tune the proposal.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Acceptance rates near 0.234 are optimal for random-walk Metropolis in high dimensions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genuinely useful constant.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prefer a better algorithm when one exists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Hamiltonian Monte Carlo and its variants mix far better in high dimensions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633).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'Four chains and the effective sample size' is the minimum reporting standard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directly analogous to CSCE 642 §12's five seeds.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irreducible aperiodic chain converges to a unique stationary distribution, and for a random walk on a graph it is proportional to degree.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question is never whether it converges but how fast — and mixing time ranges from O(1) to exponential.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dumbbell graph is the picture of slow mixing: a bottleneck between two well-connected regions.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Conductance turns mixing time into a question about the worst bottleneck, which is the usable bound; coupling is the easiest in practice.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Metropolis–Hastings works because the acceptance ratio cancels the normalising constant you cannot compute.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An unmixed chain produces confident wrong answers with no internal signal, so all diagnostics are external — four chains, minimum.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