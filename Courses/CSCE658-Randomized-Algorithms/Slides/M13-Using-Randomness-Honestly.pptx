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time-seed failure is a real and repeated class of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clear about which course is immediately practical is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658 — Randomized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Using Randomness Honestly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Seeds, sources, and claims you can support.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658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Report a randomised result reproducibly.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a weak random source voids a guarantee.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the kinds of random source and their uses.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Measure a failure probability against its bound.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randomised algorithm honestly promises.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Reproducibility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engineering discipline.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reproducible randomised experiment requires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 explicit seed, logged with the result.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result you cannot reproduce is a result you cannot debug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'it worked yesterday' is not a report.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Multiple seeds, with the spread reported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CSCE 642 §12's five minimum, and CSCE 658 §09's four chains, are the same discipline.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named generator and library version.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Generators differ between versions and languages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a seed alone does not determine the stream.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Per-component seeding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one global seed produces coupling between unrelated components, and a change in one shifts the others.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 record of what was </a:t>
            </a:r>
            <a:r>
              <a:rPr sz="1600" b="1" i="1">
                <a:solidFill>
                  <a:srgbClr val="3C4555"/>
                </a:solidFill>
                <a:latin typeface="Calibri"/>
              </a:rPr>
              <a:t>not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 controlled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thread scheduling, hash iteration order, GPU non-determinism.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Full determinism is usually unattainable; say 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point is the honest one: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claim reproducibility only for what you actually controlled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list the 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Measure the failure rate, and compare it against your bound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CENTRAL DISCIPLINE OF THE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derived a bound in Module 02. Now run the algorithm enough times to estimate the actual failure rate.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will differ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bound is worst-case over inputs and the measurement is on yours, so the measured rate is usually far better.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Report both.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'Bound 10⁻⁶, measured 3 × 10⁻⁹ over 10⁹ trials' is a far stronger statement than either alone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establishes the guarantee and demonstrates the practice.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if the measurement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worse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than the bound, something is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usually an independence assumption that does not hold, or a weak generator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makes the comparison a test of your analysis as well as of your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a guarantee actually goes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kinds of random source, and what each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it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Never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Mersenne Twister, PCG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Simulation, algorithms, sampling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Anything adversarial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OS CSPRNG (urandom)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Keys, nonces, tokens, salts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 — it is always safe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fixed seed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Reproducible experiments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Production, ever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Time-based seed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Everything — it is guessable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Hardware RNG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Seeding a CSPRNG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Direct use without whitening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weak source voids the guarantee rather than degrading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FAILURE MODE TO 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bound in this course assumes the randomness is what you said it was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independent, uniform, and unknown to the adversary.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weak source breaks the assumption completely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predictable generator against an adversary gives a worst-case input, not a slightly worse average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documented failures are real: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predictable session tokens, keys generated with insufficient boot entropy, and hash-flooding against unrandomised hash tables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have all caused serious incidents.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test is cheap and worth doing: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run your algorithm with a deliberately weak generator and see whether the guarantee survives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if the result is unchanged, your randomness was not doing what you thought.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 randomised result honestly promises.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can honestly assert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'Expected O(n log n), with probability at least 1 − n⁻² of exceeding twice that; measured over 10⁶ runs, the maximum was 1.3× the mean.'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bound and the measurement.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'Failure probability at most 2⁻⁴⁰ assuming independent uniform bits from the OS source.'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assumption named, because it is where failures come from.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'Estimate within 2% with 99% confidence, from 1.5 KB; measured error 0.4% on our data.'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sketch's claim, both sides.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'Results over ten seeds; interquartile mean 312, range 280 to 340; seeds and library version in the appendix.'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what you cannot say: 'it is fast' or 'it works'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without the probability, the assumption, or the seeds.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Every honest claim here names the probability and the randomness assumption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first because it is the guarantee and the second because it is what the guarantee rests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questions to ask of any randomised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READING OTHER PEOPLE'S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is the failure probability, and is it bounded or merely observed?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unbounded empirical rate is a measurement, not a guarantee.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does the analysis assume about the randomness?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Independence is the usual assumption and the usual place it fails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How many seeds, and is the spread shown?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642 §12's question, and it applies here identically.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three are in order of how often they are omitted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seed count is usually missing, the independence assumption is usually unstated, and the failure probability is usually there.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courses,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course established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7161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And answered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 it be done at all?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188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Unconditionally. Proofs that do not expire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637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does it cost?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188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Mostly conditionally; three barriers explain why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658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Does a coin help?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188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Demonstrably, in practice; removability open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derive a failure bound with the right inequality, state the independence assumption, and measure whether the derivation held.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design a sketch, a randomised data structure, or a rounding scheme, and bound its error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covers most of what randomness is used for in systems.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can recognise where randomness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necessary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rather than convenient, and where it should be removed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means naming the randomness assumption and the seed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guarantee in this course is conditional on a source being what you said it was.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result you cannot reproduce is a result you cannot debug, so log the seed, the generator, and the library version.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Seed per component rather than globally, and record what you could not control — full determinism is usually unattainable.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Derive the bound and then measure the rate, and report both: the bound is the guarantee and the measurement is the practice.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If the measurement is worse than the bound, an independence assumption or the generator is wrong — so the comparison tests the analysis too.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weak source voids the guarantee rather than degrading it, because a predictable generator against an adversary gives a worst-case input.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Every honest claim names the probability and the randomness assumption, because the second is what the first rests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