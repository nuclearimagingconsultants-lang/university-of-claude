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notation is worth learning: papers assume it, and it names the problem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the point: they are good at different things because of where their samples are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is why BDPT was possible: Veach invented MIS in the same thesis, because BDPT does not work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bias is spatial blur. It is why photon-mapped caustics look slightly soft even when converged.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here: the sophisticated methods lost to a good path tracer plus a denoiser for most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Bidirectional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Building paths from both ends, and when it is worth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path tracing fails on caustics and SDS paths.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light tracing and its complementary strengths.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bidirectional path tracing and its connection strategies.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photon mapping and what kind of bias it has.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algorithm from the transport a scene contains.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path tracing cannot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 transport, specifically hard.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Caustics are the canonical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Light through a glass sphere converges onto a floor. The path is: eye → floor →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specular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→ light.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NEE cannot help at the specular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shadow ray from the glass has zero probability of being the exact refracted direction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path must find the light by BSDF sampling through the glass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hitting a small light through a narrow refracted cone.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probability is tiny, the contribution is large, and the result is fireflies that never converge.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Caustics are the standard demonstration that unidirectional path tracing is incomplete.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Heckbert path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57200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40864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377440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light 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40864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377440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21945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779776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16352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eye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779776"/>
            <a:ext cx="42976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16352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218688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255264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diffuse vertex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218688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255264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Wall, 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21945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657600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694176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specular vertex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657600"/>
            <a:ext cx="42976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694176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Mirror, glass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096512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133088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 lighting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096512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133088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21945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LD*E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4535424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4572000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Diffuse global illumination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535424"/>
            <a:ext cx="42976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572000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 tracing's home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LSDE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61488" y="4974336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5010912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caustic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4974336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43215" y="5010912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for path tracing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21945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19751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LSDSE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61488" y="5413248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71216" y="5449824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SDS — the hard case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33488" y="5413248"/>
            <a:ext cx="42976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43215" y="5449824"/>
            <a:ext cx="40782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Light in water, seen through glass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SDS paths defeat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GENUINELY HARD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specular-diffuse-specular path: a light submerged in water and seen through the glass of the tank; a car headlight behind its lens, reflected in a puddle.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From the eye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 must hit the light through a specular chain — probability near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From the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 must hit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eye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 a specular chain — also near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Bidirectional path tracing does not fix this either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connection between the two subpaths also lands on a specular vertex and has zero contribution. This is what Metropolis and photon mapping exist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Light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algorithm, run backwards.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MIRROR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Path tracing and light tracing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Path tracing — from the 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Start at the camera, scatter, connect to lights.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Good: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most direct and diffuse transport.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Bad: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caustics; small bright lights behind specular.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Every path contributes to one known pixel.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Light tracing — from the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Start at a light, scatter, connect to the camera.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Good: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caustics; light through glass.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Bad: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directly visible surfaces, which are trivially easy from the eye.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Paths splat into whichever pixel they 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Light tracing requires a camera you can connect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PRACTICAL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To connect a light path to the camera you must evaluate the camera's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importance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sensitivity of a pixel to radiance arriving from a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pinhole camera has an importance that is a delta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probability of a random light path hitting it is zero, exactly as for a point light.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light tracing needs a camera with a finite aperture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a special connection step that projects the vertex onto the sensor.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symmetry with Module 09's delta lights is exact, and it is the reason the measurement equation in Veach's thesis is written the way it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Bidirectional path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Build both, connect every way, weight with MIS.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BDPT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Trace a subpath from the camera: vertices z₀, z₁, …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Trace a subpath from a light: y₀, y₁, …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Connect every camera vertex to every light vertex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 shadow ray.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path of length k can be formed in k+1 ways — these are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different sampling strategies for the same path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Weight them with MIS.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Module 08's machinery, applied across strategies rather than within a vertex.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strategies include path tracing (connect at the light) and light tracing (connect at the camera) as special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BDPT is strictly more capable and often slower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handles everything path tracing does, plus caustics and difficult indirect lighting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configuration.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each sample is far more expensive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O(k²) connections per path pair, each one a shadow ray — and on ordinary diffuse scenes those extra strategies contribute almost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equal time it frequently loses to a well-tuned path tracer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scenes people actually render.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also substantially harder to implement correctly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MIS weights must account for every way each path could have been generated. This is the usual reason production renderers offer it and default to path tracing.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Photon mapping and Metropolis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ways to trade correctness guarantees for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PHOTON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Store the light paths, then look them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Pass 1: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trace photons from the lights; store each interaction in a spatial 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Pass 2: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trace from the eye; at each vertex, estimate radiance by gathering nearby photons.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Biased: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gather radius blurs over a finite area, so the estimate is not local.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Consistent: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more photons the radius shrinks and the bias vanishes — in the limit.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Excellent at caustics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photons naturally concentrate exactly where caustics are bright.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Progressive photon mapping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removes the memory limit by shrinking the radius across passes.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Metropolis light transport: explore near paths that worked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Treat path space as a distribution to be sampled, and use Markov chain Monte Carlo: having found a bright path, mutate it slightly and accept or reject.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Once a hard path is found, its neighbours are found cheaply.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exactly what SDS transport needs — the paths are rare but clustered.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costs are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samples are correlated, so error appears as splotches rather than noise; convergence is hard to assess; and it is difficult to implement and to tune.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Used in production mostly for specific hard shots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as a default. Primary-sample-space MLT is the easier variant to implement.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algorithm for which scene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Scene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choice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Diffuse interior, area 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 tracing + MIS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Caustics through glass or water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Photon mapping or BDPT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Strong indirect through a small opening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BDPT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SDS paths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MLT or photon mapping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Production, general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 tracing + MIS + denoiser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simple method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Path tracing with MIS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simple, robust, parallelises trivially, and has predictable memory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sophisticated methods each win decisively on a narrow class of transport and lose or merely tie elsewhere — while costing far more to implement and maintain.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denoising (Module 12) changed the economics.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a noisy path-traced image can be cleaned acceptably, the variance advantage of BDPT on a few scenes stops justifying its complexity.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Know these methods anyway.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tell you what kind of transport your scene contains, which is exactly what you need when the default renderer will not converge.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Path tracing fails on caustics because NEE cannot operate at a specular vertex, so the light must be found through a narrow refracted cone.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Heckbert notation names paths precisely: LDE is direct, LD*E is path tracing's home, LSDE is a caustic, LSDSE is the hard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SDS paths defeat both directions and BDPT's connections, which is what Metropolis and photon mapping exist for.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Light tracing is the mirror image, good at exactly what path tracing is bad at — and needs a camera with finite aperture.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BDPT connects every camera vertex to every light vertex and weights the strategies with MIS. Strictly more capable, often slower at equal time.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Photon mapping is biased but consistent — the bias is spatial blur from the gather radius — and excels at caustics.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