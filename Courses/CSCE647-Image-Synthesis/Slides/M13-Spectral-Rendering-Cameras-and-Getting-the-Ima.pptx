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case people do not expect — no glass required, just strongly coloured interreflection.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real photographic units is worth insisting on — it makes the camera usable by someone who has used a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Bokeh shape is cheap and is what makes rendered depth of field look photographic rather than blurred.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the most common single error in a student renderer: forgetting the sRGB encode.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last point: students compare their render to PBRT's with different tone maps and conclude their renderer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end on. The course's method, stated as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Spectral Rendering, Cameras, and Getting the Image Right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From radiance to pixels, and whether to believe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when RGB rendering is wrong and what spectral rendering fixes.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hero wavelength sampling.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thin-lens camera and explain the parameters photographically.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tone mapping and colour management end to end.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Validate a renderer against something whose answer is known.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Spectral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numbers are not a spectrum.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RGB rendering is actually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FOUR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Dispersion.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Refractive index varies with wavelength. With three channels you get three sharp bands, not a spectrum.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Fluorescence.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Light absorbed at one wavelength is emitted at another. Unrepresentable in RGB.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Multiplication of spectra.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Multiplying RGB triples is not the same as multiplying spectra and then converting — and the error compounds with each bounce.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Thin films and structural colour.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Interference depends on wavelength directly.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Everything else is fine in RGB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most renderers still default to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multiplying triples is not multiplying spectra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∫ S₁(λ) S₂(λ) x̄(λ) dλ   ≠   (∫S₁x̄) · (∫S₂x̄)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Projecting to RGB and then multiplying is not the same as multiplying and then projecting.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Error compounds per bounce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room with saturated coloured walls diverges visibly from the spectral answer after two or three bounces.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approximation is exact only when one of the spectra is flat. Saturated colours are exactly where it fails.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Hero wavelength sampling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SPECTRAL RENDERING IS MADE AFFORDABLE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Naively, each path carries one wavelength — correct, and four times the paths for the same colour noise.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Hero wavelength sampling carries four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one sampled 'hero' wavelength plus three rotated through the visible range, all following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are combined with MIS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machinery as Module 08, applied across wavelengths.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Nearly eliminates colour noise at almost no extra cost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expensive part is the path, not the four evaluations. Standard practice since 2014.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Cameras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other end of the light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THIN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Depth of field, properly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Sample a point on the aperture; aim through the focal plane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extra random numbers per camera ray. That is the entire implementation.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CoC  =  A · |s − f| /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Circle of confusion grows with aperture A and with distance from the focal plane.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  =  f /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f-number. f/1.4 is a wide aperture and shallow depth of field; f/16 is narrow and deep.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Expose the parameters as focal length, f-number, and focus distance. Photographers already know what those mean.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CAMERA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usable camera model 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Thin lens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depth of field. Two random numbers.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Aperture shape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polygon, not a disk. Bokeh takes the shape of the blades.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Shutter interval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motion blur: sample a time per ray.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Rolling shutter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if you want the characteristic skew of a CMOS sensor.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reconstruction filter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over the pixel — box, tent, Mitchell, or Gaussian.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a filter that is not a box.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Mitchell is the usual default; a box filter visibly aliases.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From radiance to pixels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step most often done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order of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Get it wrong 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Spectral → XYZ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Integrate against the CIE observer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Hues are wrong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XYZ → working RGB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Saturated colours shift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Tone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HDR → displayable 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Highlights clip or go grey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Gamut 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Handle out-of-gamut colours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Bright saturated areas clip oddly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Encode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Apply the display transfer function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image looks washed 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Tone mapping is not a gamma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transfer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(sRGB, or 'gamma') is a display encoding. It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required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it is invertible, and it loses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Tone mapping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compresses an unbounded dynamic range into the range a display can show. It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lossy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it is a creative choice, and there is no correct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Doing only the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gives blown highlights: the sun is 10⁵ and the display shows 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Doing only the second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gives a washed-out image, because linear values were sent to a display expecting encoded ones.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single most common error in a student renderer.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Tone mapping 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Reinhard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Simple, desaturates highlights, never clips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Filmic (Hable)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Film-like toe and shoulder; contrasty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Industry standard; well-behaved highlights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AgX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Recent; strong hue preservation into the highlights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course's closing argument.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Everything this course can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Analytic: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hemisphere = 2π; furnace test; constant environment; a disk light over a plane.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Statistical: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χ² on every sampler; convergence slope must be −0.5.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Comparative: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difference against PBRT; the difference image must be structureless noise.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Internal consistency: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different integrators must agree at convergence; MIS must not change the answer.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Physical: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Cornell box against the measured radiometric data — the original was built and measured, not invented.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renderer is one of the few programs with a ground truth.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state what a pixel is an integral of, and estimate that integral correctly.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tell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noise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problem from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bias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problem from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problem — which is most of the skill.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649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gives the geometry motion to render;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748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 camera and the image side in depth;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650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adds the constraint of a frame budget and a person inside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have a renderer whose every image you can defend.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 rarer thing than it sounds.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RGB rendering is wrong for dispersion, fluorescence, thin films, and — unexpectedly — repeated multiplication of saturated spectra.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Hero wavelength sampling carries four correlated wavelengths down one path and combines them with MIS, nearly eliminating colour noise.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thin-lens camera costs two random numbers. Expose focal length, f-number, and focus distance, because photographers know those.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transfer function is a required, lossless display encoding; tone mapping is a lossy creative compression. They are different operations.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Render linear, tone map, then encode — once, last. Omitting the encode is the most common error in a student renderer.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renderer has a ground truth: analytic cases, statistical tests, reference comparison, and internal consistency. Few programs can be checked this thoroughly.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