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let anyone memorise this table. The point is only that they differ by what has been divided out, and that radiance is the most divided.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missing sin θ is the single most common bug in a first hemisphere integrator. Flag it hard here so it is recognised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why doesn't a white wall get darker as you walk away? Nobody has thought about it, and the answer is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'not bounded by 1' point surprises people: a mirror's BRDF is a delta distribution and is unbounded. Energy conservation constrains the integral, not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conservation is the one that produces catastrophic rather than cosmetic failure. Stress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reframes a lot of CSCE 641 material. Spend time on it: it is the unifying observation of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mostly need to know the two systems exist and that converting requires the luminosity function. Do not belabour.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647 — Image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Radiometry: What Rendering Computes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Five quantities, one of which is the one you actually want.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647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flux, irradiance, intensity, and radiance, and say which one a pixel holds.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solid angle and the projected-area cosine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radiance is invariant along a ray in a vacuum, and why that makes ray tracing possible.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BRDF as a ratio of differentials and give its three required properties.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pixel value is an integral 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Five quantities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They differ by what you have divided by.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RADIOMETRY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quantities, and their units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1371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1152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Symbol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Radiant energy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35808" y="237744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5536" y="2414016"/>
            <a:ext cx="1152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Total energy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Radiant flux (power)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35808" y="2852928"/>
            <a:ext cx="1371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2889504"/>
            <a:ext cx="1152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Energy per second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Irradiance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328416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364992"/>
            <a:ext cx="1152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740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W/m²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Power arriving per unit area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Radiant intensity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35808" y="3803904"/>
            <a:ext cx="1371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45536" y="3840480"/>
            <a:ext cx="1152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0740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1713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W/sr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Power per unit solid angle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Radiance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35808" y="427939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45536" y="4315968"/>
            <a:ext cx="1152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0740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1713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W/(m²·sr)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8484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9457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Power per area per solid angle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Radiance is the quantity rendering transports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Everything else is obtained by integrating radiance, so a renderer that computes radiance computes everything.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has a direction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can describe a ray. Irradiance has already summed over directions and lost that information.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invariant along a ray in a vacuum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2), so it can be carried from a surface to a camera unchanged.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what a sensor responds to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pixel value is an integral of radiance and nothing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you remember one thing from this module: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ray carries radiance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SOLID 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Measuring a set of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dω = dA cos θ / 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solid angle a small patch subtends: its area, foreshortened by the viewing angle, divided by distance squared.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∫ over the hemisphere  dω  =  2π 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hemisphere of directions has measure 2π steradians; the full sphere has 4π.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dω = sin θ dθ dφ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 spherical coordinates. The sin θ is the part everyone forgets, and forgetting it biases every integral you write.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Solid angle is to directions what area is to surfaces: the measure you integrate against.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cosine is geometry, not physics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COS Θ KEEPS APPEARING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beam striking a surface at a grazing angle spreads its power over a larger area, so the power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per unit area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falls.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whole content of Lambert's cosine law.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not a property of the material and not an approximation — it is the projected area of the beam.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the cosine appears whenever you convert between 'per unit area on the surface' and 'per unit area perpendicular to the beam'.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Lambertian surface is not one that obeys the cosine law.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Everything obeys the cosine law. A Lambertian surface is one whose BRDF is constant.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Invariance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property that makes ray tracing possible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Radiance does not fall off with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L(x → y)  =  L(y → x)   in a vacuum, along the 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Radiance leaving one point toward another equals the radiance arriving at the second from the first. Nothing is 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  ∝  1/r²   but   L  is constant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Irradiance obeys the inverse square law. Radiance does not, because the solid angle shrinks by exactly the same factor.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1/r² in the irradiance and the 1/r² in the solid angle cancel. This is the reason a wall does not look dimmer as you back away from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licenses the entire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radiance were attenuated along a ray, a renderer would have to integrate along every path through space.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it is invariant, a ray is a lookup.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Trace until you hit something, evaluate the radiance leaving that point toward you, and that value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radiance arriving at the camera.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Ray tracing is therefore not an approximation of light transport. It is an exact consequence of radiance invariance in a vacuum.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'In a vacuum' is doing real work here.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Module 10 removes it, and the lookup becomes an integral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function that relates arriving light to leaving 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BRDF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bidirectional reflectance distribution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f(p, ωi, ωo)  =  dLo(p, ωo) / dE(p, ωi)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differential radiance leaving in direction ωo, per unit differential irradiance arriving from ωi.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f(p, ωi, ωo)  =  dLo(p, ωo) / ( Li(p, ωi) cos θi dωi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same thing with the irradiance expanded. Units are 1/sr.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It is a ratio of differentials, which is why it is a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distribution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and why it is not bounded by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physical BRDF must satisfy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Non-negativity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 ≥ 0 everywhere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Negative light is not a 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Reciprocity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f(ωi, ωo) = f(ωo, ωi)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Required by bidirectional methods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(Module 11)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Energy conservation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∫ f cos θ dω ≤ 1 for all ωo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 paths gain energy and never terminate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Reciprocity is not a formality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IT BITES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Reciprocity says the BRDF is unchanged if you swap the incoming and outgoing directions — light does not care which way it is travelling.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bidirectional method depends on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Light tracing, BDPT, and photon mapping all build paths from the light and use them as though they had been built from the camera.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non-reciprocal BRDF — and several popular shading models are not reciprocal — silently gives different answers depending on the direction a path was constructed.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why a model that works in your rasteriser may be unusable here.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Many real-time BRDFs were never required to be reciprocal.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pixel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integral, over more dimensions than people expect.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pixel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  =  ∫ ∫ ∫ ∫  w(x,y) L(x,y,ω,t,λ) S(λ)  dλ dt dω dx 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Integrated over the pixel's footprint, the lens aperture, the shutter interval, and the spectral response of the sensor.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186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Antialiasing, depth of field, motion blur, and colour are not four separate features. They are four of the dimensions of one integral, and Monte Carlo handles them identically.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Radiometric and photometric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Radiometric — physics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Measures energy, in watts.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Wavelength-independent weighting.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What a renderer computes.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Radiance: W/(m²·sr)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Comparable across the spectrum, including light you cannot see.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Photometric — perception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Measures </a:t>
            </a:r>
            <a:r>
              <a:rPr sz="1400" b="0" i="1">
                <a:solidFill>
                  <a:srgbClr val="3C4555"/>
                </a:solidFill>
                <a:latin typeface="Calibri"/>
              </a:rPr>
              <a:t>perceived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brightness, in lumens.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Weighted by human spectral sensitivity.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What lighting specifications use.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Luminance: cd/m² = lm/(m²·sr)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Necessary when matching real fixtures, whose output is quoted in lumens.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CONFUSIONS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mistakes this module exists to prevent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Forgetting sin θ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a spherical-coordinate integral. Your hemisphere integrates to the wrong constant and everything is uniformly wrong.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Treating the cosine as a material property.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It is projected area, and it applies to every surface.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Expecting radiance to fall off with distance.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It does not; irradiance does.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Assuming a BRDF is at most 1.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It is a density. A mirror's is unbounded.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Three of the four produce images that look plausible and are wrong, which is the dangerous kind of bug.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Flux, irradiance, intensity, and radiance differ by what has been divided out. Radiance is divided by both area and solid angle.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ray carries radiance. Everything else in rendering is an integral of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Radiance is invariant along a ray in a vacuum, because the inverse square law and the shrinking solid angle cancel exactly.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That invariance is why ray tracing is exact rather than approximate — and why participating media break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cosine is projected area, not a material property. The BRDF is a ratio of differentials, so it is unbounded.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pixel is one integral over area, lens, time, direction, and wavelength. Antialiasing, depth of field, and motion blur are the same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