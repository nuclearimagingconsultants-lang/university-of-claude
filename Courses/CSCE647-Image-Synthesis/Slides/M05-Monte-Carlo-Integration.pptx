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find it suspicious that N=1 is unbiased. It is — a single sample is an unbiased estimate with enormous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slowly. It is the only proof in the course students must be able to reproduce.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them feel this: 10,000× the compute for two extra digits. It is why variance reduction is the whole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Photon mapping is the standard example of consistent-but-biased — bias vanishes only as the photon count goes to infinity.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averaging test is the practical diagnostic: render with ten seeds, average, compare to a long render.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 they build this now. It is the difference between the project being a week of work and a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clamping is a bias-for-variance trade. Most renderers do it; few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Monte Carlo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Estimating an integral with random numbers, and knowing how wrong you 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Monte Carlo estimator and prove it is unbiased.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1/√N convergence rate and explain its consequences.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bias from variance, and consistency from unbiasedness.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Monte Carlo beats quadrature in high dimensions.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the validation suite you will use for the rest of the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estimator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lines, and the whole of rendering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ESTIMATOR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Monte Carlo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 =  ∫ f(x) dx        want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 integral we cannot evaluate in closed 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Fₙ  =  (1/N) Σ f(Xᵢ)/p(Xᵢ),   Xᵢ ~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Draw N samples from any density p that is non-zero wherever f is, and average f/p.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E[Fₙ]  =  F     for every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Unbiased. Not approximately, not asymptotically — the expected value is exactly right, even for N = 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dividing by p is the whole trick: it corrects for having sampled some regions more often than others.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Unbiasedness, in three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127248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E[Fₙ]  =  E[ (1/N) Σᵢ f(Xᵢ)/p(Xᵢ) ]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=  (1/N) Σᵢ E[ f(Xᵢ)/p(Xᵢ) ]        linearity of expectation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=  E[ f(X)/p(X) ]                   the terms are identically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                   distributed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=  ∫ (f(x)/p(x)) p(x) dx            definition of expectation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=  ∫ f(x) dx   =  F                 the p cancels.  ∎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Requires only: p(x) &gt; 0 wherever f(x) ≠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937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last cancellation is the entire argument. Everything else is bookkeeping.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 can be almost anything, and that is the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proof requires only that p is positive wherever f is non-zero.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Any such density gives an unbiased estimator.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the choice of p does not affect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correctness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all. It affects only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variance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how many samples you need before the answer is usable.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good p can reduce variance by orders of magnitude. A bad one produces an image that is correct in expectation and pure noise in practice.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06 is entirely about choosing 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This slide is why that module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Variance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wrong you are, and how fast that improves.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1/√N 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V[Fₙ]  =  V[f(X)/p(X)] /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Variance of the mean of N independent samples falls as 1/N.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σ[Fₙ]  ∝  1/√N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the standard deviation — the visible noise — falls as the square root. Independent of dimension.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4× the samples  ⟹  2× less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fact that governs every render time estimate you will ever make.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To halve the noise, quadruple the samples. To get one more decimal digit, multiply by 100.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Square-root convergence is brutal and is also the good news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BOTH HALVES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bad half: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halving noise costs 4× the time. Going from visibly noisy to clean is often 100×.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good half: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1/√N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regardless of dimension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A trapezoid rule in d dimensions converges as N</a:t>
            </a:r>
            <a:r>
              <a:rPr baseline="30000" sz="1152" b="0" i="0">
                <a:solidFill>
                  <a:srgbClr val="141924"/>
                </a:solidFill>
                <a:latin typeface="Georgia"/>
              </a:rPr>
              <a:t>−2/d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at d = 20 that is N</a:t>
            </a:r>
            <a:r>
              <a:rPr baseline="30000" sz="1152" b="0" i="0">
                <a:solidFill>
                  <a:srgbClr val="141924"/>
                </a:solidFill>
                <a:latin typeface="Georgia"/>
              </a:rPr>
              <a:t>−0.1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hopeless.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path of k bounces is an integral in about 2k dimensions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series sums over all 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Monte Carlo is not merely convenient here.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only method whose convergence does not collapse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the field looks the way it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words used precisely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 rendering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Unbiased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E[estimate] = truth, for every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Path tracing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Consistent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Converges to truth as N → 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Photon mapping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Biased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E[estimate] ≠ truth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 bounce limit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Variance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Spread of the estimate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Visible as noise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Telling bias from variance in an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Looks like noise.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Speckle, fireflies.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Different per pixel, changes with the seed.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Decreases with more samples.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Average many renders → converges to the right answer.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Ugly, and honest.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Looks like a systematic error.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Too dark, blurred, missing an effect.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Same every time; independent of the seed.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Does not decrease with more samples.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Average many renders → converges to the wrong answer.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Often prettier, and wrong.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Build this now and keep it all semester.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white furnace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SINGLE MOST USEFUL TEST IN RENDERING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Put a white Lambertian object (albedo 1.0) inside a uniform environment of radiance 1.0.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pixel must be exactly 1.0.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object becomes invisible — it reflects exactly as much as it receives, so it cannot be distinguished from the background.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catches almost everything: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missing cosine, a missing π, a wrong PDF, a non-conserving BRDF, a broken sampling routine, a bad hemisphere measure.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And the failure is quantitative: the ratio to 1.0 usually names the bug. 0.5 is a cosine issue; π or 1/π is a normalisation issue.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validation suite to build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Hemisphere integrates to 2π.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Three lines. Catches the sin θ bug permanently.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White furnace test.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At several albedos and roughnesses, once Module 07 lands.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χ² test on every sampling routine.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Histogram the samples against the claimed PDF. Catches sampling/PDF mismatches, which are otherwise invisible.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Convergence plot script.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RMSE against sample count, log-log. The slope must be −0.5.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Reference comparison.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Same scene in PBRT; difference the images.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Every one of these has caught a real bug for every person who has written a renderer.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convergence plot tells you what kind of problem you 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READ THE SLOPE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Plot RMSE against a converged reference, against sample count, on log-log axes.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Slope −0.5: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correct. Pure variance, converging as it should.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Slope −0.5 then flat: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bias.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are converging to the wrong answer. Look for a truncated path, a clamp, or a missing term.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Slope shallower than −0.5: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your samples are correlated — a bad RNG, or the same seed across pixels.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Steeper than −0.5: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are using a low-discrepancy sequence (Module 06), which is legitimate and good.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FIREFLIES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pathology you will meet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single extremely bright pixel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from one sample with a huge f/p ratio — a near-zero PDF where f was large.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They do not average away quickly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they are rare and enormous. The variance is dominated by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Clamping removes them and introduces bias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you are discarding real energy. Common in production, and it should be a decision, not an accident.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honest fixes: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better importance sampling (Module 06), MIS (Module 08), and a denoiser with firefly rejection (Module 12).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Monte Carlo estimator averages f(X)/p(X). Dividing by the density corrects for uneven sampling and makes it unbiased for every 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Any p positive wherever f is non-zero gives a correct answer. The choice of p affects only variance — which is why Module 06 exists.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Noise falls as 1/√N: four times the samples for half the noise, a hundred times for one more digit.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That rate is dimension-independent, which is why Monte Carlo is the only viable method for an integral of unbounded dimension.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Unbiased means right in expectation at every N; consistent means right only in the limit. Bias looks like a systematic error, variance like noise.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Build the validation suite now: hemisphere = 2π, white furnace, χ² on every sampler, and a convergence plot whose slope must be −0.5.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