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Albedo near 1 means light bounces many times — clouds, milk, marble. That is what makes those materials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structure: the final equation has a volume term plus an attenuated surface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back to Malley's method. The same pleasing cancellation, for the same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null-collision idea is genuinely clever and students find it surprising that it is exactly unbiased.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common bug is using delta tracking for shadow rays, which gives a binary estimate and enormous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albedo-0.9999 fact is the one that explains why clouds render slowly. It is not the tracking; it is the bounce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Participating Media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Removing the vacuum assumption, and what it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volume rendering equation and its coefficients.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transmittance and why it is an integral.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Sample distances in homogeneous media analytically.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delta tracking for heterogeneous media and say why it is unbiased.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phase functions and sample Henyey–Greenstein.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coefficients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numbers that describe a medium.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COEFFICIENTS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medium does to a 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828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6126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σₐ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Absorption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377440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4140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 is removed and converted to heat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828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σₛ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7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Scattering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2852928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2889504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 is redirected, not removed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σₜ = σₐ + σₛ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054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Extinction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3328416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3364992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Total removal from the ray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828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σₛ/σₜ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57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54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Single-scattering albedo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803904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840480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Fraction redirected rather than absorbed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Radiance is no longer invariant along a 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BREAKS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Module 01 established that radiance is unchanged along a ray in a vacuum, and Module 02 used this to make a ray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lookup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medium, radiance changes continuously along the ray: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energy is removed by absorption and out-scattering, and added by in-scattering from every other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ray becomes an integral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in-scattering term is itself an integral over directions.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entire reason volumetric rendering is expensive.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structural assumption that made ray tracing cheap has been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volume rendering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dL/ds  =  −σₜ L  +  σₛ ∫ p(ω,ω') L(ω') dω'  +  σₐ 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Radiance along the ray loses to extinction, gains from in-scattering, and gains from emission.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T(a,b)  =  exp( −∫ₐᵇ σₜ(x) ds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Transmittance: the fraction surviving from a to b. Beer–Lambert.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L(camera)  =  ∫ T(0,s) σₛ(s) Ls(s) ds  +  T(0,d) L(surface)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integral form: every point along the ray contributes, attenuated by the transmittance up to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surface rendering equation is the special case where σₜ is zero everywhere between surfaces.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Homogeneous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σₜ is constant, everything is analytic.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HOMOGENEOUS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Sampling a scattering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T(s)  =  exp(−σₜ 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Transmittance is a simple exponential when σₜ is constant.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  =  −ln(1 − ξ) / σₜ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Inverting the CDF gives the distance to the next scattering event. Module 06's inversion method.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pdf(s)  =  σₜ exp(−σₜ 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And the σₜ cancels against the σₛ in the estimator, leaving the albedo — exactly as the cosine cancelled in Module 06.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Homogeneous media are cheap: one logarithm per scattering event and a perfect importance sample.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Phase functions are the BRDF of a medium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phase function gives the probability of scattering from one direction into another.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normalised to integrate to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over the sphere — unlike a BRDF, which may absorb.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Isotropic: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 = 1/4π. Equal in all directions. Thin smoke.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Henyey–Greenstein: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parameter g ∈ (−1,1). Forward scattering (g &gt; 0) for clouds and skin; backward (g &lt; 0) for some atmospheric effects.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Analytic inversion makes HG cheap to sample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most of why it is used despite being an empirical fit to measured scattering.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Heterogeneous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σₜ varies, the integral has no closed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Ray marching is biased, and tempting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NOT TO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obvious approach steps along the ray in fixed increments, accumulating transmittance.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biased.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exponential of an approximated integral is not the approximated exponential, and the error does not vanish with more samples per pixel — only with a smaller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aliases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regular step through a structured density produces banding.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still widely used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real time, where the bias is acceptable and the cost is predictable. Know that you are choosing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UNBIASED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Delta tracking (Woodcock tracking)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Fill the medium with fictitious matter so total density is constant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at a known majorant. Then sample as if homogeneous, and at each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event decide whether it was real or fictitious.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UNBIASED. No step size. No bias. One ln per event.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float sample_distance(Ray r, const Medium&amp; m, RNG&amp; rng)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float t      = 0.0f;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float sigma_bar = m.majorant;              // &gt;= sigma_t everywhere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while (true)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t -= logf(1.0f - rng.next()) / sigma_bar;   // homogeneous step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if (t &gt;= r.tmax) return INFINITY;           // escaped the medium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// Did we hit real matter, or the fictitious filler?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if (rng.next() &lt; m.sigma_t(r.at(t)) / sigma_bar)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return t;                               // REAL collision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// else: null collision -- continue, unchanged.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fictitious matter cancels exactly in expectation. The cost is that a loose majorant means many wasted null collisions.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tracking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Estimates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Delta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scattering 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Unbiased; the workhorse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Ratio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Transmittance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Lower variance for shadow rays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Residual ratio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Transmittance with a control variate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 in dense media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Spectral 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Wavelength-dependent media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Needed for coloured smoke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majorant determines the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Delta tracking needs an upper bound σ̄ on σₜ.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valid bound gives a correct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loose bound is correct and slow: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cloud that is dense in one small region and nearly empty elsewhere, with a single global majorant, spends almost all its time on null collisions.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fix is a spatial majorant grid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coarse grid storing a local maximum, so empty regions are crossed in one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same structural idea as the BVH in Module 04: a cheap conservative bound that lets you skip the empty space, which is most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volumes expensive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High albedo means many scattering events.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cloud has albedo ≈ 0.9999; light scatters hundreds of times before escaping.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NEE through a medium needs transmittance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itself an estimate — so every shadow ray is a tracking loop.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Equiangular sampling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essential near a light inside a medium: sample distance by proximity to the light rather than by transmittance alone.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Subsurface scattering is just a dense medium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inside a boundary. Skin, marble, milk. The diffusion approximation is the cheap 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medium is three coefficients: absorption, scattering, and their sum, extinction. Albedo near 1 means many bounces and high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Radiance is no longer invariant along a ray, so a ray becomes an integral — this is the entire reason volumes are expensive.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 homogeneous media the transmittance is a simple exponential and distance sampling inverts analytically, with a pleasing cancellation.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Phase functions are the medium's BRDF, normalised to 1. Henyey–Greenstein is used because it inverts in closed 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Ray marching is biased; delta tracking adds fictitious matter so the medium appears homogeneous, and is exactly unbiased with no step size.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Any valid majorant is correct; a loose one is slow. A majorant grid is the same idea as a BVH — skip the empty space cheaply.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