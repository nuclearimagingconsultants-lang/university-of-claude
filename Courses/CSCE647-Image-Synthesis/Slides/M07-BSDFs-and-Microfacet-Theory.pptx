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half-vector constraint is the key insight. Everything else is counting the facets that satisfy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example of empirical fit beating physical derivation. Worth saying out 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Many implementations still use the separable form out of habit. Flag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the Jacobian. An omitted 1/(4|wo·h|) gives a plausible but wrong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independent pdf() is the design requirement students miss, and it forces a rewrite in Module 08 if omitted.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non-symmetry of refraction is a classic source of bugs in bidirectional renderers — mention it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647 — Image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BSDFs and Microfacet Theory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Where materials come from, and how to sample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647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Derive the microfacet BRDF and explain each of its three terms.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GGX displaced Beckmann.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visible-normal sampling and its PDF.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Handle specular surfaces correctly in a Monte Carlo renderer.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Verify a BSDF for energy conservation and reciprocity.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microfacet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 rough surface is a field of tiny mirrors.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modelling assumption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WHERE THE MODEL COMES FROM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surface that looks rough is, below the scale of a pixel, a field of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microfacets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tiny perfectly specular mirrors with varying orientations.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You cannot resolve them, so you see the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statistical aggregate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of their reflections.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Roughness is therefore a distribution of facet orientations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an arbitrary blur parameter.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why microfacet models look right where ad-hoc models look like plastic: the lobe shape, the grazing-angle brightening, and the correlation between roughness and highlight size all follow from the geometry rather than being tuned.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microfacet BRDF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f(ωi, ωo)  =  D(h) · F(ωo·h) · G(ωi, ωo)  /  (4 |n·ωi| |n·ωo|)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Three physical terms over a geometric normalisation. h is the half vector, normalize(ωi + ωo).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D(h)   — how many facets point along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normal distribution function. This is what 'roughness' means.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F(ωo·h)  — how much those facets reflect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Fresnel. Rises to 1 at grazing incidence for every material.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577840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5577840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669279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G(ωi, ωo)  — what fraction is not shadowed or masked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25449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Facets occlude each other at grazing angles. Without this, energy is created.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5989320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Only facets whose normal is exactly h can reflect ωi into ωo. That constraint is the whole derivation.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GGX replaced Beckmann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Beckmann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Gaussian surface-height statistics.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Physically motivated; derived from surface metrology.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Falls off quickly away from the peak.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Highlights end abruptly.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Measured materials have more energy in the tail than it predicts.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GGX / Trowbridge–Reitz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Heavier tails by construction.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Originally an empirical fit.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Long, smooth falloff.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Matches measured data far better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, especially the glow around a highlight. Universal since ~2012.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GGX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distribution and its shadowing term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D(h) = α² / ( π ((n·h)²(α²−1) + 1)²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GGX normal distribution. α is roughness squared by convention, which makes the artist-facing parameter perceptually linear.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Λ(ω) = (−1 + √(1 + α² tan²θ)) /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Smith lambda function for GGX.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G₂(ωi,ωo) = 1 / (1 + Λ(ωi) + Λ(ωo))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Height-correlated Smith masking-shadowing. Use this, not the separable G₁(ωi)·G₁(ωo).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Height-correlated G₂ is strictly more accurate than the separable form and costs nothing extra.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single-scattering model loses energy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 REAL LIMITATION, HONESTLY STATED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standard model accounts for light bouncing off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microfacet.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At high roughness, light genuinely bounces between facets several times before escaping. The model throws that energy away.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rough white metal can lose over 50% of its energy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it renders far too dark, and the error grows with roughness, so a roughness slider also darkens the material.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Fixes: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Kulla–Conty energy compensation (a small precomputed table, now standard) or a true multiple-scattering model. The furnace test at high roughness exposes this immediately.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Sampling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Evaluating a BSDF is easy. Sampling it well is the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Sample visible normals, not all normals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IMPORTANT 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obvious approach samples D(h) directly and reflects about the chosen 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many of those facets are not visible from ωo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they face away, or are masked. Samples that hit them are wasted, and the waste grows at grazing angles.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Visible-normal sampling (Heitz 2018)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draws from the distribution of normals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visible from the outgoing direction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Every sample is usable.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Typically 2–3× less variance at grazing angles, for a few extra lines.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is strictly better; there is no reason to use the older method.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SAMPLING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GGX visible-normal sampling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// Heitz 2018, "Sampling the GGX Distribution of Visible Normals".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vec3 sample_ggx_vndf(vec3 wo, float ax, float ay, float u1, float u2) {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// 1. Warp to the hemisphere configuration (roughness -&gt; 1).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vec3 Vh = normalize(vec3(ax * wo.x, ay * wo.y, wo.z));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// 2. Orthonormal basis around Vh, robust at Vh.z near -1.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float lensq = Vh.x*Vh.x + Vh.y*Vh.y;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vec3 T1 = lensq &gt; 0 ? vec3(-Vh.y, Vh.x, 0) * rsqrt(lensq) : vec3(1,0,0);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vec3 T2 = cross(Vh, T1);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// 3. Uniform point on the projected disk, squashed for the hemisphere.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float r = sqrtf(u1), phi = 2*PI*u2;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float t1 = r*cosf(phi), t2 = r*sinf(phi);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float s  = 0.5f * (1.0f + Vh.z);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t2 = (1.0f - s)*sqrtf(1.0f - t1*t1) + s*t2;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// 4. Project onto the hemisphere and unwarp.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vec3 Nh = t1*T1 + t2*T2 + sqrtf(fmaxf(0.f, 1 - t1*t1 - t2*t2))*Vh;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   return normalize(vec3(ax*Nh.x, ay*Nh.y, fmaxf(0.f, Nh.z)));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// PDF of the sampled DIRECTION (not of the half vector):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//   pdf = D_visible(h) / (4 · |wo·h|)</a:t>
            </a:r>
          </a:p>
          <a:p>
            <a:pPr algn="l">
              <a:lnSpc>
                <a:spcPct val="105000"/>
              </a:lnSpc>
            </a:pPr>
            <a:r>
              <a:rPr sz="893" b="0" i="0">
                <a:solidFill>
                  <a:srgbClr val="E4E8EF"/>
                </a:solidFill>
                <a:latin typeface="Consolas"/>
              </a:rPr>
              <a:t>// The 1/(4|wo·h|) is the Jacobian of the reflection operator.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Jacobian in the PDF is the most commonly omitted factor in a BSDF implementation. The χ² test catches it instantly.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Specular surfaces need a separate path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DELTA DISTRIBUTIONS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perfect mirror's BRDF is a Dirac delta. It is infinite in one direction and zero everywhere else.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cannot evaluate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probability of sampling the exact reflected direction is zero.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You cannot importance sample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a finite PDF.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must handle it as a special case: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choose the reflected direction deterministically and return the weight F(ωo·n) with a PDF of 1.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flag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Next-event estimation (Module 08) must skip specular vertices, and MIS weights must treat them as having infinite density, or you double-count.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BSDF must provide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Returns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7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5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8" b="0" i="0">
                <a:solidFill>
                  <a:srgbClr val="3C4555"/>
                </a:solidFill>
                <a:latin typeface="Consolas"/>
              </a:rPr>
              <a:t>f(wo, wi)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BRDF 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7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5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Zero for specular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8" b="0" i="0">
                <a:solidFill>
                  <a:srgbClr val="3C4555"/>
                </a:solidFill>
                <a:latin typeface="Consolas"/>
              </a:rPr>
              <a:t>sample(wo, u)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wi, f, pdf, flags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5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One call: the three are coupled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8" b="0" i="0">
                <a:solidFill>
                  <a:srgbClr val="3C4555"/>
                </a:solidFill>
                <a:latin typeface="Consolas"/>
              </a:rPr>
              <a:t>pdf(wo, wi)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Density of that direction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7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5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Needed for MIS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8" b="0" i="0">
                <a:solidFill>
                  <a:srgbClr val="3C4555"/>
                </a:solidFill>
                <a:latin typeface="Consolas"/>
              </a:rPr>
              <a:t>flags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specular / diffuse / glossy, R / 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7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5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Drives integrator logic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Beyond reflection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Transmission, layering, and what real materials need.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EXTENSIONS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a usable material system adds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Transmission (BTDF).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Snell's law, total internal reflection, and a non-symmetric Jacobian from the refractive index change.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Rough transmission.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The same microfacet machinery with the refraction half vector. Frosted glass.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Layered materials.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A coating over a base — car paint, varnished wood, skin. Correct treatment is expensive; most renderers approximate.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Anisotropy.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Separate roughness along the two tangent directions. Brushed metal, hair, fabric.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Measured BRDFs.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MERL and similar databases. Accurate, expensive to store and awkward to importance sample.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Test every BSDF three 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NON-NEGOTIABLE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χ² test: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histogram the sampled directions against the PDF your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pdf()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reports. Catches sampler/PDF mismatch, which is invisible in an image.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White furnace test: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at albedo 1, integrate f·cos over the hemisphere. Must be ≤ 1, and ≈ 1 for a lossless material.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Run it at several roughnesses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this is where the energy loss above shows up.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Reciprocity: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evaluate f with the arguments swapped over random pairs. Must match to floating-point tolerance.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BSDF that passes all three is almost certainly correct. One that passes none can still look fine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 microfacet model treats a rough surface as a statistical field of tiny mirrors; roughness is a distribution of facet orientations.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f = D·F·G / (4|n·ωi||n·ωo|). Only facets whose normal is the half vector can reflect ωi into ωo.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GGX displaced Beckmann because its heavier tails match measured materials better — an empirical fit beating a physical derivation.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single-scattering model loses substantial energy at high roughness. Use Kulla–Conty compensation and check with the furnace test.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Sample visible normals, not all normals: every sample is usable, and it is 2–3× better at grazing angles for a few extra lines.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Specular surfaces are delta distributions and need a separate code path, flagged so that NEE and MIS can handle them correctly.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