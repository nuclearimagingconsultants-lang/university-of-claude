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demodulation trick is the single most effective detail here and is often omitted.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That variance-scaled luminance term is the clever part. Without it the filter preserves noise as though it were detail.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hallucination point is the honest one. A learned denoiser can invent plausible detail, which is a correctness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Reservoir resampling is old; the contribution was realising it could be reused across space and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647 — Image Synthesis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Denoising and Adaptive Sampling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Spending samples where they help, and cleaning up what is left.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647 · Module 12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Estimate per-pixel variance and drive adaptive sampling with it.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how auxiliary feature buffers make denoising possible.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Implement an edge-aware à-trous filter.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Compare hand-designed and learned denoisers honestly.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ReSTIR's core idea and why it mattered.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Adaptive sampling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Not every pixel needs the same effort.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Variance is enormously uneven across an image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OPPORTUNITY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flat, directly lit wall converges in a handful of samples. A caustic or a glossy reflection of a small light may need thousands.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Uniform sampling gives both the same budget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simultaneously wasteful and insufficient.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Estimate per-pixel variance and allocate accordingly.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running variance of the samples already drawn is free — accumulate sum and sum-of-squares.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Typical gains are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2–4× at equal quality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is worth having and is not transformative on its 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Adaptive sampling can introduce bias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SUBTLETY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If the decision to take more samples depends on the samples themselves, the estimator is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no longer independent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may be biased.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pixel that happens to draw low samples early looks converged and is starved — so dark pixels stay dark.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usual defence: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take a fixed initial budget before adapting, and cap the ratio between the largest and smallest allocation.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In practice the bias is small and everyone accepts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but say so, rather than claiming an unbiased renderer while adapting.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Feature buffers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information that makes denoising tractable.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Denoising an image is hard; denoising a render is not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RENDERING IS A SPECIAL CASE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General image denoising must guess what is signal and what is noise. It is an underdetermined problem.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renderer knows things a photograph does not.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It can output, noise-free: albedo, surface normal, depth, object ID, and motion vectors.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These tell the filter exactly where the edges are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it can blur aggressively </a:t>
            </a:r>
            <a:r>
              <a:rPr sz="1600" b="0" i="1">
                <a:solidFill>
                  <a:srgbClr val="141924"/>
                </a:solidFill>
                <a:latin typeface="Georgia"/>
              </a:rPr>
              <a:t>along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surface and not at all across a boundary.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That is why render denoising works far better than photo denoising.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The hard part of the problem was solved by having access to the scene.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BUFFERS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to output alongside the image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Buffer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53035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5084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Tells the denoiser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30767" y="1901952"/>
            <a:ext cx="320040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0495" y="1956816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Noise-free?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Albedo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5303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5084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Texture detail, so it is not smoothed away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430767" y="2377440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0495" y="2414016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Normal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5303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5084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Geometric edges and curvature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30767" y="2852928"/>
            <a:ext cx="3200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40495" y="2889504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Depth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5303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5084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Depth discontinuities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430767" y="3328416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0495" y="3364992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Object ID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5303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5084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Hard boundaries between objects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30767" y="3803904"/>
            <a:ext cx="3200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540495" y="3840480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Motion vectors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53035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5084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Where each pixel was last frame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430767" y="4279392"/>
            <a:ext cx="32004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540495" y="4315968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Yes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66928" y="4754879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6656" y="4791455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Variance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127248" y="4754879"/>
            <a:ext cx="53035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36976" y="4791455"/>
            <a:ext cx="508406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How much to trust each pixel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430767" y="4754879"/>
            <a:ext cx="320040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540495" y="4791455"/>
            <a:ext cx="298094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0" i="0">
                <a:solidFill>
                  <a:srgbClr val="3C4555"/>
                </a:solidFill>
                <a:latin typeface="Calibri"/>
              </a:rPr>
              <a:t>Estimated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12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FILTER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Edge-aware à-trous wavelet filter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11064240" cy="3904487"/>
          </a:xfrm>
          <a:prstGeom prst="rect">
            <a:avLst/>
          </a:prstGeom>
          <a:solidFill>
            <a:srgbClr val="1B21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0" y="2011680"/>
            <a:ext cx="10058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 i="0">
                <a:solidFill>
                  <a:srgbClr val="C29B3F"/>
                </a:solidFill>
                <a:latin typeface="Consolas"/>
              </a:rPr>
              <a:t>cpp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084832"/>
            <a:ext cx="10515600" cy="3630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// Several passes with an increasing hole size: a wide filter at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// O(n) cost instead of O(n^2). SVGF is built on this.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vec3 atrous(const Buffers&amp; b, ivec2 p, int step) {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vec3  sum(0);  float wsum = 0;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for (int dy = -2; dy &lt;= 2; dy++)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for (int dx = -2; dx &lt;= 2; dx++) {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ivec2 q = p + ivec2(dx, dy) * step;       // &lt;-- the hole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if (!inside(q)) continue;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// Edge-stopping: each term kills the weight across a discontinuity.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float wn = powf(fmaxf(0.f, dot(b.normal[p], b.normal[q])), SIGMA_N);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float wz = expf(-fabs(b.depth[p] - b.depth[q]) / (SIGMA_Z + 1e-6f));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float wl = expf(-fabs(lum(b.color[p]) - lum(b.color[q]))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                / (SIGMA_L * sqrtf(b.variance[p]) + 1e-6f));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float w = kernel[dy+2][dx+2] * wn * wz * wl;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    sum += b.color[q] * w;  wsum += w;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}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    return wsum &gt; 0 ? sum / wsum : b.color[p];</a:t>
            </a:r>
          </a:p>
          <a:p>
            <a:pPr algn="l">
              <a:lnSpc>
                <a:spcPct val="105000"/>
              </a:lnSpc>
            </a:pPr>
            <a:r>
              <a:rPr sz="1071" b="0" i="0">
                <a:solidFill>
                  <a:srgbClr val="E4E8EF"/>
                </a:solidFill>
                <a:latin typeface="Consolas"/>
              </a:rPr>
              <a:t>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971031"/>
            <a:ext cx="10789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1">
                <a:solidFill>
                  <a:srgbClr val="798290"/>
                </a:solidFill>
                <a:latin typeface="Calibri"/>
              </a:rPr>
              <a:t>The luminance weight is scaled by the estimated variance: where the image is noisy, large differences are tolerated as noise rather than defended as edges.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Learned denoisers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What they buy and what they cost.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Hand-designed and learned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1901952"/>
            <a:ext cx="5266944" cy="4572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1247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À-trous / SVGF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7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Explicit, inspectable weights.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Fails predictably: over-blur, ghosting.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Tunable when it fails.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Fast; real-time viable.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Weaker on very low sample counts.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55080" y="1901952"/>
            <a:ext cx="5266944" cy="404164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55080" y="1901952"/>
            <a:ext cx="5266944" cy="45720"/>
          </a:xfrm>
          <a:prstGeom prst="rect">
            <a:avLst/>
          </a:prstGeom>
          <a:solidFill>
            <a:srgbClr val="1F6B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157984"/>
            <a:ext cx="475488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 i="0">
                <a:solidFill>
                  <a:srgbClr val="141924"/>
                </a:solidFill>
                <a:latin typeface="Calibri"/>
              </a:rPr>
              <a:t>Learned (OIDN, OptiX)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2679192"/>
            <a:ext cx="4754880" cy="3035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Trained on pairs of noisy and converged images.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Substantially better at low sample counts.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400" b="1" i="0">
                <a:solidFill>
                  <a:srgbClr val="3C4555"/>
                </a:solidFill>
                <a:latin typeface="Calibri"/>
              </a:rPr>
              <a:t>Fails unpredictably</a:t>
            </a:r>
            <a:r>
              <a:rPr sz="1400" b="0" i="0">
                <a:solidFill>
                  <a:srgbClr val="3C4555"/>
                </a:solidFill>
                <a:latin typeface="Calibri"/>
              </a:rPr>
              <a:t> — may hallucinate detail that was never there.</a:t>
            </a:r>
          </a:p>
          <a:p>
            <a:pPr algn="l" lvl="1">
              <a:lnSpc>
                <a:spcPct val="120000"/>
              </a:lnSpc>
              <a:spcAft>
                <a:spcPts val="700"/>
              </a:spcAft>
            </a:pPr>
            <a:r>
              <a:rPr sz="1250" b="0" i="0">
                <a:solidFill>
                  <a:srgbClr val="798290"/>
                </a:solidFill>
                <a:latin typeface="Calibri"/>
              </a:rPr>
              <a:t>–  Heavier; needs a GPU.</a:t>
            </a:r>
          </a:p>
          <a:p>
            <a:pPr algn="l">
              <a:lnSpc>
                <a:spcPct val="120000"/>
              </a:lnSpc>
              <a:spcAft>
                <a:spcPts val="700"/>
              </a:spcAft>
            </a:pPr>
            <a:r>
              <a:rPr sz="1400" b="0" i="0">
                <a:solidFill>
                  <a:srgbClr val="3C4555"/>
                </a:solidFill>
                <a:latin typeface="Calibri"/>
              </a:rPr>
              <a:t>▪  The production default for offline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Denoising is biased, and it is the right trade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BE EXPLICIT ABOUT 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A denoiser changes pixel values based on neighbouring pixels.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The result is not an unbiased estimate of anything.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It can remove real high-frequency detail — fine texture, small highlights, thin shadows — and a learned denoiser can add detail that was never in the scene.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still correct to use one.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 denoised 64-sample image is usually closer to the truth than a 1024-sample noisy one at the same cost.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Report it.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Say the image is denoised, give the sample count, and show the noisy input and a converged reference alongside. That is what Project 2 asks for.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ReSTIR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most consequential rendering result of the last decade.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RESTIR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Resample instead of sampling again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Reservoir sampling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keeps one sample from a stream, chosen with the correct probability, in constant memory.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Spatial reuse: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a neighbouring pixel's light sample is probably good for this pixel too — combine reservoirs.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Temporal reuse: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last frame's sample for this surface is probably still good — combine across time.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The effect is an enormous increase in effective sample count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for a small cost, because each pixel benefits from work done elsewhere and earlier.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Millions of lights, in real time, with one sample per pixel.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Why ReSTIR mattered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ASSESSMENT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It attacks the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constant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in Module 05's 1/√N, which is the only thing that can be attacked — and it attacks it by orders of magnitude rather than factors.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changed what is possible in real time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not just what is faster offline. Many-light direct illumination went from impossible to routine.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The costs are real: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reused samples are correlated, which shows as structured rather than random error; and the bias correction (MIS weights across reservoirs) is subtle and easy to get wrong.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also generalises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ReSTIR GI and ReSTIR PT extend the idea to full path reuse.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Denoising changed what the field optimises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CONCLUSION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0" i="0">
                <a:solidFill>
                  <a:srgbClr val="141924"/>
                </a:solidFill>
                <a:latin typeface="Georgia"/>
              </a:rPr>
              <a:t>Before practical denoising, variance reduction was the only lever, and the sophisticated algorithms of Module 11 competed on it.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Now the question is: what noise does the denoiser handle well?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That is a different objective and favours different methods.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High-frequency noise denoises well. Fireflies and correlated splotches do not.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So a method with slightly higher variance but better-behaved noise can win outright.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This is why blue noise (Module 06) matters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and why Metropolis's splotchy error is a liability rather than a cosmetic complaint.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647 · Image Synthesis  —  Module 12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Per-pixel variance is extremely uneven; adaptive sampling buys 2–4× at equal quality, with a small bias that should be acknowledged.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 renderer can output albedo, normal, depth, ID, and motion noise-free. That is why render denoising works where photo denoising struggles.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Demodulate by albedo before filtering and remodulate after — filter illumination, not colour, so texture survives.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The à-trous filter gets a wide kernel at linear cost; the variance-scaled luminance weight is what stops it preserving noise as detail.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Learned denoisers are better at low sample counts and fail unpredictably, including hallucinating detail. Report that an image is denoised.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ReSTIR reuses samples across space and time, attacking the constant in 1/√N by orders of magnitude. Reused samples are correlated.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647 · Image Synthesis  —  Module 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