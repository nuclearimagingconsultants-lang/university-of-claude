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saying: point lights exist because they were cheap in 1980, not because they are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bug that costs people days. State it flatly and repeat it in the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sin θ factors confuse everyone. Be explicit that they are separate and both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ReSTIR is the most significant rendering result of the last decade. Module 12 returns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Lights and Sampling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the energy comes from, and how to find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area, point, directional, and environment lights with correct PDFs.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Sample a sphere light by solid angle rather than by area.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2D CDF for environment map importance sampling.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many-lights problem and the structures that solve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light sampling PDFs must be expressed in a consistent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Kinds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types, and which are physical.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light types a renderer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Sampling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Delta in position.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Not physical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direction, pdf =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Delta in direction; infinitely far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direction, pdf =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Emitting geometry.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The physical 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the surface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Environment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Radiance from every direction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2D CDF over luminance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Delta lights are a special case throughout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CONSEQUENCES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point light has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zero probability of being hit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 BSDF-sampled ray, so it exists only through next-event estimation.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Its MIS weight is therefore always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BSDF strategy could never have found it. Same structure as the specular BSDF case in Module 08, mirrored.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cannot be seen directly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a camera ray, so it needs no geometry.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Flag delta lights explicitly, exactly as you flag delta BSDFs. Every integrator branch that asks 'could the other strategy have produced this?' needs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Sampling area 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measure you sample in determines the PDF you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Area measure and solid angle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p(ω)  =  p(A) · ‖p − q‖² / |cos θq|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Converting a density over the light's area into a density over solid angle at the shading point. The geometry term, again.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Everything in the integrator must use ONE 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Mixing area-measure and solid-angle-measure PDFs in an MIS weight is silently, systematically wrong.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Pick solid angle for the whole renderer and convert at the boundary. Mixed measures are the hardest light bug to find.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Sample a sphere light by solid angle, not by 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LARGE, CHEAP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obvious approach samples uniformly over the sphere's surface.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Half those samples are on the far side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facing away, contributing nothing.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Worse, samples near the silhouette have a grazing cosine and near-zero contribution, so the useful fraction is well under half.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Sampling the visible cone instead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cone of directions subtended by the sphere — makes every sample useful.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Typically 2–4× less variance, and the code is shorter.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same argument applies to every closed light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Per-shape sampling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Triangle: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uniform barycentric sampling via √u. Reject if the shading point is behind the light's plane.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Quad: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uniform in 2D, or solid-angle sampling (Ureña et al.) for a further large win on big nearby quads.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Sphere: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cone sampling, as above. Degenerates correctly when the shading point is inside.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Disk: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√ for the radius, as in Module 06.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Mesh light: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choose a triangle proportional to its area times emitted radiance, then sample within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In every case, return the PDF in the same measure the integrator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Environment 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image as a light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ENV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2D CDF importance 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Build once at load. Sample proportionally to luminance * sin(theta).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void build(const Image&amp; env)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for (int y = 0; y &lt; H; y++)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float sinTheta = sinf(PI * (y + 0.5f) / H);   // &lt;-- the Jacobian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for (int x = 0; x &lt; W; x++)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  f[y][x] = luminance(env(x,y)) * sinTheta;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rowCdf[y] = build_1d_cdf(f[y]);               // conditional p(x|y)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marginalCdf = build_1d_cdf(rowSums);              // marginal p(y)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Sample: pick a row from the marginal, a column from that row's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// conditional. Two binary searches, O(log W + log H).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Sample sample(float u1, float u2) {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auto [y, pdf_y] = sample_1d(marginalCdf, u1);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auto [x, pdf_x] = sample_1d(rowCdf[y],   u2);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vec3  dir  = equirect_to_direction(x, y);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float sinT = sinf(PI * (y + 0.5f) / H);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// Convert from image-space density to solid-angle density: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float pdf  = (pdf_x * pdf_y * W * H) / (2 * PI * PI * sinT);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return { dir, env(x,y), pdf };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sin θ appears twice and means different things: in the build it corrects for the map's area distortion; in the PDF it is the measure conversion.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Without importance sampling, the sun is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typical outdoor HDRI has the sun occupying perhaps 0.001% of the pixels and carrying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most of the total energy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Uniform sampling finds it once in 100,000 samples, and returns an enormous value when it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 firefly generator, not a light.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image is unusable at any practical sample 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 a luminance-weighted CDF, the sun is found in proportion to its energy.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single structure is the difference between HDRI lighting working and not working.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Many 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happens at ten thousand light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many-lights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UNIFORM SELECTION FAILS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 N lights, picking one uniformly costs a factor of N in variance — you sample the one light that matters 1/N of the 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city scene has 10⁴–10⁶ emitters. Most contribute nothing to any given shading point: wrong side of a wall, too far, facing away.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Sampling all of them is far too expensive; sampling one at random is far too noisy.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answer is to build a structure that selects lights roughly in proportion to their actual contribution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at this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Approaches, in increasing order of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8212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Power sampling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Choose proportional to total emitted power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Trivial; ignores distance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Light BVH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Hierarchy over lights; descend by estimated contribution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standard answer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Lightcuts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Cluster lights; bound the error of each cluster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Strong bounds; complex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ReSTIR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Resample across space and time, reusing neighbours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185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Transformative, real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Light sampling has to be unbiased too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Every one of these schemes must report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which it selected the light it selected.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That probability enters the estimator and the MIS weight. If the structure's heuristic says a light is unimportant and the reported PDF does not match the actual selection probability,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result is biased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light with zero selection probability is a light that does not exist.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scheme must give every potentially contributing light a non-zero chance.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Module 06's defensive sampling rule, applied to light selection.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Point and directional lights are deltas: never hit by BSDF sampling, MIS weight always 1, invisible to camera rays. Flag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Area lights are the physical case. Sampling them requires converting between area measure and solid angle via the geometry term.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Use one measure throughout the integrator. Mixing measures in an MIS weight is silently and systematically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Sample sphere lights by the subtended cone rather than by surface area — 2–4× less variance and shorter code.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Environment maps need a luminance-weighted 2D CDF; without it the sun is a firefly generator rather than a light.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With many lights, selection must be proportional to contribution, and the selection probability must be reported exactly or the result is biased.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