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often store rays as just (o,d) and bolt the interval on later. Starting with it in the struct avoids a rewrite.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good first encounter with the theme: the textbook formula is correct in exact arithmetic and wrong in floating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that the early-out ordering matters for performance: u before computing qv.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canonical ordering is the clever part — determinism is what buys watertightness, not extra precision.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useful code on the slide deck. It eliminates a whole category of bug permanently.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good moment to show that a convenience of the rasteriser becomes explicit work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Keeping ng and ns separate is non-negotiable; conflating them produces light leaks and energy loss at silhouettes.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647 — Image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Rays and Intersection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primitive operation, and the numerical trouble in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647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ray-sphere and ray-triangle intersection.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watertightness means and why it matters.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Solve the self-intersection problem without a magic epsilon.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ray differentials and what they are for.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Design the intersection interface a renderer actually needs.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basic 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ray, a primitive, and the smallest positive root.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r(t)  =  o + t d,    t ∈ [tmin, tmax]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Origin, direction, and a valid parameter interval. The interval is not optional — it is how shadow rays and epsilons are expressed.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‖d‖ = 1  is a choice, not a requirement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Normalised directions make t a distance. Unnormalised directions let you transform a ray into object space without renormalising.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443983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Keep tmin and tmax in the ray. Almost every robustness fix in this module is expressed through them.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SPHERE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Ray–sphere, and the subtraction that kills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‖o + t d − c‖² = r²   ⟹   a t² + b t + c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Substitute and expand. A quadratic, solved the way everyone learns in school.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 = (−b ± √(b² − 4ac)) / 2a     ← catastrophic cancellation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When b² ≫ 4ac, one root computes as the difference of two nearly equal numbers and loses most of its precision.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q = −½(b + sign(b)√(b²−4ac)),   t₁ = q/a,  t₂ = c/q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stable form. Same roots, no cancellation, three extra lines.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This matters at grazing angles and for large spheres — exactly the planet-scale cases where the artefact is most visible.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TRIANGLE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Möller–Trumbore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// Solves o + t·d = (1-u-v)·v0 + u·v1 + v·v2 for (t, u, v).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// Cramer's rule on a 3x3 system; no precomputation, no plane stored.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bool intersect(const Ray&amp; r, const Tri&amp; T, Hit&amp; h) {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vec3 e1 = T.v1 - T.v0,  e2 = T.v2 - T.v0;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vec3 pv = cross(r.d, e2);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float det = dot(e1, pv);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if (fabs(det) &lt; 1e-12f) return false;      // ray parallel to triangle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float inv = 1.0f / det;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vec3  tv = r.o - T.v0;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float u  = dot(tv, pv) * inv;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if (u &lt; 0 || u &gt; 1) return false;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vec3  qv = cross(tv, e1);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float v  = dot(r.d, qv) * inv;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if (v &lt; 0 || u + v &gt; 1) return false;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float t = dot(e2, qv) * inv;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if (t &lt; r.tmin || t &gt; r.tmax) return false;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h = {t, u, v};                              // u,v are barycentrics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return true;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Returns barycentric coordinates for free, which you need for interpolating normals, UVs, and vertex colours.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Watertightness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light leaks through a closed mesh.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Adjacent triangles can both miss the same ray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Two triangles share an edge exactly. A ray passes exactly through that edge.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Each triangle's test is performed in floating point, separately, with different rounding.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One rounds the ray just outside; the other does too.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ray passes through a solid object. In a path tracer this appears as isolated bright or black pixels on silhouettes and creases — and they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move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as the camera moves.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watertight intersection test guarantees this cannot happen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shared edges are evaluated identically from both sides.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watertight tests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Transform the ray to a canonical space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where its direction is (0,0,1), chosen by the largest-magnitude component.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Project vertices to 2D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compute three edge functions.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Compute the edge functions in a canonical vertex order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so both triangles sharing an edge compute bitwise identical values.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Fall back to double precision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when an edge function is exactly zero.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Woop et al. 2013. PBRT implements it; cost is roughly 10%.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Ten percent to eliminate a class of artefact that is otherwise undebuggable.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Self-intersection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most common bug in a first ray tracer.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Shadow acne is a floating-point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IT HAPPENS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path hits a surface at t, computes p = o + t·d, and spawns a new ray from 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 is not exactly on the surface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is the nearest representable float, which may be slightly below it. The new ray immediately hits the surface it just left, at t ≈ 0.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result is dark speckle, worst where the surface is far from the origin — because float spacing grows with magnitude.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usual fix, tmin = 1e-4, is wrong.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Too small and acne returns far from the origin; too large and contact shadows detach. There is no single correct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Offset in integers, not in floats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Wachter &amp; Binder 2019 (Ray Tracing Gems ch. 6).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Scale the offset with the float spacing at p, automatically.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vec3 offset_ray(const vec3 p, const vec3 n) {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constexpr float origin      = 1.0f / 32.0f;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constexpr float float_scale = 1.0f / 65536.0f;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constexpr float int_scale   = 256.0f;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ivec3 of_i(int_scale*n.x, int_scale*n.y, int_scale*n.z);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// Step p by N units in the LAST PLACE -- scale-invariant by construction.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vec3 p_i(int_as_float(float_as_int(p.x) + (p.x &lt; 0 ? -of_i.x : of_i.x)),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 int_as_float(float_as_int(p.y) + (p.y &lt; 0 ? -of_i.y : of_i.y)),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 int_as_float(float_as_int(p.z) + (p.z &lt; 0 ? -of_i.z : of_i.z)));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// Near the origin, ULP steps are too small; fall back to a fixed offset.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return vec3(fabs(p.x) &lt; origin ? p.x + float_scale*n.x : p_i.x,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    fabs(p.y) &lt; origin ? p.y + float_scale*n.y : p_i.y,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    fabs(p.z) &lt; origin ? p.z + float_scale*n.z : p_i.z);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Offsetting in units-in-the-last-place adapts to the local float spacing automatically. No scene-dependent epsilon.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Ray differentials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How a ray knows how wide it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texture filtering problem, again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Rasteriser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Neighbouring pixels are shaded together.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Hardware computes screen-space derivatives by differencing within a 2×2 quad.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Texture LOD comes free.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You had this in CSCE 641 and never thought about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Ray tracer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Each ray is independent. There is no neighbour.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Nothing tells you how much texture a ray covers.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Use the finest mip level and alias badly.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Fix: carry two auxiliary rays, offset one pixel in x and 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Differentials propagate, and degrade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LIMIT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Track ∂p/∂x and ∂p/∂y alongside the ray. At a hit, convert them into ∂u/∂x and ∂u/∂y and use those to choose a mip level.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They survive specular reflection and refraction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correction terms for surface curvature.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They do not survive diffuse bounces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where the outgoing direction is random and the footprint is meaningless.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in practice: use differentials on camera rays and specular chains, and 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path-space filtering or a fixed blur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after the first diffuse bounce. Most production renderers do exactly this.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intersection must return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Ordering, ray interval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only field a shadow ray needs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Next ray origin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Offset it (Part 3)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Geometric normal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From the actual triangle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— for offsetting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Shading normal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Interpolated; may disagree with 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u, 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Textures, derivatives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3488" y="4279392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5" y="4315968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Barycentric, free from Möller–Trumbore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dpdu, dpdv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44368" y="4754879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54096" y="4791455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Tangent frame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33488" y="4754879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43215" y="4791455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Anisotropy, normal mapping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230367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5266943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prim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44368" y="5230367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54096" y="5266943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Material lookup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33488" y="5230367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43215" y="5266943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pointer or index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Geometric and shading normals are different things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KEEP BOTH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perpendicular to the actual triangle. It defines which side you are on, and it is the correct normal to offset along.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interpolated from vertex normals, possibly perturbed by a normal map. It is what you shade with.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They disagree near silhouettes, and the disagreement is the point of smooth shading.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you use ns for offsetting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rays can be offset to the wrong side of the surface.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you use ng for shading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your smooth meshes are faceted. Both bugs are common and both are avoided by storing both.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SHADOW 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shadow ray is not a normal ray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It is a yes/no question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so it can return at the first hit rather than the nearest.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It is typically 2–3× faster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for that reason. Implement a separate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occluded()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rather than calling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intersect()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discarding.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Set tmax just short of the light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so the light's own geometry does not occlude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Offset at both ends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surface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and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light.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Next-event estimation (Module 08) makes shadow rays the majority of all rays cast. The 2–3× is worth having.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Store tmin and tmax in the ray. Most robustness fixes are expressed through the interval.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textbook quadratic formula loses precision on ray-sphere intersection at grazing angles. Use the stable form.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Möller–Trumbore gives t and barycentrics with no precomputation and no stored plane equation.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Watertightness comes from evaluating shared edges identically from both sides — determinism, not extra precision. About 10% cost.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Self-intersection is a float-spacing problem; offset in units-in-the-last-place rather than choosing a scene-dependent epsilon.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Keep geometric and shading normals separate: offset along ng, shade with ns. Conflating them causes leaks or faceting.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