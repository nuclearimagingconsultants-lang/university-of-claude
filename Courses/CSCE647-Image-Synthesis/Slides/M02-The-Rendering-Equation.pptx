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up longer than feels comfortable. Everything that follows for thirteen modules is a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4 is the one to dwell on. Li is not an input — it is Lo somewhere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convergence is guaranteed by the physics, not assumed. A non-conserving BRDF breaks it — Module 01's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footnote lands the comparison with CSCE 641. 'Ambient' was always a stand-in for the tail of this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is a binary function with discontinuities everywhere. It is why the integrand is not smooth and why quadrature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failure modes are complementary. That observation is exactly what MIS exploits in Module 08 — plant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matters: 'unbiased' means converging to the equation's answer, not to reality. Make that distinction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Radiosity's failure is instructive: it was elegant, handled only diffuse, and scaled badly in the scene complexity that actually arrived.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Rendering Equation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line, published in 1986, with no closed-form solution.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rendering equation and explain every term.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its self-reference is the whole difficulty.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it in operator form and expand it as a Neumann series.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Interpret the k-th term of that series as the paths of length 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Convert between the hemispherical and area forms and say what each is for.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the equation omits.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Kajiya, SIGGRAPH 1986.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KAJIYA 1986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rendering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Lo(p, ωo)  =  Le(p, ωo)  +  ∫  f(p, ωi, ωo) Li(p, ωi) |cos θi| dωi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Radiance leaving a point equals what the point emits plus what it reflects, integrated over all incoming directions on the hemisphere.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1868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image in this course is an estimate of this integral. Nothing else is going 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TERM BY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symbol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4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Comes from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Lo(p, ωo)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Radiance leaving p toward ωo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4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we want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Le(p, ωo)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Radiance p emits itself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24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scene: zero except on lights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f(p, ωi, ωo)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BRDF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4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material (Module 07)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Li(p, ωi)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Radiance arriving from ωi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4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Another point's Lo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|cos θi|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Projected area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24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34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Geometry (Module 01)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∫ … dωi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292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6265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Over the hemisphere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24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2π steradians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self-reference is the entire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IS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Li on the right-hand side is Lo at another point.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unknown appears inside its own integral.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this is a Fredholm integral equation of the second kind, and it has no closed-form solution for any scene of interest.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physical meaning is global illumination: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surface's brightness depends on every other surface, which depends on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rendering algorithm ever published is a way of approximating this one integral. The differences between them are entirely differences in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how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Operator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equation, in a form you can solve by series.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As an operator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  =  Le  +  T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Where T is the transport operator: 'reflect once and propagate'. Linear, because light is linear.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(I − T) L  =  Le        L  =  (I − T)⁻¹ 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Formally solvable — but inverting T means solving the original problem.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  =  Le + T Le + T² Le + T³ Le +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Neumann series. This one converges, and it is computable.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series converges because energy conservation makes T a contraction: each bounce loses energy.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series is a sum over path lengths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KEY REINTERPRETATION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Each term of the Neumann series is the light that reaches the camera after exactly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bounces.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converts an integral equation into a sum of ordinary integrals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one per path length — and an ordinary integral is something Monte Carlo can estimate.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rendering becomes: sample paths of every length, weight each correctly, and add them up.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path tracer of Module 08.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Everything between here and there is the machinery to do it efficiently.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term of the series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645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28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25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5212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 an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25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camera → light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Lights seen directly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1645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 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28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225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camera → surface → light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Direct lighting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T² 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25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camera → surface → surface → light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bounce of indirect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1645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T³ 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128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225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three surfaces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5212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Colour bleeding, soft fill light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1645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426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Tⁿ 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128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225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 surfaces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5212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4992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Diminishing, but never exactly zero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area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same equation, integrated over surfaces instead of directions.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CHANGE OF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Integrating over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Lo(p, ωo)  =  Le  +  ∫  f(p, p→q, ωo) Lo(q, q→p) G(p,q) V(p,q) dA(q)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integral now runs over every surface point q in the scene rather than over directions.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G(p,q)  =  cos θp cos θq / ‖p − q‖²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geometry term: the Jacobian of the change of variables from solid angle to area.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V(p,q)  =  1 if p and q see each other, else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Visibility. Innocuous in notation; it is where all the cost 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two forms describe the same physics. They differ in what is easy to sample.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WHICH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to use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Hemispherical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Integrate over directions.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Natural for sampling the BRDF: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pick a direction the material likes and trace.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Visibility is implicit — you just trace the ray.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Fails on small bright lights: random directions miss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Area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Integrate over surface points.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Natural for sampling lights: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pick a point on the light directly.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Visibility is explicit — you must trace a shadow ray.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Fails on near-specular surfaces: the sampled point is rarely in the lobe.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forms, two failure modes, one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LOOK AHEAD TO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Sampling directions handles glossy surfaces well and small lights terribly.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Sampling light surfaces handles small lights well and glossy surfaces terribly.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Neither strategy is good enough alone, and the cases where each fails are exactly the cases where the other succeeds.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Veach's multiple importance sampling combines them with provably near-optimal weights. It is the single most important technique in the course, and it exists because of this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equation does not describe.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Kajiya's equation leaves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Participating media.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Assumes a vacuum between surfaces. Module 10 fixes this.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Subsurface scattering.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Light enters at one point and leaves at another; a BRDF cannot express it. Needs a BSSRDF.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Polarisation.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Light has a polarisation state the equation does not carry. Visible in some real materials.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Fluorescence and phosphorescence.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Wavelength in equals wavelength out, and emission is instantaneous.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Diffraction and interference.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It is a geometric-optics model; wave effects are absent. Thin films and iridescence need more.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None of these are approximations </a:t>
            </a:r>
            <a:r>
              <a:rPr sz="1800" b="1" i="1">
                <a:solidFill>
                  <a:srgbClr val="3C4555"/>
                </a:solidFill>
                <a:latin typeface="Calibri"/>
              </a:rPr>
              <a:t>within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 the equation.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They are physics it does not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Unbiased means correct </a:t>
            </a:r>
            <a:r>
              <a:rPr sz="2700" b="1" i="1">
                <a:solidFill>
                  <a:srgbClr val="141924"/>
                </a:solidFill>
                <a:latin typeface="Georgia"/>
              </a:rPr>
              <a:t>for this equation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IMPORTANT DISTINCTION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When Module 05 says an estimator is unbiased, it means it converges to the value of the rendering equation.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does not mean it converges to a photograph.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equation omits the physics above, and the scene description omits far more.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distinction gets lost in practice, and it matters when a converged render still does not match a reference photograph — the bug may be in the model rather than the renderer.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Being clear about which you are debugging saves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families of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068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5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Finite element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Radiosity: discretise surfaces, solve the linear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9068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5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Largely abandoned — diffuse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Monte Carlo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Sample paths, average the estimates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5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Won. The rest of this course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Approximation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Ambient occlusion, irradiance probes, screen-space GI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068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0415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Real time — CSCE 641's domain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Monte Carlo won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DECISIVE 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dimension-independent.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Error falls as 1/√N regardless of how many dimensions the integral has — and a path of length k has about 2k dimensions. Every quadrature rule degrades catastrophically 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handles discontinuity.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Visibility makes the integrand discontinuous everywhere. Quadrature rules assume smoothness and lose their convergence guarantees without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needs only point evaluation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exactly what ray tracing provides.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unbiased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answer improves monotonically in expectation and you can stop whenever the noise is acceptable.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rendering equation: outgoing radiance equals emitted plus the hemispherical integral of incoming radiance times BRDF times cosine.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Its difficulty is entirely in the self-reference — the unknown appears inside its own integral, which is what global illumination means.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 operator form L = Le + TL, with Neumann series L = Σ TⁿLe. Energy conservation makes T a contraction, so the series converges.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k-th term is the light arriving after exactly k bounces. This turns an integral equation into a sum of ordinary integrals — which is the path tracer.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area form integrates over surfaces, with a geometry term and an explicit visibility term. Direction sampling and area sampling have complementary failure modes.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equation omits media, subsurface scattering, polarisation, fluorescence, and wave optics. 'Unbiased' means correct for the equation, not correct against a photograph.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