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it runs and produces a correct image before criticising it. The criticism lands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intuition is the whole thing: a sample is trusted in proportion to how well-suited the strategy that found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specular case is the bug everyone hits: without it, mirrors lose their reflected highlights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3 is the one to emphasise. MIS is not just a selector — it genuinely outperforms both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most-referenced slide in the module. Tell them to keep it open while implementing Project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Path Tracing and Multiple Importance Sampling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algorithm, and the fifteen lines that make it usable.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correct unidirectional path tracer.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next-event estimation and why it is not optional.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MIS estimator and the balance and power heuristics.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exactly why naive NEE plus BSDF sampling double-counts.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path tracer bugs from the images they 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naive path tracer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Correct, and unusable.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NAIVE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Path tracing in fifteen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vec3 radiance(Ray r, Scene&amp; s)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vec3 L(0), throughput(1);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for (int depth = 0; ; depth++)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Hit h;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if (!s.intersect(r, h)) { L += throughput * s.env(r.d); break; }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L += throughput * h.emission();            // did we hit a light?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auto [wi, f, pdf, flags] = h.bsdf-&gt;sample(-r.d, rng.next2D());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if (pdf &lt;= 0) break;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throughput *= f * fabs(dot(wi, h.ns)) / pdf;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if (depth &gt; 3) {                           // Russian roulette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 float q = fmaxf(0.05f, 1.0f - throughput.max());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 if (rng.next() &lt; q) break;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 throughput /= (1.0f - q);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}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r = Ray(offset(h.p, h.ng), wi);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return L;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complete and unbiased. Every term of the Neumann series is sampled with the correct probability.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It is correct and it is useless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path contributes only if it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randomly happens to land on a 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For a light subtending 0.01 steradians, that is about 1 in 600 samples. For a point light,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probability is exactly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image is black forever.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599 paths that miss contribute nothing but cost full price.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Smaller and brighter lights make this worse in both directions: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rarer hits, and larger values when they do hit. Variance explodes exactly where lighting artists want to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Next-event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Stop waiting for the path to find a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 every vertex, sample a light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At each surface, pick a point on a light, trace a shadow ray, and add its contribution — using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area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Module 02, with the geometry term.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continue the path as before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but no longer count emission when the continuation happens to hit a light, because that contribution was already taken.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Point lights now work. Small lights converge in a handful of samples rather than thousands.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one shadow ray per vertex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Module 03's dedicated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occluded()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path matters — shadow rays are now the majority of all rays 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now it fails on glossy surfaces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NEW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On a near-mirror surface, the sampled light point is almost never inside the narrow BSDF lobe.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contribution is essentially always 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Meanwhile the BSDF-sampled continuation lands beautifully in the lobe — and we just told it not to count emission.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NEE alone is worse than naive path tracing for sharp reflections of lights.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Glossy highlights disappear.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exactly the complementary failure of Module 02.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 strategies, each excellent where the other collapses. Neither is sufficient, and the obvious fix — use both — double-counts.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Multiple importance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Veach 1995. The most valuable fifteen lines in rendering.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Combining strategies without double-counting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 =  Σₛ (1/nₛ) Σᵢ wₛ(Xₛᵢ) f(Xₛᵢ) / pₛ(Xₛᵢ)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Sum over strategies s, with a weighting function w applied to each sample.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Σₛ wₛ(x)  =  1   for every x with f(x) ≠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only condition for unbiasedness. Any weights summing to one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wₛ(x)  =  nₛ pₛ(x) / Σₜ nₜ pₜ(x)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balance heuristic. Provably within a small additive constant of optimal.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weight asks: of all the strategies, how likely was *this* one to have generated this sample?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weights fix double-counting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direction reachable by both strategies gets sampled by both, so it would be counted twice.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MIS splits the credit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each strategy's weight is its share of the total probability density at that point. The shares sum to one, so the direction is counted exactly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split is adaptive.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Near a small light, light sampling has the far higher density and takes almost all the weight. In a glossy lobe, BSDF sampling dominates and takes almost all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Nobody told it which case it is in.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densities themselves carry that information, which is why it is robust.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power heuristic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// Veach's power heuristic, beta = 2. Slightly better than the balance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// heuristic in practice -- it suppresses low-weight samples harder.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inline float mis_weight(float pdf_a, float pdf_b) {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float a = pdf_a * pdf_a, b = pdf_b * pdf_b;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return a / (a + b);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// --- At a surface vertex -------------------------------------------------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// 1. SAMPLE THE LIGHT. Weight by how likely the BSDF was to find it.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auto [wi_L, Li, pdf_L] = scene.sample_light(h.p, rng.next2D());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if (pdf_L &gt; 0 &amp;&amp; !scene.occluded(h.p, wi_L)) {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float pdf_B = h.bsdf-&gt;pdf(-r.d, wi_L);         // NOT a second sample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float w     = mis_weight(pdf_L, pdf_B);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L += throughput * w * h.bsdf-&gt;f(-r.d, wi_L)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* fabs(dot(wi_L, h.ns)) * Li / pdf_L;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// 2. SAMPLE THE BSDF. If it lands on a light, weight it symmetrically.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auto [wi_B, f, pdf_B, flags] = h.bsdf-&gt;sample(-r.d, rng.next2D());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// ... trace, and at the next hit, if it emits: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if (next.emits()) {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float pdf_L2 = specular ? 0.0f               // delta: light sampling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: scene.pdf_light(h.p, wi_B);  // could not find it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float w      = mis_weight(pdf_B, pdf_L2);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L += throughput * w * next.emission();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Specular lobes set the other strategy's PDF to zero, giving weight 1. That single line is how delta BSDFs stay correct.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Variance by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Scene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BSDF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Light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228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5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light, diffuse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Terrible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5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 light, glossy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9340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Terrible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6228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5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Medium light, medium gloss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6228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2015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Specular reflection of a light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245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42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option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9340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313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Zero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6228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72015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each failure looks 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path tracer bugs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93776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4688" y="1901952"/>
            <a:ext cx="612648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14416" y="1956816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Likely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40864"/>
            <a:ext cx="4937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77440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Too bright, roughly 2× in lit areas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2340864"/>
            <a:ext cx="6126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2377440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Double counting — MIS weights missing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79776"/>
            <a:ext cx="49377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16352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Glossy highlights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779776"/>
            <a:ext cx="6126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816352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Specular MIS case not handled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218688"/>
            <a:ext cx="4937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255264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Black image with point 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3218688"/>
            <a:ext cx="6126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3255264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NEE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57600"/>
            <a:ext cx="49377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694176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Dark speckle everywhere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4688" y="3657600"/>
            <a:ext cx="6126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694176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Self-intersection (Module 03)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96512"/>
            <a:ext cx="4937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33088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Bright edge pixels on silhouettes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4096512"/>
            <a:ext cx="6126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4133088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watertight (Module 03)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535424"/>
            <a:ext cx="49377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72000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Too dark, worse at high roughness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04688" y="4535424"/>
            <a:ext cx="6126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14416" y="4572000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Microfacet energy loss (Module 07)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974336"/>
            <a:ext cx="4937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010912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Brightens the longer it runs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4688" y="4974336"/>
            <a:ext cx="6126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14416" y="5010912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Energy-creating BRDF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413248"/>
            <a:ext cx="49377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449824"/>
            <a:ext cx="47183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Converges to the wrong answer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4688" y="5413248"/>
            <a:ext cx="6126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14416" y="5449824"/>
            <a:ext cx="5907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Bias: clamp or bounce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Validate component by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Direct lighting only, diffuse only, one light.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Compare against an analytic solution. This must be exact.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add indirect.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Compare against PBRT on the same scene; the difference image should be noise with no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add each BSDF.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Furnace test each one before it enters a scene.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enable MIS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confirm the converged image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unchanged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while the variance drops.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MIS must not change the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it does, the weights are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naive path tracer is fifteen lines, correct, and unusable — it needs a path to randomly hit a light, which never happens for a point light.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Next-event estimation samples a light at every vertex, making small and point lights work, at the cost of a shadow ray per vertex.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NEE alone then fails on glossy surfaces, where the light point is never in the BSDF lobe — the complementary failure from Module 02.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MIS combines strategies with weights that sum to one, which is the only requirement for unbiasedness.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balance heuristic weights each strategy by its share of total density, which adapts automatically without being told the scene type.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Specular lobes take weight 1 by setting the other strategy's PDF to zero. Omitting this loses all reflected highlights.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