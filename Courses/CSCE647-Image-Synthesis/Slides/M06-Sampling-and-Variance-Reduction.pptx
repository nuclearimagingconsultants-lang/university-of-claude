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geometric intuition: the CDF stretches uniform density into the shape you want. Steep where p is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cancellation at the bottom is the payoff. Show it explicitly: a diffuse bounce costs one multiply.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roadmap for the next three modules. Make the structure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Stratification is free and strictly non-harmful. There is no argument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caveat is that the improved rate assumes bounded variation, which rendering integrands violate at discontinuities.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one-line proof is worth doing on the board. Students distrust roulette until they see the expectation is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measurement. Several of these interact, and some 'obvious' optimisations lose at equal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Sampling and Variance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Choosing where to look, which is the whole game.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and apply the inverse CDF method.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Sample the hemisphere uniformly and proportionally to the cosine.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importance sampling reduces variance and when it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stratification, Latin hypercube, and low-discrepancy 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Russian roulette without introducing bias.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Drawing from a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have uniform random numbers. You need something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inverse CDF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P(x)  =  ∫₋∞ˣ p(t) 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cumulative distribution function: the probability of drawing a value at most x. Monotonic, from 0 to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  =  P⁻¹(ξ),    ξ ~ Uniform[0,1)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Invert it and feed in a uniform variate. The result is distributed according to 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Works whenever the CDF can be inverted in closed form, which covers most of what rendering needs.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Cosine-weighted hemisphere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Want: p(ω) = cos θ / π    (the cosine in the rendering equation)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Malley's method: sample the unit DISK uniformly, project up.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 Uniform on a disk, lifted to the hemisphere, IS cosine-distributed.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 This is a one-line proof once you see it, and no trigonometry.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vec3 cosine_sample_hemisphere(float u1, float u2)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float r     = sqrtf(u1);          // NOT u1 -- that clusters at the centre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float phi   = 2.0f * PI * u2;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float x     = r * cosf(phi);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float y     = r * sinf(phi);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float z     = sqrtf(fmaxf(0.0f, 1.0f - u1));   // lift to the hemisphere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return vec3(x, y, z);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float cosine_pdf(const vec3&amp; w) { return w.z / PI; }   // w.z IS cos θ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Why this matters: the estimator becomes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    f(x)/p(x) = (albedo/π · cos θ) / (cos θ/π) = albedo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The cosine and the π cancel exactly. CONSTANT. Zero variance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from the cosine factor, for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√ in the radius is the whole correctness of the disk sample. Omitting it clusters samples at the centre.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Importance sampling,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Variance comes from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ratio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f/p varying between samples. If f/p were constant, every sample would return the same value and the variance would be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choose p as close to proportional to f as you can manage.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f is large, sample often; where f is small, sample rarely.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perfect p = f/∫f gives zero variance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is unobtainable, since the normalisation is the integral you are computing.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But you can match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factors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the cosine, the BRDF lobe, the light's emission. Each factor matched is variance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integrand is a product; match its factors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76732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705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Sample it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364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cos 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732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Malley's method — 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This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BRDF 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705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Analytic inversion per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1364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37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 (the lights)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7705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Sample light surfaces directly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08, 09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Their product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6732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7705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 combines strategies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364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Importance sampling can make things worse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p is small where f is large, the ratio f/p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explodes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rare occasions that region is sampled.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firefly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05), and a badly chosen p produces far more variance than uniform sampling would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rule: never let p go to zero where f might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Mix in a small uniform component — 'defensive sampling' — if you are unsure.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the MIS weights of Module 08 are designed to be robust rather than optimal: a strategy that is excellent usually and catastrophic occasionally is worse than one that is merely good.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the samples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just how many, but how they are arranged.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ARRANGEMENT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Random is not well spread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Independent uniform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sample drawn independently.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Clumps and gaps.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Random points are not evenly distributed — they only look that way in expectation.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Variance ∝ 1/N exactly.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Stratified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Divide the domain into N cells, one sample jittered in each.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Guaranteed coverage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with randomness preserved inside each cell.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Variance never worse; often far better.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Costs nothing.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Always do this.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Stratification breaks down in high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Stratifying d dimensions with k divisions each needs k</a:t>
            </a:r>
            <a:r>
              <a:rPr baseline="30000" sz="1152" b="0" i="0">
                <a:solidFill>
                  <a:srgbClr val="141924"/>
                </a:solidFill>
                <a:latin typeface="Georgia"/>
              </a:rPr>
              <a:t>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samples. At d = 10 and k = 4 that is a million.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Latin hypercube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sidesteps it: stratify each dimension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N strata and shuffle. N samples, any 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guarantees good 1D projections but says nothing about joint distribution.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Padded sampling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practical compromise: stratify well in the 2–4 dimensions that matter most — pixel position, lens, the first bounce — and use lower-quality samples deeper in the path, where the integrand is smoother.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Low-discrepancy 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Halton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Radical inverse, different prime per dimension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0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 to ~10 dims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Sobol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Base-2, fast, scrambles well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practical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Hammersley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Halton with one dimension from i/N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N known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Blue noise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Optimised for perceptual spectrum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9068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0415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 sample counts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blue noise, when it converges no faster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PERCEPTUAL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Blue noise sampling does not reduce error. It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redistributes it into high spatial frequencies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human visual system is less sensitive to high-frequency noise than to low-frequency blotches, so an image with the same RMSE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looks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cleaner.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also what denoisers prefer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high-frequency noise is easier to separate from signal than low-frequency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clear case where the right metric is perceptual rather than numerical — and where reporting RMSE alone would say the technique does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Russian roulette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Terminating paths without biasing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ROULETTE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Unbiased early termination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with probability q:  return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Kill the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otherwise:           return F / (1 − 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Survive, but scale up to compensate for the paths that died.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E[F']  =  q·0 + (1−q)·F/(1−q)  =  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Unbiased. The expectation is untouched.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You trade variance for speed: fewer, noisier samples in the same time. Usually a good trade.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the survival probability from throughput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APPLY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Set q from the path's accumulated throughput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path carrying little energy is cheap to lose and contributes little if it survives.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Never start before bounce 3 or 4.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Early bounces carry most of the energy; killing them is a large variance increase for a small time saving.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Clamp the survival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something like 0.05 minimum, or the 1/(1−q) factor becomes enormous and manufactures fireflies.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Compare like for like: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roulette must be evaluated at equal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equal sample count. At equal samples it always looks worse.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order to apply these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Stratify.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Free, never harmful, immediate benefit.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Importance sample the cosine.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Free via Malley; cancels a factor exactly.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Importance sample the BRDF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07). Essential for glossy.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Sample the lights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08). Essential for small lights.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Combine them with MIS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08).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single biggest win.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6. Low-discrepancy sequences.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solid further factor.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7. Russian roulette.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Speed, at some variance cost.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 after each.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Equal-time RMSE, not intuition.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Done in this order, each step's benefit is visible in isolation.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inverse CDF method turns uniform variates into any distribution whose CDF you can invert.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Cosine-weighted hemisphere sampling via Malley's method makes the cosine and the π cancel exactly — a diffuse bounce becomes a multiply by albedo.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Variance comes from f/p varying. Make p proportional to f and it vanishes; match individual factors and it shrinks.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p that is small where f is large is worse than uniform — it manufactures fireflies. Never let p reach zero where f may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Stratification is free and never harmful; it breaks down in high dimensions, where Latin hypercube and padded sampling take over.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Russian roulette terminates paths without bias by scaling survivors. Judge it at equal time, never at equal sample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