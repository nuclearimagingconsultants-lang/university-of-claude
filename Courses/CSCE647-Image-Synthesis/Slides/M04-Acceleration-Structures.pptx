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overlap/duplication trade is the heart of it. BVH won on build speed, predictable memory, and animation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surface-area-not-volume point surprises people. It falls out of the geometry: a ray enters through the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centroid-bounds detail matters: binning over full bounds clusters everything into a few bins for large primitives.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termination test is the part people omit, and then wonder why their tree has 200k nodes for 10k triangles.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near-first ordering the structure still works and is roughly 2× slower. It is the cheapest optimisation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on the instrumentation. 'It feels slow' is not actionable; 'we test 400 prims per ray'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Two-level is the one students will meet first in practice — it is exactly what DXR/Vulkan expose as BLAS and 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Acceleration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Turning O(n) per ray into O(log n), and the heuristic that does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trade-off between spatial and object subdivision.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BVH with the surface area heuristic and justify every term.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efficient traversal with correct ordering and early exit.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SAH works, and what assumptions it makes.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and interpret traversal statistics.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Linear search, a billion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arithmetic that forces the issue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MODULE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1920×1080 image at 256 samples per pixel with 8 bounces is roughly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4 × 10¹⁰ rays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modest scene has 10⁶ triangles. Testing all of them per ray is 4 × 10¹⁶ intersection tests.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a billion tests per second that is 130,000 years.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 a BVH, each ray touches perhaps 100 nodes and 20 triangles. The same image is hours.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acceleration structure is not an optimisation; it is what makes ray tracing 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Subdivide space, or subdivide objects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Spatial — kd-tree, grid, octree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Partition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space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into disjoint regions.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primitive may land in several regions.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Regions never overlap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so traversal can stop at the first hit found in order.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Historically the fastest for static scenes.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Build is slow; refitting for animation is not possible.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Object — BVH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Partition the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primitives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into groups, bound each.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Each primitive is in exactly one leaf.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Bounds may overlap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so both children may need visiting.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Now the standard almost everywhere.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Fast to build, refittable, bounded memory.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BVH won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ARGUMENT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Bounded memory: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 primitives give at most 2n−1 nodes. A kd-tree's size depends on how badly primitives straddle splits and cannot be predicted from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Fast to build: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seconds rather than minutes, which matters when you rebuild every frame of an animation.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Refittable: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deforming geometry you can update the bounds without rebuilding the topology.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Hardware: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ray tracing GPU implements BVH traversal in fixed-function silicon. That settled the question permanently.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surface area heuristic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one idea in this module that generalises.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GEOMETRIC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key 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P(ray hits B | ray hits A)  =  SA(B) / SA(A)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For a convex B inside a convex A, and uniformly distributed rays. A result from integral geometry.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cost(split) = Ct + (SA(L)/SA(P))·N(L)·Ci + (SA(R)/SA(P))·N(R)·Ci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Expected cost of a node: traverse, plus each child's cost weighted by the probability of entering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Surface area — not volume, not primitive count — is the right measure of how likely a box is to be hit.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Minimise expected cost, not imbalance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SAH ACTUALLY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median split balances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The SAH balances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expected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different and better objective.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will happily produce a lopsided tree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90% of primitives on one side — if that puts a tightly bounded cluster behind a small box that rays rarely enter.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That is exactly right: a node rays never visit costs nothing, however many primitives it holds.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SAH typically beats median splitting by 2–3× in traversal cost.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the difference between a usable renderer and a slow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BUILD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Binned SAH — the accumulation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// Exact SAH needs a sort per axis. Binning gets ~99% of the quality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// for a fraction of the cost. 12-16 bins is standard everywhere.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Node* build(span&lt;Prim&gt; prims)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AABB bounds = union_of(prims);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if (prims.size() &lt;= 2) return make_leaf(prims, bounds);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Bin over the CENTROID bounds, not the full bounds: centroids are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what the split actually partitions.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AABB centroids = union_of_centroids(prims);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int  axis      = centroids.largest_extent();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Bin bins[NBINS] = {};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for (auto&amp; p : prims) {                  // single pass, O(n)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int b = bin_index(p.centroid, centroids, axis);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bins[b].count++;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bins[b].bounds.expand(p.bounds);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linear pass over the primitives. Binning on centroid bounds rather than full bounds is what keeps the split candidates meaningful.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BUILD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Binned SAH — choosing the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Prefix and suffix sweeps give EVERY candidate's cost in O(NBINS),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because each sweep accumulates bounds and counts incrementally.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float best = FLT_MAX;  int split = -1;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for (int i = 1; i &lt; NBINS; i++)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auto [bl, nl] = prefix[i-1];         // everything left of plane i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auto [br, nr] = suffix[i];           // everything right of it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float c = C_TRAV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   + (bl.area()*nl + br.area()*nr) / bounds.area() * C_ISECT;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if (c &lt; best) { best = c; split = i; 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THE TERMINATION TEST. Is the best split cheaper than not splitting?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if (best &gt;= prims.size() * C_ISECT)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return make_leaf(prims, bounds);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auto mid = partition(prims, [&amp;](auto&amp; p){ return bin_index(p) &lt; split; });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return make_inner(build(prims.first(mid)), build(prims.subspan(mid)));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termination test is three lines and is what stops the tree degenerating into one primitive per leaf.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time actually goes.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Ordered traversal with early exit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bool traverse(const BVH&amp; bvh, Ray&amp; r, Hit&amp; h) {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const Node* stack[64];  int sp = 0;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const Node* node = &amp;bvh.root;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vec3 invd = 1.0f / r.d;                 // precompute once, not per node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while (true) {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if (node-&gt;is_leaf()) {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for (auto&amp; p : node-&gt;prims)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if (intersect(r, p, h)) r.tmax = h.t;   // &lt;-- shrink interval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} else {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float t0, t1;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bool h0 = node-&gt;left -&gt;bounds.hit(r, invd, t0);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bool h1 = node-&gt;right-&gt;bounds.hit(r, invd, t1);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if (h0 &amp;&amp; h1) {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// Visit the NEARER child first: its hit may cull the other.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const Node* near = t0 &lt; t1 ? node-&gt;left : node-&gt;right;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const Node* far  = t0 &lt; t1 ? node-&gt;right : node-&gt;left;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stack[sp++] = far;  node = near;  continue;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}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if (h0) { node = node-&gt;left;  continue; }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if (h1) { node = node-&gt;right; continue; }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}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if (sp == 0) return h.valid();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node = stack[--sp];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if (node-&gt;tenter &gt; r.tmax) continue;  // &lt;-- culled by a closer hit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lines do the work: shrinking tmax on every hit, and visiting the nearer child first so that shrinking happens as early as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Statistics worth instrumenting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Statistic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Healthy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If it is wrong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Nodes visited / ray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50–200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High: bad splits or overlap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Prims tested / ray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10–50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High: leaves too large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Leaf size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1–4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Check the SAH termination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Tree depth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 log₂n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Deep: degenerate splits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Build 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Seconds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Minutes: you are not binning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Beyond the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production renderers add.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REFINEMENTS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improvements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Spatial splits (SBVH).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Allow splitting a primitive across two nodes. Recovers much of the kd-tree advantage. ~30% faster on scenes with long thin triangles.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Wide BVHs (4- or 8-way).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Test four boxes at once with SIMD. Shallower tree, fewer stack operations.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Compressed nodes.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Quantise bounds to 8-bit offsets from the parent. Memory is the binding constraint at scale.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Two-level BVHs.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BVH over instances, each holding a BVH. Essential for instanced geometry; standard in GPU APIs.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Ray reordering.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Sort incoherent rays by direction and origin to recover cache locality.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Coherence is the real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 PATH TRACER IS SLOWER THAN IT LOOKS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Primary rays are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coherent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neighbouring rays follow almost identical paths through the tree, so the nodes they need are in cache.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After one diffuse bounce, directions are random. Adjacent pixels' rays go to completely different parts of the tree.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same BVH is several times slower for incoherent rays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cause is memory, not arithmetic.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bounce 2 can cost more than bounce 1 despite fewer active paths, and why wavefront path tracers sort rays before tracing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 not write your own for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will write one in this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understanding traversal cost is necessary to reason about everything that follows.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For production,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Embree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(CPU) and the hardware BVH on any modern GPU are faster than anything you will write, by a factor of several.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They have years of SIMD tuning, cache-aware layouts, and fixed-function silicon behind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Knowing what they are doing is still the point.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how you tell a traversal problem from a sampling problem when something is slow.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Brute force is 10⁵× too slow. The acceleration structure is not an optimisation — it is what makes ray tracing feasible.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Spatial subdivision gives disjoint regions and duplicated primitives; object subdivision gives overlapping bounds and unique primitives.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BVH won on bounded memory, fast builds, refittability for animation, and hardware support.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SAH rests on P(hit B | hit A) = SA(B)/SA(A). Surface area, not volume, measures how likely a box is to be entered.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SAH minimises expected cost, not tree balance, and will produce lopsided trees on purpose. Worth 2–3× over median splitting.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Traversal speed comes from shrinking tmax on every hit and visiting the nearer child first. Coherence, not arithmetic, dominates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