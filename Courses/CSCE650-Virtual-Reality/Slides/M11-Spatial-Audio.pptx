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cone of confusion is why simple stereo panning sounds inside your head rather than in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occlusion low-pass is cheap and is the single most noticeable improvement after basic spatialisation.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'better audio makes graphics look better' finding is worth stating — it is real and it is persuasive to sceptics.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Spatial Audio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half of presence that gets a tenth of the effort.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humans localise sound.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HRTFs and why they are personal.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role of room acoustics in distance perception.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audio techniques that most improve presence.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audio is a disproportionate return on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two ears locate a point in three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humans localise sound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Resolves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Interaural time difference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Left/right, below ~1.5 kHz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Interaural level difference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Left/right, above ~1.5 kHz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Spectral (HRTF)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Filtering by head, pinna, torso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Up/down, front/back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Head movement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 cues change as you 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Resolves ambiguity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Reverberation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Direct-to-reverberant ratio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pinna is why you can tell up from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HRTFS COME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Sound arriving from different directions reflects differently off the folds of your outer 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your head, and your shoulders.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imposes a direction-dependent filter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reinforcing some frequencies and cancelling others, differently for every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brain has learned your particular filter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a lifetime, and uses it to resolve elevation and front/back.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head-related transfer function is a measurement of that filter.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Convolving a sound with the right HRTF places it convincingly in space over headphones.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HRTFs are personal, and generic ones are used anyway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COMPROMISE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Your HRTF depends on the shape of your ears, head, and shoulders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as individual as fingerprints.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Measuring one properly requires an anechoic chamber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 few hours per person.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generic HRTFs are used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measured from a dummy head or averaged across people — and they work reasonably for most listeners.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 mode is elevation and front/back confusion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sounds that should be in front appear behind.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Head movement largely rescues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VR audio works better than static binaural audio.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a room sounds like a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Reverberation is how you hear distance and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UNDERRATED 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Direct sound tells you the direction. Reflections tell you the room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its size, its materials, and your distance from the source.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direct-to-reverberant ratio is the primary distance cue.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distant source is mostly reverberation; a near one is mostly direct.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Early reflections (under ~80 ms) convey room geometry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first few bounces say how big the space is and what it is made 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Late reverberation conveys the overall character.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Together they are why a cathedral and a cupboard sound unmistakably different even with your eyes shut.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a space sound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Per-source HRTF spatialisation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the direct path. The baseline, and every audio engine provides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Early reflections from the actual geometry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image-source or ray-traced. This is what makes a room sound like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that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room.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reverb matched to the space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varying by room, with smooth transitions between zones.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Occlusion and obstruction: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sound behind a wall should be muffled, not merely quieter. Low-pass filtering is most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Distance attenuation with air absorption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distant sounds lose high frequencies, not just volume.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matters so much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disproportionate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Audio is 360°, and vision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user sees about 110° and hears everything.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Audio is the only sense covering the whole sphere.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how a space feels inhabited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things behind you, above you, and out of sight exist because you hear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directs attention without taking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01). A sound to the left makes people look left, voluntarily.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therefore the primary tool for guiding a user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 medium where you cannot cut, frame, or point the camera.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good audio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Measurably increased presence.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Studies consistently find spatial audio raises presence ratings more than equivalent visual improvements.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Perceived visual quality rises.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Good audio makes people rate the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graphics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higher, which is a robust and slightly absurd finding.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Reduced sickness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some studies — plausibly through providing a stable reference frame (Module 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Better spatial understanding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the environment.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 a fraction of the engineering cost of the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Audio is the highest return per unit of effort in VR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is routinely the last thing anyone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Audio must be head-tracked, with low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 THAT IS EASY TO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the head turns, the sound field must stay fixed in the world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as the visuals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it rotates with the head, sounds are locked to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destroys the illusion completely and is immediately obvious.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Audio latency budget is tighter than people assume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perceptible above roughly 30 ms, and audio buffers are often sized generously by default.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audio-visual synchrony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sound arriving noticeably after its visual cause breaks the association between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ITD and ILD resolve left and right; spectral filtering by the pinna resolves up/down and front/back, which is what an HRTF captures.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HRTFs are as individual as ear shape, generic ones are used anyway, and head movement rescues most of the resulting confusion.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Reverberation carries distance and room size; the direct-to-reverberant ratio is the primary distance cue.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Early reflections convey geometry and materials; late reverberation conveys overall character.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Audio covers the full sphere while vision covers 110°, so it is how a space feels inhabited and the main way to direct attention without taking control.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Good audio raises presence more than equivalent visual work, and measurably raises how highly people rate the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