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distinction matters because people buy immersion and experience presence, and the relationship is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line is the one that surprises graphics people. Fidelity is not what presence rests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two-eyes point is the one students underestimate. It is not 11 ms of work; it is 11 ms for roughly double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camera-control row is the one with the widest design consequences — you cannot frame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650 — Virtual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Presence, and What VR Must Deliver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correctness criterion that lives in somebody's head.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650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presence and distinguish it from immersion.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VR has a hard real-time requirement.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frame budget and what it is spent 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what breaks presence and what does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evaluation criterion is perceptual.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Presence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thing the whole medium is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TWO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Immersion and presence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Immersion — the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property of the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technology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Field of view, resolution, tracking fidelity, latency.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Measurable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and comparable between headsets.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A spec sheet describes immersion.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Presence — the person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A property of the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experience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feeling of </a:t>
            </a:r>
            <a:r>
              <a:rPr sz="1400" b="0" i="1">
                <a:solidFill>
                  <a:srgbClr val="3C4555"/>
                </a:solidFill>
                <a:latin typeface="Calibri"/>
              </a:rPr>
              <a:t>being there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; responding as if it were real.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Reported, not measured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though behaviour correlates.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Immersion enables presence. It does not guarantee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Presence is fragile and asymmetric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Building presence takes minutes.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accumulates from consistency: things behave as expected, over and over.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Breaking it takes one frame.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hand passes through a table, a sound comes from the wrong place, the world judders once.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does not come back immediately.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Once a user has been reminded they are wearing a headset, they are watching for the next failure.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rule is not 'maximise the best moments' but 'eliminate the worst ones'.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consistently adequate experience beats an excellent one with a flaw.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actually breaks presence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Latency.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world lags the head. Module 06.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Tracking failure.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Position jumps, or drifts.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Penetration.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hand or object passes through solid geometry — the single most common break.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Wrong scale.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room that is subtly the wrong size reads as dreamlike.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Mismatched audio.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Sound from the wrong direction, or no sound where there should be 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 on this list: polygon count, texture resolution, lighting quality.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They matter less than any item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real-time requirement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this is not ordinary graphics.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are rendering to the vestibular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FACT THAT CHANGES EVERYTHING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inner ear measures head acceleration directly, continuously, with latency in single-digit milliseconds.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display reports where the head was, some milliseconds ago.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When those two disagree, the brain has a conflict to resolve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one of its responses to sustained sensory conflict is nausea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late frame is not a performance issue. It is a physiological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no amount of visual quality compensates. This is why VR's frame requirement is hard rather than soft.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frame budget is not negotiable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1089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Budget per frame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5760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60 Hz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1488" y="2377440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71216" y="2414016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16.7 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0448" y="2377440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414016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Below the comfortable floor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72 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61488" y="2852928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16" y="2889504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13.9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70448" y="2852928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80176" y="2889504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Common standalone minimum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90 Hz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61488" y="3328416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71216" y="3364992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11.1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3328416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0176" y="3364992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usual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120 Hz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803904"/>
            <a:ext cx="31089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840480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8.3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8" y="3803904"/>
            <a:ext cx="5760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3840480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Noticeably better; expensive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144 Hz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61488" y="4279392"/>
            <a:ext cx="31089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71216" y="4315968"/>
            <a:ext cx="28895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6.9 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70448" y="4279392"/>
            <a:ext cx="5760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0176" y="4315968"/>
            <a:ext cx="55412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Diminishing returns for most content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Missing the budget is worse than lowering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ORDERING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dropped frame means the compositor must reproject — or, worse, show the previous frame again.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world judders.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Users notice a single dropped frame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a way they do not notice a 30% reduction in texture resolution.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order is: hit the budget first, then spend what is left on quality.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Not the other way around.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profile the 99th percentile, not the mean.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mean frame time tells you nothing about the frames that cause discomfort — which are, by definition, the slow 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Assumptions from CSCE 641 that no longer 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VR invalidates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ordinary graphics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87568" y="1901952"/>
            <a:ext cx="5943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9568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VR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view per frame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87568" y="2377440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414016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Two, with shared setup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camera is authored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852928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889504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user controls it absolutely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Dropped frames are a stutter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3328416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97296" y="3364992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Dropped frames make people ill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screen is at a fixed distance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87568" y="3803904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97296" y="3840480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Depth is perceived; errors are visible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Post-processing is free-ish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4279392"/>
            <a:ext cx="5943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4315968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Motion blur and heavy TAA are harmful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Field of view is a design choice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87568" y="4754879"/>
            <a:ext cx="5943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97296" y="4791455"/>
            <a:ext cx="5724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Fixed by the 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You have lost control of the camera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LARGEST DESIGN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cinematic technique that depends on framing is gone.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No cuts, no camera moves, no controlling what is on screen.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user will look at the thing you did not finish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stand where you did not expect, and put their face through the wall.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So: everything must be finished, in every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attention must be directed by light, sound, and motion rather than by framing.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Taking the camera away from the user to show them something is the classic beginner mistake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both unpleasant and a reliable way to induce sickness.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criterion is perceptual, so the method must be empirical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THIS COURSE DIFFERS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is no equation whose answer tells you the experience is correct.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CSCE 647 had one; this course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measurements that exist are proxies: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frame time, latency, tracking error. Necessary, and not 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criterion is whether people feel present and do not feel ill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only way to establish that is to ask people — several of them, including people unlike you.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Your own tolerance is not data.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VR developers are a self-selected population with unusually high tolerance, which is precisely why so much uncomfortable VR ships.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Immersion is a property of the system and is measurable; presence is a property of the experience and is reported. The first enables the second and does not guarantee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Presence builds over minutes and breaks in one frame, so the design goal is eliminating the worst moments rather than maximising the best.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VR renders to the vestibular system as well as the eye — a late frame is a sensory conflict, not a performance complaint.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frame budget covers two eyes: about 5.5 ms per eye at 90 Hz. Hit the budget first, then spend what is left on quality.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Profile the 99th percentile. The mean frame time says nothing about the frames that cause discomfort.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You have lost control of the camera, so everything must be finished in every direction and attention directed by light, sound, and motion.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650 · Virtual Reality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