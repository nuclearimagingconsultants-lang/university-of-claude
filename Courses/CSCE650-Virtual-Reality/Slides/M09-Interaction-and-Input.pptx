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applications need both, and switching between them smoothly is a real design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physics-joint approach is what makes held objects feel weighty, and it is more work than it looks.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compounding point is worth stressing — the three channels together are more than additive.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here. Hand tracking demos superbly and the lack of haptics and buttons is a real cost in sustained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650 — Virtual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Interaction and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Hands in a world that does not push 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650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direct manipulation with ray-based selection.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Fitts's law in three dimensions.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affordances a first-time user discovers unaided.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hands pass through objects and what to do about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hand tracking with controllers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interaction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Reach and touch, or point and select.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Direct and ray-based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Direct manipulation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Reach out and touch the thing.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Immediately understood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no instruction needed.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Limited to arm's reach.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Tiring if sustained — 'gorilla arm'.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Best for close, physical, tactile interaction.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Ray / pointer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Point a ray and select at a distance.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Needs a moment of learning, then it is natural.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Unlimited range.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Precision falls with distance — angular error amplifies.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Best for menus, distant objects, and seated 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Fitts's law still applies, and distance is now depth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QUANTITATIVE 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Time to acquire a target grows with distance and falls with target size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same law as on a desktop.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VR, angular size is what matters for ray pointing.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distant object is a small target however large it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hand is less precise than a mouse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there is no surface to rest on, and tremor is unfiltered.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make targets angularly large, bring them close, and filter the input.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Interface elements that would be fine on a monitor are frequently too small in VR.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Helping an unsupported hand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Filter the pose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one-euro filter or similar removes tremor without adding noticeable lag.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Snapping and magnetism: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pull the ray or the held object toward valid targets.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Larger hit volumes than visual volumes.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collider can be generous; the user judges by the visual.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Support the arm where possible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design for elbows on a desk, or for brief rather than sustained reaching.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Avoid tasks requiring sub-centimetre precision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unless you have a physical surface to brace against.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Gorilla arm is a real constraint — sustained unsupported reaching is tiring within a couple of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Grabbing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interaction everyone implements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Your hand will pass through the object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FUNDAMENTAL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There is nothing to stop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virtual object is solid; the physical hand is not constrained by anything.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virtual hand tracks the real hand exactly, it penetrates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most common presence break (Module 01).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it stops at the surface, it diverges from the real hand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visually wrong but usually preferable.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the standard solution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 physics-driven hand that stops at surfaces, with the real hand's position shown faintly or not at all. Users accept the divergence readily.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GRAB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Grab implementations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Behaviour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Snap to hand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Object jumps to a fixed 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Tools, weapons — predictable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Preserve offset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Object keeps its relative pose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Natural for most objects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Physics joint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spring connects object to hand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Heavy objects; collisions 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Two-handed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Both hands constrain position and rotation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Large objects; aiming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Affordances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Making it obvious without instructions.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Nobody reads instructions in VR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DESIGN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Text is uncomfortable to read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02), the user is looking around, and there is no manual.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interactions must be discoverable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object must look like it can be grabbed, and the handle must look like a handle.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Highlight on proximity.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simplest and most effective technique: objects that respond when a hand approaches teach their own interactivity.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 real-world forms.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lever, a dial, a button, a handle — people already know what to do with these, and that knowledge transfers completely.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Feedback matters more than in flat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Visual: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highlight on hover, change on grab, animate on release. The minimum.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Audio: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click on contact, a sound on grab.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Cheap and disproportionately effective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at making an interaction feel real.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Haptic: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controller pulse on contact. Crude, and it substantially improves the sense of touching something.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they compound.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Visual plus audio plus haptic together feel far more solid than any one of them.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Because there is no force feedback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these are all you have to signal contact.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Hands and controllers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honest comparison.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Hand tracking and controllers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Controllers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Hand tracking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 and consistent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Lower; varies with pose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Buttons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Many, unambiguous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None — gestures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Haptics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Occlusion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Tracked when hidden (IMU)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Fails when hidden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Learning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Requires a moment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Immediate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Fatigue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Lower — something to hold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Feels natural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44368" y="5230367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54096" y="5266943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50608" y="5230367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60336" y="5266943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More, when it works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missing button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HAND TRACKING IS HARDER THAN IT LOOKS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controller has an unambiguous binary input.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trigger is pressed or it is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hand has no such thing.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Pinch detection is a classifier with a threshold, and it has both false positives and false negatives.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every interaction must tolerate misdetection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accidental grabs, failed grabs, and releases that did not happen.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there is no haptic confirmation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user cannot feel whether the system registered their action. Visual and audio feedback must carry the whole 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Direct manipulation is immediately understood and limited to arm's reach; ray pointing has unlimited range and loses precision with distance.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Fitts's law applies with angular size as the target measure, and an unsupported hand is less precise than a mouse — so make targets large and filter the input.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virtual hand will pass through objects because nothing stops the real one; a physics hand that stops at surfaces is the standard answer and users accept the divergence.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Nobody reads instructions in VR, so interactions must be discoverable — proximity highlighting and real-world forms carry most of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Visual, audio, and haptic feedback compound, and together they are the only signal of contact available without force feedback.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Hand tracking demos better and controllers work better: no buttons, no haptics, and failure under occlusion are real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