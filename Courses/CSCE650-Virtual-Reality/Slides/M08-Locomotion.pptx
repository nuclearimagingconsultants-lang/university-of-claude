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tension is the module. There is no scheme that is top of both columns and fits in a bedroom.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Facing-direction selection during aim is the refinement that distinguishes a good teleport from a basic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 turning matters more than people expect — rotation is the worst provocation.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Impossible spaces are the most practical of these for ordinary room sizes and are underused.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Locomotion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Moving through a space larger than the 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locomotion schemes on comfort and presence.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teleport is comfortable and what it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redirected walking and its space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comfort techniques that make smooth locomotion viable.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locomotion model from the experience being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Real rooms are small.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Real walking is best and does not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Walking in the physical space is perfectly comfortable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vestibular and visual signals agree exactly, because they are both real.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also produces the strongest presence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any locomotion method, by a wide margin.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typical play space is 2 by 2 metres.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Many users have less, and many are seated.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everything in this module is a way of covering more distance than the room allows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every one of them is worse than real walking in some respect.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locomotion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Presence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Space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 walking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Perfect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Impractical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Teleport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9300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Any, incl. seated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Dash / blink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Very good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044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Low-moderate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5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Smooth (continuous)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273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Poor without help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017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47888" y="3803904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7615" y="3840480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Arm swinging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9300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0273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044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8017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8" y="427939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5" y="4315968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Redirected walking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9300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273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7044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8017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47888" y="4754879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57615" y="4791455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~6×6 m minimum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5230367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" y="5266943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Vehicle / cockpit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93008" y="5230367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02736" y="5266943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Very good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70448" y="5230367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80176" y="5266943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in context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47888" y="5230367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57615" y="5266943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Teleport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default, and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Teleport works because there is no motion to conflict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user points, confirms, and is instantly elsewhere.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visual motion occurs, so no vection, so no conflict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comfortable for essentially everyone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people who cannot tolerate any other scheme.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presence.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Discontinuous movement is nothing like being in a place, and users lose their spatial mental map.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brief fade or blink helps the disorientation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reintroducing motion — it signals the transition rather than animating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teleport good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Show the destination clearly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before committing — an arc, a marker, and a preview of the facing direction.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Indicate validity.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arc should change colour or break when the target is invalid, before the user tries.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Let the user choose the facing direction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during the aim — rotating after arriving is an extra step and a comfort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Keep the transition short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100 ms fade, not a second.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Preserve the spatial relationship.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Teleporting should not change the user's height or orientation unexpectedly.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Smooth locomotion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people want, and how to make it survivable.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Smooth locomotion is high presence and high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Continuous movement feels like being in a place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a way teleport does not, and experienced users strongly prefer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produces vection continuously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exact mechanism of Module 07.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the single largest cause of VR sickness in shipped applications.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must be offered as an option, never as the only mode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must be built with the mitigations below rather than having them added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smooth locomotion tolerable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Constant velocity, no acceleration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Large. The most important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Dynamic vignette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Large. Reduces peripheral vection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Snap turning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Large. Removes visual rotation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Lower speed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Moderate; too slow becomes frustrating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cockpit or frame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 (Module 07)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Head-relative rather than controller-relative direction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4754879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4791455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Modest; more predictable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Snap turning is not a compromise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ROTATION IS SPECIAL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Visually rotating the world while the head is still is the most provocative thing in Module 07's 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semicircular canals are extremely sensitive to rotation.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Snap turning jumps by a fixed increment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30° or 45° — with a brief fade. No continuous rotation occurs.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Users adapt to it within a minute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generally stop noticing.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physical turning should always be available too.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Many users will simply turn their body, which is free and perfect — the design should not assume a forward-facing user.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Redirected walking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Letting people walk further than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Exploit the fact that vision dominates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REDIRECTION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vision and proprioception disagree slightly, vision wins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user does not notice.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rotate the virtual world slowly while the user walks a straight 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they will walk a curve in the real room while believing they walked straight.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Detection thresholds are known: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roughly 10° per second of added rotation while turning, and a radius of about 22 m for curvature, go unnoticed.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catch is the space requirement.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curvature radius implies a room of roughly 6 by 6 metres at minimum, which almost nobody has.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Practical redirection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Rotation gain: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amplify the user's turns so a 90° physical turn becomes 100° virtual. Subtle and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Curvature gain: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bend the virtual path so the real path curves. Needs the most space.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Change blindness: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move a doorway or corridor while the user is not looking at it. Works remarkably well.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Portals and impossible spaces: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rooms that overlap in physical space, connected so the user never notices.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Resetting: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the user approaches a wall, intervene — distract them into turning around.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the locomotion model before anything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Locomotion determines what the experience can be.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teleport game and a smooth-locomotion game are different games, not the same game with a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constrains level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teleport needs valid destinations and sightlines; smooth locomotion needs navigable geometry.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constrains the fiction.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Why can this character teleport? Many designs answer with a cockpit or a vehicle, which solves the comfort problem too.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Retrofitting it is a redesign.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why Module 07 said to decide it first, and it is the most consequential early decision in a VR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Real walking is perfectly comfortable and produces the highest presence, and a typical play space is 2 by 2 metres.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Comfort and presence are in tension across every scheme, which is the whole design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Teleport is comfortable because no visual motion occurs, and it costs presence and spatial awareness.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Smooth locomotion gives the highest presence and is the largest single cause of sickness in shipped applications — offer it, never force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Constant velocity, a dynamic vignette, and snap turning together make smooth locomotion viable for most people.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Redirected walking exploits vision dominating proprioception, and the curvature thresholds imply a room about 6 by 6 metres.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