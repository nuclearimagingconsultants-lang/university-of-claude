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'fragment work cannot be shared' point bounds how much these techniques can possibly save.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latency requirement for eye-tracked foveation is strict — saccades are fast and a late update is visible.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VRS is the most practical of these techniques because the hardware does it and edges stay sharp.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deferred/forward reversal is the one with the biggest architectural consequences.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650 — Virtual Reality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Rendering for VR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Twice the pixels, half the time.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650 · Module 10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Apply stereo rendering optimisations and say what each saves.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foveated rendering, fixed and eye-tracked.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variable rate shading and where to apply it.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Choose antialiasing appropriately for VR.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Build a VR performance budget and defend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650 · Virtual Reality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Two eyes, cheaply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Exploiting what the eyes share.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650 · Virtual Reality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STEREO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Stereo rendering techniques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7432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Technique</a:t>
            </a:r>
          </a:p>
        </p:txBody>
      </p:sp>
      <p:sp>
        <p:nvSpPr>
          <p:cNvPr id="8" name="Rectangle 7"/>
          <p:cNvSpPr/>
          <p:nvPr/>
        </p:nvSpPr>
        <p:spPr>
          <a:xfrm>
            <a:off x="3310128" y="1901952"/>
            <a:ext cx="42062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19856" y="19568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How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16367" y="1901952"/>
            <a:ext cx="41148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26095" y="1956816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Saves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Sequential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10128" y="2377440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19856" y="24140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Render twice, independently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16367" y="2377440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26095" y="2414016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Nothing — the baseline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743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Instanced stereo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10128" y="2852928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19856" y="2889504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One draw call, instanced per eye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16367" y="2852928"/>
            <a:ext cx="41148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26095" y="2889504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CPU draw calls; ~40% CPU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Multiview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10128" y="3328416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19856" y="3364992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GPU renders both views from one submission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16367" y="3328416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26095" y="3364992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CPU and vertex work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743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Single-pass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10128" y="3803904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19856" y="3840480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Both eyes in one wide render target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16367" y="3803904"/>
            <a:ext cx="41148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26095" y="3840480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Setup and state changes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650 · Virtual Reality  —  Module 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can and cannot be shared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LIMIT ON STEREO OPTIMISATION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Fully shareable: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shadow map generation, lightmaps, culling (mostly), animation and skinning, physics, and all CPU simulation.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Partly shareable: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vertex processing — multiview transforms once and projects twice.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Not shareable: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fragment shading. The two eyes see different pixels, and that difference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is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stereo.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ceiling is bounded by your fragment cost.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 vertex-bound scene benefits enormously from multiview; a fragment-bound one barely at all — and most VR scenes are fragment-bound.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650 · Virtual Reality  —  Module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Foveated rendering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Spending pixels where the eye can use them.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650 · Virtual Reality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TWO KINDS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Fixed and eye-tracked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5266944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5266944" cy="4572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157984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1924"/>
                </a:solidFill>
                <a:latin typeface="Calibri"/>
              </a:rPr>
              <a:t>Fixed foveated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679192"/>
            <a:ext cx="4754880" cy="3035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Assume the user looks mostly forward.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Reduce shading rate toward the edges.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No eye tracking required.</a:t>
            </a:r>
          </a:p>
          <a:p>
            <a:pPr algn="l" lvl="1">
              <a:lnSpc>
                <a:spcPct val="120000"/>
              </a:lnSpc>
              <a:spcAft>
                <a:spcPts val="700"/>
              </a:spcAft>
            </a:pPr>
            <a:r>
              <a:rPr sz="1250" b="0" i="0">
                <a:solidFill>
                  <a:srgbClr val="798290"/>
                </a:solidFill>
                <a:latin typeface="Calibri"/>
              </a:rPr>
              <a:t>–  Conservative — the fovea could be anywhere.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Typical saving 20–40%.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1901952"/>
            <a:ext cx="5266944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901952"/>
            <a:ext cx="5266944" cy="45720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157984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1924"/>
                </a:solidFill>
                <a:latin typeface="Calibri"/>
              </a:rPr>
              <a:t>Eye-tracked foveated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679192"/>
            <a:ext cx="4754880" cy="3035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Follow the actual gaze.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Full rate only at the real fovea.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Needs eye tracking with low latency.</a:t>
            </a:r>
          </a:p>
          <a:p>
            <a:pPr algn="l" lvl="1">
              <a:lnSpc>
                <a:spcPct val="120000"/>
              </a:lnSpc>
              <a:spcAft>
                <a:spcPts val="700"/>
              </a:spcAft>
            </a:pPr>
            <a:r>
              <a:rPr sz="1250" b="0" i="0">
                <a:solidFill>
                  <a:srgbClr val="798290"/>
                </a:solidFill>
                <a:latin typeface="Calibri"/>
              </a:rPr>
              <a:t>–  Aggressive — the fovea is known.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Typical saving 50–70%.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650 · Virtual Reality  —  Module 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Foveated rendering must beat the saccade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HARD REQUIREMENT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saccade takes 20–50 ms and can cover 20°.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If the foveal region updates after the eye arrives, the user sees low-resolution content at the centre of vision.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immediately obvious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far more noticeable than uniformly lower resolution would be.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eye tracker's latency plus the rendering latency must fit inside the saccade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demanding.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Saccadic suppression helps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vision is substantially suppressed during a saccade, which buys some of the time back and is actively exploited.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650 · Virtual Reality  —  Module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VRS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Variable rate shading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Shade one value per 2×2 or 4×4 block of pixels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instead of per pixel, where detail is not needed.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Hardware support makes it nearly free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it is a rasteriser feature, not a post-process.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Drive it by eccentricity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(foveation), by motion, or by material — a flat wall needs less shading rate than a detailed surface.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Geometry and depth remain full rate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so edges stay sharp — which is why the artefacts are subtle.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It composes with everything else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which makes it unusually easy to adopt.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650 · Virtual Reality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Choices that differ from flat rendering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Where VR inverts the usual advice.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650 · Virtual Reality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REVERSALS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VR-specific rendering decisions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49377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4718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Usual practice</a:t>
            </a:r>
          </a:p>
        </p:txBody>
      </p:sp>
      <p:sp>
        <p:nvSpPr>
          <p:cNvPr id="8" name="Rectangle 7"/>
          <p:cNvSpPr/>
          <p:nvPr/>
        </p:nvSpPr>
        <p:spPr>
          <a:xfrm>
            <a:off x="5504688" y="1901952"/>
            <a:ext cx="61264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14416" y="1956816"/>
            <a:ext cx="5907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In VR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377440"/>
            <a:ext cx="4937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2414016"/>
            <a:ext cx="4718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TAA is the default antialiasing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504688" y="2377440"/>
            <a:ext cx="6126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14416" y="2414016"/>
            <a:ext cx="5907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MSAA often wins</a:t>
            </a:r>
            <a:r>
              <a:rPr sz="1150" b="0" i="0">
                <a:solidFill>
                  <a:srgbClr val="3C4555"/>
                </a:solidFill>
                <a:latin typeface="Calibri"/>
              </a:rPr>
              <a:t> — TAA smears under constant head motion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852928"/>
            <a:ext cx="49377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2889504"/>
            <a:ext cx="4718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Deferred rendering for many lights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504688" y="2852928"/>
            <a:ext cx="61264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14416" y="2889504"/>
            <a:ext cx="5907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Forward+ often wins</a:t>
            </a:r>
            <a:r>
              <a:rPr sz="1150" b="0" i="0">
                <a:solidFill>
                  <a:srgbClr val="3C4555"/>
                </a:solidFill>
                <a:latin typeface="Calibri"/>
              </a:rPr>
              <a:t> — MSAA, bandwidth, transparency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328416"/>
            <a:ext cx="4937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3364992"/>
            <a:ext cx="4718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Motion blur adds realism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504688" y="3328416"/>
            <a:ext cx="6126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14416" y="3364992"/>
            <a:ext cx="5907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Never use it</a:t>
            </a:r>
            <a:r>
              <a:rPr sz="1150" b="0" i="0">
                <a:solidFill>
                  <a:srgbClr val="3C4555"/>
                </a:solidFill>
                <a:latin typeface="Calibri"/>
              </a:rPr>
              <a:t> (Module 02)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3803904"/>
            <a:ext cx="49377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3840480"/>
            <a:ext cx="4718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Post-processing is cheap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504688" y="3803904"/>
            <a:ext cx="61264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14416" y="3840480"/>
            <a:ext cx="5907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Doubled, and bandwidth-bound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4279392"/>
            <a:ext cx="4937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" y="4315968"/>
            <a:ext cx="4718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Dynamic resolution on demand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504688" y="4279392"/>
            <a:ext cx="6126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14416" y="4315968"/>
            <a:ext cx="5907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Essential, and must be smooth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650 · Virtual Reality  —  Module 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Why forward rendering came back for VR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ARCHITECTURAL REVERSAL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MSAA works with forward rendering and not with deferred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VR wants MSAA (Module 02).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Deferred's G-buffer bandwidth is doubled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by stereo, and VR is frequently bandwidth-bound rather than shading-bound.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Transparency is awkward in deferred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VR content tends to have a lot of it.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Forward+ or clustered forward gets many lights without the G-buffer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why several VR-focused renderers moved back. This is a genuine architectural decision, not a tuning one.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650 · Virtual Reality  —  Module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Dynamic resolution is not optional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PRACTICAL NECESSITY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Content is not uniform.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Some views are cheap and some are expensive, and the user controls which they are looking at.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Fixed resolution means either wasting headroom or missing frames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missing frames is the one thing you cannot do (Module 01).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scale the render target per frame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to hit the budget, and let quality vary instead of frame time.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Change it smoothly.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 sudden resolution change is visible as a pop; ramping over several frames is not. This is the detail implementations get wrong.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650 · Virtual Reality  —  Module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BUDGET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Building a VR performance budget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Start from the frame budget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11.1 ms at 90 Hz — and subtract the compositor's share.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Allocate explicitly: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so much for shadows, so much for opaque, so much for transparency, so much for post.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Leave 20% headroom.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The expensive view exists, and the user will find it.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Measure per eye and in the worst case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not the average view.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Profile on the target hardware.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Standalone headsets are mobile GPUs with mobile thermal limits, and they throttle.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798290"/>
                </a:solidFill>
                <a:latin typeface="Calibri"/>
              </a:rPr>
              <a:t>Thermal throttling on standalone hardware means a scene that passes for two minutes may fail after ten.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650 · Virtual Reality  —  Module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Instanced stereo and multiview share setup and vertex work; fragment work can never be shared, which bounds what they can save.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Fixed foveated rendering assumes a forward gaze and saves 20–40%; eye-tracked foveation knows the gaze and saves 50–70%.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Eye-tracked foveation must update faster than a saccade completes, or the user sees low resolution at the centre of vision.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Variable rate shading reduces shading rate per block while keeping geometry and depth at full rate, so the artefacts stay subtle.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VR reverses several defaults: MSAA over TAA, forward over deferred, and never motion blur.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Dynamic resolution is necessary because the user chooses the view; ramp it smoothly or the change is visible.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650 · Virtual Reality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