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'cannot render black' limitation of optical see-through is fundamental and is why passthrough won for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Persistent anchors are what makes AR useful rather than a demo, and they are harder than they 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social dimension is genuinely why AR adoption has lagged the technology, and it is worth naming.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650 — Virtual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Augmented Reality and Passthrough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Registering the virtual to the real.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650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optical and video see-through.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registration and why it is AR's hard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occlusion problem and the approaches to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lighting estimation and why it matters.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AR-specific interaction and social issues.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kinds of see-through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Look through glass, or look at a camera feed.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Optical and video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Optical see-through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Transparent combiner; you see the real world directly.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Real world has zero latency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and full resolution.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Cannot render black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only add light.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So no true occlusion of real objects.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Limited field of view; the classic AR glasses problem.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Video see-through (passthrough)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Cameras capture the world; the display shows the composite.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Real world has latency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and camera-limited quality.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Can render anything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including full occlusion.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Complete control over the composite.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What current headsets do, and it works surprisingly well.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Optical see-through cannot render black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FUNDAMENTAL 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combiner adds light to the scene.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cannot subtract.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virtual object can only ever be brighter than what is behind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is additive, like a reflection in a window.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Dark virtual objects are impossible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virtual objects are always somewhat transparent.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a virtual object can never properly occlude a real one.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Occlusion is the strongest depth cue (Module 02), so this is a deep problem and not a quality issue.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AR's central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Registration error is obvious in a way VR error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AR IS HARDER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VR there is no reference.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the whole world is 2 cm off, nothing reveals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AR the real world is right there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virtual object that should sit on a real table either does or visibly does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Sub-centimetre accuracy and sub-degree orientation are needed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objects at arm's length to look attached.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latency becomes registration error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any lag makes virtual content swim relative to the real world during head motion, which is the characteristic AR artefact.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registration demands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Accurate tracking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same problem as Module 05, with a tighter tolerance.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Scene understanding: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where are the planes, the walls, the objects? Virtual content must relate to real geometry.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Low latency specifically for the virtual layer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must stay locked to a real world that has its own latency.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Camera and display calibration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what the cameras see maps correctly to what the eye sees.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Persistence across sessions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content placed yesterday should still be there, which requires relocalisation.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Occlusion: the virtual must go behind the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HARDEST RENDERING PROBLEM IN 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virtual ball rolled under a real table must disappear under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it draws on top, the illusion fails immediately.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requires knowing the depth of the real world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per pixel, in real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Approaches: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depth sensor, stereo from the passthrough cameras, or learned monocular depth — each with error at exactly the edges where it matters most.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Hands are the critical case.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user's real hand in front of a virtual object must occlude it, and hand segmentation is therefore given special treatment in every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Appearance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Making the virtual belong.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LIGHTING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Lighting estimation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virtual object lit differently from the room looks pasted 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more obviously than it would in a fully virtual scene.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Estimate ambient light colour and intensity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from the camera feed. Cheap and immediately effective.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Estimate the dominant light direction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shadows fall the right way.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Build an environment map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from the passthrough cameras for reflections.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cast shadows onto the real world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contact shadow under a virtual object does more than any other single cue.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The contact shadow is the cheapest and most effective technique here, exactly as in Module 02.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Passthrough quality is the current limit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 HONEST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Passthrough cameras are low resolution, noisy in dim light, and have limited dynamic range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compared with the eye.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are not at your eyes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view must be reprojected to the correct viewpoint — which introduces distortion and artefacts at depth discontinuities.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result is a world that is usable and visibly degraded.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Reading text through passthrough is uncomfortable; recognising faces is fine.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improving quickly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currently the binding constraint on how long people will wear a passthrough headset.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SOCIAL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Problems VR does not 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Other people are present.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They can see you gesturing at nothing, and they cannot see what you see.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Cameras in social spaces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raise privacy questions that a closed headset does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Your attention is divided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between the real and the virtual, with real safety consequences.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Content must respect the real environment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virtual window on a real wall is fine; one floating in a doorway is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the device is worn in public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a design constraint with a poor track record.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Optical see-through shows the real world directly with zero latency and cannot render black; video passthrough can composite anything and adds latency to reality.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Because a combiner only adds light, optical see-through can never properly occlude a real object — and occlusion is the strongest depth cue.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Registration error is obvious in AR because the real world is the reference, so tolerances are sub-centimetre and latency becomes visible swimming.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Occluding virtual content behind real geometry requires per-pixel real-world depth in real time, and hands are the critical case.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Lighting estimation makes virtual objects belong; a contact shadow is the cheapest and most effective single cue.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Passthrough image quality is the current binding constraint, and AR has social and privacy problems that VR does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