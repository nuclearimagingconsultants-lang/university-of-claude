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acceleration point is the most actionable item in the whole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top four are the ones that matter. The rest are refinements and are frequently reached for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Cybersickness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people feel ill, and what actually helps.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sensory conflict theory and its predictions.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vection and why it is the central mechanism.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specific design choices that provoke sickness.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individual variation and why your tolerance is misleading.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and evaluate the standard mitigations.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a visual mismatch produces nausea.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Sensory conflict theory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eyes report motion. The vestibular system reports none.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brain has two authoritative signals that disagree.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leading explanation is evolutionary: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historically, the most common cause of such a conflict was a neurotoxin affecting the nervous system — and the adaptive response to suspected poisoning is to vomit.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explains the predictions well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why passengers are sicker than drivers, why closing your eyes helps, why acclimatisation occurs.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a theory, not a settled mechanism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postural instability theory is a serious competitor. The design implications are similar either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Vection is the specific culprit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THING TO DESIGN AGAINST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Vection is the illusion of self-motion produced by visual motion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sensation when the train beside yours pulls away and you feel yourself moving.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strongest in the peripheral field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specialised for motion detection (Module 02).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VR, any camera motion the user did not initiate physically produces vection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vestibular system contradicts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visually induced motion without physical motion is the core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almost every mitigation in this module reduces either the vection or the conflict.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PROVOCATION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provokes sickness, worst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Provocation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901952"/>
            <a:ext cx="7223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Camera motion the user did not cause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2377440"/>
            <a:ext cx="7223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414016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Maximal conflict; no vestibular signal at 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Acceleration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852928"/>
            <a:ext cx="7223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889504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vestibular system measures acceleration specifically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Rotation that is not head rotation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328416"/>
            <a:ext cx="7223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3364992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Worst of all — the semicircular canals are very sensitive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Latency and dropped frames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803904"/>
            <a:ext cx="7223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3840480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Module 06 — conflict even when the user moves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Tilting or moving the horizon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279392"/>
            <a:ext cx="7223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4315968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 conflict with gravity sensing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Large peripheral motion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4754879"/>
            <a:ext cx="7223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4791455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Maximal vection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you are not a good test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Susceptibility varies enormously and systematically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Some people are unaffected by experiences that make others ill within two minutes.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range is very wide.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Known correlates: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prior VR experience (acclimatisation is real and substantial), migraine history, age, and — reported consistently though the mechanism is debated — sex.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Acclimatisation is the big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People who use VR regularly tolerate far more, and they stop being able to judge what a novice experiences.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why VR developers ship uncomfortable VR.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are the most acclimatised person who will ever use your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Testing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Test on novices.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Someone who has never used VR is the only person who can tell you what a first experience is like.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a standard questionnaire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SSQ or VRSQ. Free, validated, and it makes your claims comparable to published work.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Ask before and after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some people arrive unwell.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Report everyone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including the person who stopped after a minute.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Averaging away a dropout is the central dishonesty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comfort reporting.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Have a stopping rule and state it.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Nobody should be pushed through discomfort for your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dropout point matters: the person who quit is the most informative participant you had.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works, ranked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WHAT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Mitigations by strength of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39502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7040880" cy="39502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682142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96972"/>
            <a:ext cx="40233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333548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Hit the frame rate; minimise 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296972"/>
            <a:ext cx="704088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333548"/>
            <a:ext cx="682142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Strong. The precondition for everything else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91993"/>
            <a:ext cx="40233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728569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Avoid unrequested camera motion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691993"/>
            <a:ext cx="704088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728569"/>
            <a:ext cx="682142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087014"/>
            <a:ext cx="40233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123590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Avoid acceleration; prefer constant velocity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087014"/>
            <a:ext cx="704088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123590"/>
            <a:ext cx="682142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82035"/>
            <a:ext cx="40233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518611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Teleport rather than smooth locomotion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482035"/>
            <a:ext cx="704088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518611"/>
            <a:ext cx="682142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 (Module 08)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877056"/>
            <a:ext cx="40233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913632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Vignette during movement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3877056"/>
            <a:ext cx="704088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3913632"/>
            <a:ext cx="682142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Moderate; reduces peripheral vection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272076"/>
            <a:ext cx="40233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308652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stable reference frame — a cockpit, a nose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272076"/>
            <a:ext cx="704088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308652"/>
            <a:ext cx="682142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Moderate; well supported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667097"/>
            <a:ext cx="40233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703673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Snap turning rather than smooth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0288" y="4667097"/>
            <a:ext cx="704088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0016" y="4703673"/>
            <a:ext cx="682142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Moderate to strong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062118"/>
            <a:ext cx="40233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098694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Reduce field of view during motion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5062118"/>
            <a:ext cx="704088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0016" y="5098694"/>
            <a:ext cx="682142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Moderate; same mechanism as vignette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457139"/>
            <a:ext cx="40233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5493715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fixed rest frame or grid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90288" y="5457139"/>
            <a:ext cx="704088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0016" y="5493715"/>
            <a:ext cx="682142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Mixed evidence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stable reference frame helps, and is cheap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UNDERUSED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 the user something that moves with them and does not move in their view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cockpit, a vehicle interior, a virtual nose, a helmet rim.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provides a visual reference consistent with the vestibular signal of not moving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reduces the conflict.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cockpit games are so much more comfortable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than first-person movement, and the effect is large.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virtual nose works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sounds absurd. Users do not consciously notice it, and it measurably helps — your real nose is always in view and the brain expects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Design around it, do not mitigate afterwards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Vignettes and comfort options are patches.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They help, and they are applied to a design that has already made the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comfortable experiences are comfortable by construction: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user is seated, or stationary, or moving at constant velocity in a cockpit.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Decide the locomotion model before anything else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determines what the application can be.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offer options.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Given the variation in Part 2, no single choice suits everyone — comfort settings are an accessibility feature, not a nicety.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Sensory conflict theory: the eyes report motion the vestibular system does not, and the evolutionary response to that conflict is nausea.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Vection — visually induced self-motion, strongest in the periphery — is the specific mechanism to design against.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Acceleration provokes far more than constant velocity, because the vestibular system measures acceleration specifically.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Susceptibility varies enormously, and acclimatisation is real — which is why developers, the most acclimatised people alive, ship uncomfortable VR.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strong mitigations are frame rate, no unrequested camera motion, no acceleration, and teleport locomotion. Vignettes are refinements.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stable reference frame — a cockpit or even a virtual nose — is cheap, well supported, and underused.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