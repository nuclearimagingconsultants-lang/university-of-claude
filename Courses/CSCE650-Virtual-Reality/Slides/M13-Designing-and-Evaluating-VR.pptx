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'novelty costs the user' framing is the useful one. Inventing interaction metaphors is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Time-to-first-successful-interaction is the single most informative usability number in VR.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eye-tracking data point is the one that will matter most over the next decade.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Designing and Evaluating VR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Conventions, accessibility, and finding out whether it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established VR interface conventions.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for accessibility in VR specifically.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Run an honest user evaluation.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measures appropriate to a perceptual claim.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ethical considerations the medium raises.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users already expect.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Established VR interface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Convention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7406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settled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World-space UI at 1–2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2377440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4256" y="2414016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Comfortable depth (Module 02); occludable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Grab to move, trigger to select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2852928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889504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Near-universal; violating it confuses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Teleport on the thumbstick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3328416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3364992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Expected; make it the default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Menus attached to a hand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3803904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3840480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Always reachable; never in the way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Proximity highlighting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4279392"/>
            <a:ext cx="7406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315968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Teaches interactivity without words (Module 09)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visible guardian boundary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4754879"/>
            <a:ext cx="7406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4791455"/>
            <a:ext cx="7187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Safety; and users rely on 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Comfort settings are an accessibility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NOT A NICETY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Given the variation in Module 07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 single locomotion scheme excludes part of your audience by construction.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standard set: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teleport and smooth locomotion; snap and smooth turning; vignette strength; seated and standing modes; dominant hand.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height calibration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assuming a standing adult excludes children, wheelchair users, and anyone sitting down.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These are cheap to implement and expensive to retrofit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they belong in the design from the start.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Accessibility in VR specifically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Seated play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everything that can support it — wheelchair users, people with balance issues, and anyone on a sofa.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One-handed modes.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Requiring two hands excludes people and is rarely necessary.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Reachability: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do not require reaching above the head or to the floor. Offer adjustable interaction heights.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Subtitles that work in 3D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positioned where they can be read, with an indicator of which direction the speaker is 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Colour and contrast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as anywhere — and VR displays have their own contrast limitations.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VR accessibility is substantially less developed than flat-screen accessibility, which is an opportunity.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Measuring a claim about an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are the worst possible test subject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RESTATING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know where everything 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you know what the interaction model is, and you built the mental model you are testing.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are maximally acclimatised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VR discomfort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your judgement of both usability and comfort is the least reliable available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on exactly the two dimensions that matter most.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not a failure of care.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structural, it applies to everyone who builds VR, and the only remedy is testing on other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measure, and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901952"/>
            <a:ext cx="7223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Instrument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Comfort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2377440"/>
            <a:ext cx="7223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414016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SSQ or VRSQ, before and after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Presence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852928"/>
            <a:ext cx="7223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889504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Witmer-Singer or Slater-Usoh-Steed questionnaire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328416"/>
            <a:ext cx="7223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364992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Task completion, time, errors; think-aloud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Discoverability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803904"/>
            <a:ext cx="7223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3840480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Time to first successful interaction, unaided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Performance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279392"/>
            <a:ext cx="7223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4315968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Frame time distribution, not the mean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Latency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4754879"/>
            <a:ext cx="7223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4791455"/>
            <a:ext cx="7004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Physical measurement (Module 06)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Watch them in silence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USEFUL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 a novice the headset, say nothing beyond 'have a look', and watch for sixty seconds.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Record every moment of hesitation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where they looked for something and did not find it, where they tried an interaction that did not 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Resist explaining.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moment you say 'press the trigger', you have destroyed the data and learned nothing about discoverability.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Six people is enough to find most usability problems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first two will find most of them. This is cheap and almost nobody does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this medium can do that others cannot.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Considerations the medium raises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Physical safety.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Users cannot see the room. Guardian systems, and designs that do not encourage large movements.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Intensity.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VR experiences are more affecting than screen-based ones — including in ways users do not anticipate. Warn, and allow exit.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Data.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Eye tracking, hand tracking, and room scanning are unusually personal. Gaze reveals attention and intent.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Harassment in social VR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has a physicality that text does not. Personal space tools exist because they were needed.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Children.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Developing visual systems, unknown long-term effects, and headsets built for adult IPDs.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account for every millisecond between a head movement and a photon, and you know why that matters physiologically.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 tell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rendering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problem from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tracking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problem from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perceptual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problem — which is most of the skill.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that your own judgement of comfort is the least reliable available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single most useful thing this course teaches.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641 and 647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render it;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649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moves it;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735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makes it fast enough. This course is where a person is put inside the result and the constraint becomes physiological.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Follow the established conventions — world-space UI at 1–2 m, grab and trigger, teleport on the stick — unless you have a specific reason.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Comfort settings are an accessibility feature: a single locomotion scheme excludes part of the audience by construction.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Seated play, one-handed modes, reachability, and 3D subtitles are the VR-specific accessibility requirements.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You are the worst available test subject on exactly the two dimensions that matter: usability and comfort.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Use standard instruments — SSQ for comfort, a validated presence questionnaire — so results are comparable to published work.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Watch a novice in silence for sixty seconds and record every hesitation. Six people find most usability problems and almost nobody does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