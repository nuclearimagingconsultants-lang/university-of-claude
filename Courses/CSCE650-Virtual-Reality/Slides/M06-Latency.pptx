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the table is that the application owns maybe half the budget and must be ruthless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rotation/translation asymmetry is the key limitation and explains why translation latency matters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650 — Virtual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Latency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central problem, and everything built to hide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650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Account for every stage of the motion-to-photon budget.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latency threshold and what exceeding it does.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timewarp and what it can and cannot correct.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spacewarp and its artefacts.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Measure latency rather than estimating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Motion to photon, stage by stage.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the milliseconds 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5212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Can you reduce it?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Sensor sampling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377440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14016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Fusion and pose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852928"/>
            <a:ext cx="5212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89504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Application CPU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245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342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2–11 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28416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64992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 — this is yours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Application GPU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45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2–11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803904"/>
            <a:ext cx="5212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840480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 — this is yours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Compositor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245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342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1–2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4279392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315968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Scan-out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24528" y="4754879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34256" y="4791455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Up to 11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19088" y="4754879"/>
            <a:ext cx="5212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8816" y="4791455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Higher refresh rate only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Pixel response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24528" y="5230367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34256" y="5266943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1–3 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19088" y="5230367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28816" y="5266943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Panel technology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20 ms is the threshold, and it is not a preference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THE RESEARCH 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Below roughly 20 ms motion-to-photon, the world feels attached to the room.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Above it, it feels attached to your head, and lags.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People detect latency differences down to a few milliseconds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controlled tests, well below the threshold at which they can describe what is wrong.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symptom is not 'it feels laggy'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is discomfort, disorientation, and eventually nausea (Module 07).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single number drove the entire architecture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modern VR: low persistence, timewarp, prediction, and the compositor all exist to get under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Timewarp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most important trick in VR.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Reproject the finished frame to a newer 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TIMEWARP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application renders from a pose predicted some milliseconds ago.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Before scan-out, the compositor takes a fresh pose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much newer — and reprojects the finished image to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rotation this is nearly exact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rotating the view of a distant scene is a simple image warp with no missing information.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cuts effective latency enormously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user's rotation is reflected with only the compositor's own latency.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head rotation feels solid even when the application is struggling.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Rotation is the dominant head motion, so this covers most of the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timewarp can and cannot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Rotation — handled 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pure rotation of the view.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No information is missing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the same scene, seen from the same point, rotated.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Edges of the field may lack data; the render target is oversized to cover it.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Nearly exact.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Translation — handled badly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The head moves to a new </a:t>
            </a:r>
            <a:r>
              <a:rPr sz="1400" b="0" i="1">
                <a:solidFill>
                  <a:srgbClr val="3C4555"/>
                </a:solidFill>
                <a:latin typeface="Calibri"/>
              </a:rPr>
              <a:t>position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Parallax changes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you would see behind objects, and that data was never rendered.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Requires a depth buffer and still leaves holes.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Positional timewarp exists and is approximate.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Asynchronous timewarp runs whether you finish or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SAFETY 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ATW runs on its own schedule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 a high-priority context, and reprojects whatever the most recent complete frame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missed frame does not mean a repeated frame.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old frame is re-warped to the current pose, and head rotation stays correct.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world stays stable; moving objects stutter.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Which is a far better failure than the whole world juddering.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a safety net, not a licence.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Shipping an application that relies on ATW to hit its rate means every animation runs at half rate, which users notice.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Spacewarp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Synthesising frames you did not render.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Spacewarp extrapolates motion, with artefacts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IT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Asynchronous spacewarp generates an entirely new frame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extrapolating object motion from previous frames, using motion vectors and depth.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an application running at 45 Hz can present at 90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synthesised alternate frames.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artefacts are characteristic: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wobbling at object edges, smearing behind fast movers, and disocclusion holes where background was never rendered.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Supply accurate motion vectors and depth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your engine can; the quality depends heavily on them. And treat it, again, as a net rather than a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REDUCING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actually reduces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Hit the frame budget.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Everything else is secondary; a missed frame costs a whole refresh period.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Late latching: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read the pose as late as possible in the frame (Module 05).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Shorten the CPU-GPU pipeline.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Deep buffering adds a frame of latency per stage; VR wants a shallow pipeline even at some throughput cost.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Avoid temporal effects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that need several frames of history — they add perceived latency even when the timing is correct.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Higher refresh rate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reduces scan-out latency directly.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deep-pipeline point is the one that surprises people porting from flat-screen engines.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Measure latency; do not estimate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TO ACTUALLY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pendulum method: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swing a tracked controller in front of a camera that sees both the controller and the display, and count frames between the two.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photodiode on the display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plus an instrumented input gives a precise electrical measurement.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Some runtimes report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use it, and verify it against a physical measurement at least once.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Estimating from frame time is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omits scan-out, pixel response, and the compositor. The usual estimate is roughly half the true figure.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Motion-to-photon latency has seven stages and the application controls roughly half of them. The target is under 20 ms total.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Below ~20 ms the world feels attached to the room; above it, attached to the head. The symptom is discomfort, not a perception of lag.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Timewarp reprojects the finished frame to a newer pose. For rotation it is nearly exact, because no information is missing.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For translation it is not, because parallax changes reveal geometry that was never rendered — which is why translation latency matters more.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Asynchronous timewarp keeps the world stable through a missed frame; it is a safety net, and relying on it halves your animation rate.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Measure latency physically. Estimating it from frame time omits scan-out, pixel response, and the compositor, and understates it by about half.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