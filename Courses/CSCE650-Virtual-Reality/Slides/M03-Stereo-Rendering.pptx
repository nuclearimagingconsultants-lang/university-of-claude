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practical instruction is: take the matrices OpenXR gives you. Students who build their own get it subtly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deliberately induce each one. Reading about the symptoms is much weaker than feeling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shareable/non-shareable split is exactly what stereo instancing exploits.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650 — Virtual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Stereo Rendering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Two views, and the several ways to get them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650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Construct asymmetric view frusta for an HMD.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IPD must be the user's and not a default.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standard stereo errors and their symptoms.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UI and effects must be handled in stereo.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the runtime supplies and what you must not override.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two cameras pointed slightly inward.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Do not toe in the cameras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CLASSIC FIRST MISTAKE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intuitive construction rotates each eye's camera inward to converge on a point.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what stereo photography did badly for a century.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Toe-in introduces vertical disparity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increases toward the corners of the image — the two eyes see points at different heights.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eyes cannot fuse vertical disparity.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result is strain, and at the edges, double vision.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correct construction keeps both view directions parallel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makes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projection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asymmetric. Same convergence effect, no vertical disparity.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OFF-AXIS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Asymmetric frustum projection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eye_pos = head_pos ± (IPD/2) ·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two eye positions, offset along the head's right vector. Directions stay parallel.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left, right, top, bottom  —  all four differ per eye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frustum is not symmetric about the view axis. The runtime supplies these; it knows the optics.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tan(θ_left) ≠ tan(θ_right)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That asymmetry is the whole of stereo. It is also why you cannot build the projection from a single FOV number.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Parallel view directions, asymmetric frusta. Ask the runtime for the projection rather than constructing 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IPD is a measurement, not a constant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Interpupillary distance ranges roughly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52 to 78 mm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across adults, and is smaller in children.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Too wide, and the world appears miniature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user feels like a giant and distances read as closer than intended.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Too narrow, and the world appears gigantic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distances stretch.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Users rarely identify the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only that something feels off and their eyes tire.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 the value the runtime reports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comes from the headset's own measurement or the user's setting.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Common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each one feels like from the inside.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Stereo mistakes and their symptoms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Error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7040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Toed-in cameras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2377440"/>
            <a:ext cx="7040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414016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Eye strain; doubling at the edges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Wrong IPD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852928"/>
            <a:ext cx="7040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89504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World scale feels wrong; fatigue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Swapped eyes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3328416"/>
            <a:ext cx="7040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364992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Depth inverted; deeply unpleasant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Effect in one eye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03904"/>
            <a:ext cx="7040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840480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Binocular rivalry (Module 02)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UI at zero disparity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4279392"/>
            <a:ext cx="7040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315968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UI appears at infinity; conflicts with occluders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Shared view-dependent effect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4754879"/>
            <a:ext cx="7040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791455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Reflections sit at the wrong depth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UI in stereo must have a depth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COMMON APPLICATION 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flat overlay composited identically into both eyes has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zero disparity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the brain reads as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infinitely far away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is drawn on top of everything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including objects that are near. So it is simultaneously behind everything and in front of everything.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brain cannot resolve that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result is strain and an unplaceable discomfort users cannot describe.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Put UI in the world, at a real depth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typically 1 to 2 m — and let it be occluded. Head-locked 2D overlays are the wrong instinct carried over from flat screens.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must be computed per eye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Anything view-dependent: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specular highlights, reflections, refraction, parallax-mapped surfaces. Each eye has its own view vector.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Screen-space effects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SSAO, screen-space reflections — which are per-eye by construction and may disagree at silhouettes.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Billboards and impostors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must face the head rather than either eye, or they disagree.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shadow maps, lightmaps, most of the shading setup. Sharing these is the main source of the per-eye savings in Module 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Scale and comfort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Getting the world the right size.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Scale errors are invisible on a monitor and obvious in VR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ASSETS NEED REWORK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On a flat screen, a room that is 20% too large reads as a room.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 VR the user has a body and compares against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Doorways, stairs, chairs, and tables are the giveaways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everyone has precise expectations for these and none for a spaceship corridor.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build to real dimensions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 metres, and check against a known object placed in the scene.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Assets authored for flat screens are frequently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nobody noticed. Measuring them is part of porting.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Stereo-specific comfort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Nothing closer than ~20 cm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fusion fails (Module 02).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Avoid large disparities at the field edges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where the frame cuts an object the two eyes see differently. The 'window violation' of stereo photography.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Avoid rapid depth changes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 the thing the user is looking at; vergence takes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Keep the horizon level.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tilted horizon fights the vestibular system directly and is strongly nauseating.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Never move the horizon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without the user's head moving.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horizon rules matter more than their brevity suggests — Module 07 explains why.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Take the matrices the runtime gives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INSTRUCTION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OpenXR reports, per frame and per eye: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pose, the four frustum angles, and the recommended render target size.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These account for the optics, the IPD, the lens geometry, and any per-device calibration.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 cannot reconstruct them from a field-of-view number.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Overriding them is almost always a mistake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how applications end up with subtly wrong stereo that nobody can diagnose.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legitimate exception is reducing render target resolution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performance (Module 10) — which the runtime supports explicitly.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Do not toe in the cameras: it produces vertical disparity the eyes cannot fuse. Keep view directions parallel and make the frusta asymmetric.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IPD varies from about 52 to 78 mm. Wrong values make the world feel miniature or gigantic, and users report only that something is off.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Swapped eyes, one-eye effects, and zero-disparity UI are the standard bugs; each has a recognisable symptom.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UI composited identically into both eyes reads as infinitely distant while drawing on top of everything — put it in the world at 1–2 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View-dependent and screen-space effects must be computed per eye; shadow maps and most shading setup can be shared, which is what stereo instancing exploits.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Build to real dimensions in metres. Scale errors invisible on a monitor are obvious to a user who has a body to compare against.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