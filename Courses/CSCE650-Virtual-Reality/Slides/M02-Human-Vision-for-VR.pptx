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numbers anchor every later decision. Have them memorise the acuity figure at least.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Students over-weight stereopsis. Parallax from head motion is what makes a space feel real.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0.5-2 m rule is the practical takeaway and explains a lot of VR UI design.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650 — Virtual Reality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Human Vision for VR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The specification you are actually building against.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650 · Module 02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State the relevant limits of human vision in numbers.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acuity falloff and what it permits.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Distinguish the depth cues and say which VR provides.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the vergence-accommodation conflict.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flicker fusion and persistence.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650 · Virtual Reality  —  Module 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numbers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What the eye actually resolves.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650 · Virtual Reality  —  Module 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specification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310896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8895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Property</a:t>
            </a:r>
          </a:p>
        </p:txBody>
      </p:sp>
      <p:sp>
        <p:nvSpPr>
          <p:cNvPr id="8" name="Rectangle 7"/>
          <p:cNvSpPr/>
          <p:nvPr/>
        </p:nvSpPr>
        <p:spPr>
          <a:xfrm>
            <a:off x="3675887" y="1901952"/>
            <a:ext cx="384048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85615" y="1956816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Human</a:t>
            </a:r>
          </a:p>
        </p:txBody>
      </p:sp>
      <p:sp>
        <p:nvSpPr>
          <p:cNvPr id="10" name="Rectangle 9"/>
          <p:cNvSpPr/>
          <p:nvPr/>
        </p:nvSpPr>
        <p:spPr>
          <a:xfrm>
            <a:off x="7516367" y="1901952"/>
            <a:ext cx="411480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26095" y="1956816"/>
            <a:ext cx="38953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Consumer headset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31089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8895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Horizontal FOV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75887" y="2377440"/>
            <a:ext cx="3840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85615" y="2414016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~200° binocular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516367" y="2377440"/>
            <a:ext cx="41148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26095" y="2414016"/>
            <a:ext cx="38953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~100–110°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31089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8895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Foveal acuity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75887" y="2852928"/>
            <a:ext cx="38404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85615" y="2889504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~60 pixels/degree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516367" y="2852928"/>
            <a:ext cx="41148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26095" y="2889504"/>
            <a:ext cx="38953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~15–35 ppd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31089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8895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Acuity at 20°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75887" y="3328416"/>
            <a:ext cx="3840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785615" y="3364992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~10 pixels/degree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516367" y="3328416"/>
            <a:ext cx="41148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26095" y="3364992"/>
            <a:ext cx="38953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Same as centre — wasteful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31089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28895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Flicker fusion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75887" y="3803904"/>
            <a:ext cx="38404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785615" y="3840480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60–90 Hz, higher in periphery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516367" y="3803904"/>
            <a:ext cx="41148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626095" y="3840480"/>
            <a:ext cx="38953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72–120 Hz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4279392"/>
            <a:ext cx="31089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" y="4315968"/>
            <a:ext cx="28895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Stereo depth limit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75887" y="4279392"/>
            <a:ext cx="3840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785615" y="4315968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~10 m useful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516367" y="4279392"/>
            <a:ext cx="41148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626095" y="4315968"/>
            <a:ext cx="38953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Beyond that, monocular cues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650 · Virtual Reality  —  Module 02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Acuity collapses outside the fovea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FACT THAT FOVEATED RENDERING EXPLOITS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fovea is about 2° wide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roughly a thumbnail at arm's length — and is where all detailed vision happens.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At 20° off-axis, acuity is about a sixth of foveal.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At 40° it is far worse still.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Yet a headset renders the entire field at uniform resolution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means the overwhelming majority of pixels are far more detailed than the eye can use.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Foveated rendering (Module 10) recovers that waste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and the reason it works is entirely this slide.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650 · Virtual Reality  —  Module 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You do not perceive the periphery the way you think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A USEFUL DEMONSTRATION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Hold up a playing card at arm's length, look straight ahead, and move it sideways.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You cannot identify it past about 10° — yet the world does not appear blurry.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brain fills in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using memory, saccades, and assumption. The vivid detailed field you experience is largely constructed.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But the periphery is extremely sensitive to motion and flicker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more so than the fovea.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So: detail can be cut in the periphery; motion and flicker cannot.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That asymmetry governs both foveated rendering and comfort design.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650 · Virtual Reality  —  Module 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Depth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Many cues, and VR provides some of them.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650 · Virtual Reality  —  Module 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DEPTH CUES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How depth is perceived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310896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8895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Cue</a:t>
            </a:r>
          </a:p>
        </p:txBody>
      </p:sp>
      <p:sp>
        <p:nvSpPr>
          <p:cNvPr id="8" name="Rectangle 7"/>
          <p:cNvSpPr/>
          <p:nvPr/>
        </p:nvSpPr>
        <p:spPr>
          <a:xfrm>
            <a:off x="3675887" y="1901952"/>
            <a:ext cx="32918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85615" y="1956816"/>
            <a:ext cx="30723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Range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67727" y="1901952"/>
            <a:ext cx="46634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77455" y="1956816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VR provides?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31089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8895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Stereopsis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75887" y="2377440"/>
            <a:ext cx="32918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85615" y="2414016"/>
            <a:ext cx="30723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To ~10 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967727" y="2377440"/>
            <a:ext cx="4663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77455" y="2414016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Yes — the headline feature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31089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8895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Motion parallax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75887" y="2852928"/>
            <a:ext cx="32918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85615" y="2889504"/>
            <a:ext cx="30723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All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67727" y="2852928"/>
            <a:ext cx="4663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77455" y="2889504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Yes — and underrated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31089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8895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Vergence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75887" y="3328416"/>
            <a:ext cx="32918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785615" y="3364992"/>
            <a:ext cx="30723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To ~2 m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967727" y="3328416"/>
            <a:ext cx="4663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77455" y="3364992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Yes, and conflicted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31089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28895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Accommodation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75887" y="3803904"/>
            <a:ext cx="32918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785615" y="3840480"/>
            <a:ext cx="30723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To ~2 m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967727" y="3803904"/>
            <a:ext cx="4663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077455" y="3840480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No — fixed focal plane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4279392"/>
            <a:ext cx="31089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" y="4315968"/>
            <a:ext cx="28895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Occlusion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75887" y="4279392"/>
            <a:ext cx="32918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785615" y="4315968"/>
            <a:ext cx="30723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All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967727" y="4279392"/>
            <a:ext cx="4663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077455" y="4315968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Yes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66928" y="4754879"/>
            <a:ext cx="31089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76656" y="4791455"/>
            <a:ext cx="28895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Relative size, perspective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675887" y="4754879"/>
            <a:ext cx="32918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785615" y="4791455"/>
            <a:ext cx="30723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All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967727" y="4754879"/>
            <a:ext cx="4663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077455" y="4791455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Yes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66928" y="5230367"/>
            <a:ext cx="31089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76656" y="5266943"/>
            <a:ext cx="28895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Shading, shadows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675887" y="5230367"/>
            <a:ext cx="32918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785615" y="5266943"/>
            <a:ext cx="30723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All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967727" y="5230367"/>
            <a:ext cx="4663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077455" y="5266943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Yes — cheap and effective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650 · Virtual Reality  —  Module 02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vergence-accommodation conflict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UNSOLVED HARDWARE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Vergence: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the eyes rotate inward to converge on an object.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Accommodation: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the lens changes shape to focus at that distance.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In the real world they are coupled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the brain uses each as a cue for the other, and they always agree.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In a headset the display is at a fixed optical distance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typically 1.5 to 2 m. So the eyes verge on a virtual object at 30 cm while still accommodating at 2 m.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conflict causes eye strain and fatigue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it is why close-up work is uncomfortable.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No shipping headset solves it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; varifocal and light-field displays are the research directions.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650 · Virtual Reality  —  Module 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MITIGATION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Designing around the conflict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Keep interactive content at 0.5–2 m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, near the display's focal distance. This is the single most effective measure.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Avoid sustained close work.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Text at 30 cm is uncomfortable within minutes.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Put UI at a comfortable depth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and keep it there. UI that floats at a different depth from what it labels is tiring.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Reduce stereo separation for very close objects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if you must have them — physically wrong, and more comfortable.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Do not put anything closer than ~20 cm.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Fusion fails and the image doubles.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650 · Virtual Reality  —  Module 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Time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Flicker, persistence, and motion.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650 · Virtual Reality  —  Module 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Low persistence is why modern VR is not a smeared mess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KEY DISPLAY INSIGHT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 full-persistence display holds each frame lit for the whole frame period.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During head motion, the eye moves across a stationary image, and the result smears.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Low-persistence displays illuminate for ~2 ms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and are dark the rest of the time — so the image is a brief flash at a definite position.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Motion blur from eye movement disappears.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This was one of the decisive changes between early and modern headsets.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cost is brightness and flicker.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Lit 2 ms in 11 is dim, and the flicker is visible in the periphery at lower rates — which is one reason 90 Hz rather than 72.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650 · Virtual Reality  —  Module 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CONSEQUENCES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follows for rendering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Do not add motion blur.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The display's low persistence exists to remove blur; adding it back is perverse and adds perceived latency.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Be careful with temporal antialiasing.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It smears during head motion, which is constant, and the smear reads as latency.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MSAA is often the right choice in VR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despite being unfashionable, because it does not accumulate across frames.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Flickering content is worse in the periphery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where sensitivity is highest. Avoid high-frequency flicker anywhere, and especially at the edges.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High-contrast edges in the periphery induce vection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(Module 07) and therefore sickness.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1">
                <a:solidFill>
                  <a:srgbClr val="798290"/>
                </a:solidFill>
                <a:latin typeface="Calibri"/>
              </a:rPr>
              <a:t>The MSAA point reverses a decade of real-time rendering practice, and the reason is persistence.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650 · Virtual Reality  —  Module 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Binocular rivalry: the eyes must agree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A FAILURE MODE TO KNOW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If the two eyes receive sufficiently different images, the brain does not blend them.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It alternates between them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deeply unpleasant.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Causes: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an effect rendered in one eye only, a view-dependent effect computed from the wrong eye, a UI element with incorrect disparity.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Specular highlights and reflections legitimately differ between eyes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that is correct and fine. Gross differences are not.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Test by closing one eye, then the other.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If the two images differ in anything but viewpoint, something is wrong.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650 · Virtual Reality  —  Module 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Foveal acuity is about 60 pixels per degree over a ~200° field; consumer headsets deliver 15–35 ppd over ~110°.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Acuity collapses outside the 2° fovea — about a sixth at 20° — which is the entire basis of foveated rendering.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The periphery is poor at detail and excellent at motion and flicker, so cut detail there and never flicker.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Stereopsis gets the attention; motion parallax does more work, and shadows are the cheapest depth cue available.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Vergence and accommodation are coupled in reality and decoupled in a headset, causing fatigue. Keep interactive content between 0.5 and 2 m.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Low-persistence displays flash each frame for ~2 ms, removing eye-motion smear — so do not add motion blur back, and prefer MSAA to heavy TAA.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650 · Virtual Reality  —  Module 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