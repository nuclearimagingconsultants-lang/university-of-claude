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'integrate twice' point explains why position tracking needs cameras and orientation nearly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complementarity is exact: each sensor's weakness is the other's strength. That is what makes fusion work so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blank-wall failure is worth knowing: a featureless white room is genuinely hard for inside-out 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'same pose for everything in the frame' rule catches people who query the pose per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650 — Virtual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Tracking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Knowing where the head is, continuously and without drift.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650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an IMU measures and why it drifts.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sensor fusion and the role of each sensor.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inside-out and outside-in tracking.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prediction and why it is necessary.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tracking failure modes and how to handle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IMU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Fast, and it drifts.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SENSORS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an IMU actually measures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Sensor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Measures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Gyroscope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Angular </a:t>
            </a:r>
            <a:r>
              <a:rPr sz="1150" b="0" i="1">
                <a:solidFill>
                  <a:srgbClr val="3C4555"/>
                </a:solidFill>
                <a:latin typeface="Calibri"/>
              </a:rPr>
              <a:t>velocity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Integrate once → drift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Accelerometer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Linear acceleration + gravity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Integrate twice → drift fast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Magnetometer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Magnetic field direction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Distorted by metal, speakers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Double integration is why position drifts so fast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ARITHMETIC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Orientation comes from integrating angular velocity once.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small bias accumulates linearly — degrees per minute.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Position comes from integrating acceleration twice.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small bias accumulates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quadratically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gravity is a 9.8 m/s² signal you must subtract perfectly.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accelerometer bias of 0.01 m/s² gives half a metre of error in ten seconds.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inertial position tracking alone is hopeless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every system corrects it with an optical reference. The IMU provides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rate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the cameras provide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truth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Fast and drifting, plus slow and absolute.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COMPLEMENTARY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two halves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IMU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1000 Hz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, latency under a millisecond.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Smooth, no jitter.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Drifts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— no absolute reference.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Tells you how you are moving right now.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Optical (cameras)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30–90 Hz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, tens of milliseconds of latency.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Noisy, and can fail entirely.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Absolute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— no drift.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Tells you where you actually are, late.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fusion principle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HOW THE TWO ARE COMBINED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Use the IMU for high-frequency motion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is fast, smooth, and correct over short intervals.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Use the optical estimate to correct low-frequency drift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is slow and absolute.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complementary filter is the simple version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an extended or unscented Kalman filter is the usual production answer, estimating sensor biases as part of the state.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output is better than either sensor alone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by a wide margin, which is the standard result for complementary sensors and the reason every tracking system looks like this.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Inside-out and outside-in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Outside-in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Inside-out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Cameras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Fixed in the room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 the headset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Tracks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Markers on the headset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Features in the room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Accuracy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Higher; well-conditioned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Good; depends on the room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Setup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Base stations required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Play space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Bounded by the stations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Unbounded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Fails when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44368" y="4754879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54096" y="4791455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Occluded by your body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50608" y="4754879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0336" y="4791455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Blank walls; poor light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Rendering for where the head will be.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You must render for the future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PREDICTION IS NOT OPTIONAL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By the time a frame reaches the display, the pose used to render it is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tens of milliseconds old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06).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runtime predicts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where the head will be at the moment of photon emission, and you render for that pose.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Short-horizon prediction is remarkably accurate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heads have mass and cannot change direction instantly — 20 to 40 ms ahead is reliable.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Beyond that it degrades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overshoot during direction changes produces a characteristic swimming sensation. This is the limit on how much latency prediction can hide.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USING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Prediction in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Ask the runtime for the pose at the predicted display time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not for the current pose. OpenXR's API is built around this.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Use the same predicted pose for both eyes and for all rendering in the frame.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Mixing poses within a frame produces inconsistency.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Late latching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reads the pose as late as possible — after the CPU work, just before the GPU needs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Do not predict further than necessary.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Longer horizons mean larger errors, and timewarp (Module 06) handles the residual better than prediction does.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Tracking loss must be handled, not ignored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DESIGN REQUIREMENT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Tracking will fail.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Occlusion, a featureless wall, direct sunlight, a user covering a camera with their hand.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Snapping the view to a default pose is the worst possible response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 unrequested instantaneous viewpoint change is maximally disorienting.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Degrade gracefully: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fall back to orientation-only tracking, hold the last known position, and fade the world out if it persists.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Tell the user.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clear indication that tracking is lost is far better than a world that behaves inexplicably.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makes tracking fail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Featureless surfaces.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blank white wall gives inside-out tracking nothing to lock onto.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Poor or changing light.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Cameras need photons; a dark room is hard and a flickering one is worse.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Repetitive texture.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tiled floor or a regular brick wall produces false matches.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Moving environments.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train, a car, or a boat — the IMU reports the vehicle's acceleration as the head's.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Occlusion of controllers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behind the body or outside the camera field, which is constant in practice.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Vehicles are a genuine unsolved case, and the reason VR on a train is unpleasant.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gyroscope measures angular velocity and an accelerometer measures acceleration plus gravity. Neither measures position.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Orientation integrates once and drifts linearly; position integrates twice and drifts quadratically — so inertial position tracking alone is hopeless.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IMU and cameras are exactly complementary: fast and drifting against slow and absolute. Fusion is better than either by a wide margin.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Inside-out tracking won on convenience; its failure modes are blank walls, poor light, and repetitive texture rather than occlusion.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You must render for a predicted future pose. Prediction is reliable to 20–40 ms because heads have mass.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Tracking loss must degrade gracefully — never snap to a default pose, and tell the user what happened.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