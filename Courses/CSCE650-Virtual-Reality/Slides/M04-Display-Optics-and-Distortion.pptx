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'raw frame looks wrong' point is how students first encounter this, usually in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'why can't I just do the distortion myself' — which students ask, and the answer is timewarp.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Pupil swim is the subtle one — distortion is calibrated for a fixed eye position and the eye rotates.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Display Optics and Distortion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lens does, and what you must 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HMDs need lenses at all.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barrel and pincushion distortion and the correction order.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chromatic aberration correction.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distortion must happen after timewarp.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display artefacts and their causes.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a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display is 3 cm from your eye.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cannot focus on a screen 3 cm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 THE LENS SOLVES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nearest an adult eye can focus is roughly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10 cm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uncomfortable well before that. A headset display sits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3 to 5 cm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the eye.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lens makes the display appear to be at 1.5 to 2 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where the eye is relaxed.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magnifies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small panel fills a wide field of view — which is the other reason it is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introduces distortion, chromatic aberration, and a fixed focal plane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Modules 04 and 02's problems respectively. The lens creates as many problems as it solves.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Barrel and pincushion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The lens produces pincushion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Magnification increases with distance from the axis.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Straight lines bow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inward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at the edges.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 property of the optics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unavoidable.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Worse with wider fields of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So you render barrel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Pre-distort the image the opposite way.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Straight lines bow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outward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 the submitted frame.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two cancel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the user sees straight lines.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Which is why a raw VR frame looks wrong on a monitor.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Chromatic aberration is corrected per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THREE DISTORTIONS, NOT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lens refracts different wavelengths by different amounts, so red, green, and blue focus at slightly different magnifications.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Uncorrected, this appears as coloured fringing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the edges of the field — a red or blue halo on high-contrast edges.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correction applies a slightly different distortion mesh to each colour channel.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never perfect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you can still see fringing at the extreme edges of most headsets if you look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distortion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the order is not negotiable.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compositor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APPLICATION                          COMPOSITOR (the runtime)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-----------                          ------------------------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1. predict head pose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2. render left eye   ----------&gt;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3. render right eye  ----------&gt;     4. take the LATEST head pose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(submit undistorted,                 (newer than step 1's)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flat, linear images)             5. TIMEWARP: reproject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   submitted image to it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6. apply LENS DISTORTION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   (per colour channel)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7. scan out to the display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*** DISTORTION MUST COME AFTER TIMEWARP. ***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Timewarp is a rotation in the undistorted image space. Applying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it to an already-distorted image warps the distortion itself,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and the correction no longer matches the lens.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You submit flat, undistorted images. The compositor owns steps 4 to 7, and the ordering is the reason.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 not implement your own distortion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distortion mesh is device-specific and sometimes unit-specific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derived from factory calibration of the actual lenses.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must compose correctly with timewarp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compositor applies after you are finished.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changes with eye relief and IPD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correction depends on where the eye actually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Submit flat undistorted images and let the runtime do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Early VR required applications to distort; OpenXR exists partly so they no longer have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Consequences for rendering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Distortion is not free, and it changes pixel density.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Distortion compresses the periphery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YOUR PIXELS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Barrel pre-distortion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stretches the centre and compresses the edges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 submitted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peripheral pixels you rendered are thrown 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several submitted pixels collapse into one displayed pixel at the edges.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central pixels are stretched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submitted image must be rendered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larger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than the display to keep the centre sharp.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the recommended render target exceeds the panel resolution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often by 30–40%. You are rendering extra pixels so that the centre survives the warp.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EXPLOIT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Techniques that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Radial density masking: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skip rendering the corners entirely — they are outside the visible lens area.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stencil mesh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supplied by the runtime marks the pixels that will never be seen. Free performance; apply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Fixed foveated rendering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10) reduces shading rate toward the edges, which the distortion is going to compress anyway.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Lower-resolution periphery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matches both the distortion and the eye's acuity falloff (Module 02). The two agree, which is convenient.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hidden area mesh is the single easiest VR performance win and is frequently left unapplied.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Display artefacts and their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Artefact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Screen door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Visible gaps between pixels; fill factor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Per-pixel brightness variation; panel manufacturing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God rays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Internal reflection in Fresnel lenses; bright on dark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Chromatic fringing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Imperfect aberration correction at the edges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Pupil swim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Distortion is wrong when the eye moves off-axis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Glare, ghosting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4754879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4791455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Lens surface reflections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Pupil swim, and why eye tracking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RESIDUAL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distortion correction is calibrated for the eye at one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looking straight ahead, at a nominal eye relief.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the eye rotates, the pupil moves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correction is no longer exactly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world appears to warp slightly as you look around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subtle, and a real contributor to the sense that something is not quite solid.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Eye tracking allows dynamic distortion correction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adjusting the mesh for the current gaze. This is one of the less-discussed benefits of eye tracking and may matter more than foveated rendering.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lens is needed because the eye cannot focus at 3 cm; it also magnifies, and it introduces distortion, aberration, and a fixed focal plane.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lens produces pincushion distortion, so the application's image is pre-distorted with barrel distortion and the two cancel.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Chromatic aberration is corrected with a slightly different mesh per colour channel, and never perfectly.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Distortion must be applied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after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timewarp, because timewarp operates in undistorted image space — which is why the compositor owns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Pre-distortion compresses the periphery and stretches the centre, which is why the recommended render target exceeds the panel resolution.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Apply the runtime's hidden-area stencil mesh — it is the easiest VR performance win and is routinely left on the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