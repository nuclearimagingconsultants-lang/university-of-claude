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to this slide at the start of every module. It is the spine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usually hard-code Euler into a particle class and then cannot compare integrators. Insist on this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this up carefully. Several later techniques only make sense against this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drift is almost always the integrator; momentum drift is almost always a bug in force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Determinism is the one they skip, and it is the one that costs them a week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Simulation as an Initial Value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structure underneath everything in this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Express a physical system as a state vector and a derivative function.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Reduce a second-order ODE to a first-order system.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'physically based' means and what standard graphics holds it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which quantities a simulation should conserve.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the measurement harness used for the rest of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State, derivative, step. That is all of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simulation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x' = f(x, 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state vector x, and a function giving its rate of change. That is the entire abstraction.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x(t₀) = x₀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Plus an initial condition. Together: an initial value problem.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x(t + Δt) ≈ step(x, f, Δt)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simulator is a loop that applies a stepping scheme repeatedly. Module 02 is about choosing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Particles, cloth, rigid bodies, and fluids differ in what is in x and how f is computed. The loop is identical.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Second order becomes first order by stacking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TRICK YOU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Newton gives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= F/m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second order: x″ = F(x, x′)/m. Integrators are written for first-order systems.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Stack position and velocity into one state vector.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the derivative of position is velocity, and the derivative of velocity is force over mass.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x = [p, v]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 ⟹ 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x′ = [v, F(p,v)/m]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Now a general-purpose integrator applies.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 this once, in the architecture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every system in the course fits the same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interface worth building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Everything in this course implements this. Get it right once.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struct System {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virtual int    dim() const = 0;              // size of the state vector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virtual void   get_state(double* x) const = 0;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virtual void   set_state(const double* x) = 0;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virtual void   derivative(const double* x, double t, double* dx) = 0;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And integrators take a System, not a particle or a body.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struct Integrator {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virtual void step(System&amp; s, double t, double dt) = 0;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Consequence: you implement RK4 ONCE and it works for particles,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cloth, rigid bodies, and fluids. Swapping integrators to compare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them -- which this course does constantly -- becomes one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separation of state from derivative from stepping scheme is the whole architecture. Everything else is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'physically based'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lower standard than it sounds, deliberately.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fields, three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Will accept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Engineering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Accuracy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, with error bounds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Hours per solve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Validity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against experiment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Supercomputers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Plausibility, stability, control, speed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Being wrong, if it looks 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Stability outranks accuracy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simulation that is 5% wrong and runs for ten thousand frames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simulation that is exact and explodes on frame 180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worthless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 matter how good the first 179 frames were.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we will repeatedly accept provably less accurate methods for better stability.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Position-based dynamics (Module 04) is the extreme case — it is barely a physical method, and it is in every game engine.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Know that you are making the trade.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failure mode of this field is making it without noticing, and then being unable to explain why the simulation does not match reality.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Art direction is a hard requirement, not a compromise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 NOBODY MENTIONS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director will ask for the explosion to be bigger, the cloth to settle sooner, and the splash to go left.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Physics does not have a 'go left' parameter.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simulator that cannot be steered will not be used, however correct it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production methods expose controls that are not physical: damping multipliers, gravity per-object, stiffness that varies in space, forces that only act on frames 40–60.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Design for this from the start.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Hard-coding real constants into the solver is how you build something nobody can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watch, and why plotting it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correct simulation conserves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Conserved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it drifts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 momentum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external 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Forces are not equal and opposite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Angular momentum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external torque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Torque applied at the wrong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Energy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damping or dissipation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integrator (Module 02)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Volume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Incompressible material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fluid or soft body leaking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Energy drift tells you which integrator you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DIAGNOSTIC THAT IDENTIFIES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Simulate an undamped orbit and plot total energy against time. The shape of the curve names the integrator.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Rising steadily: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explicit Euler. It injects energy, always, and the orbit spirals outward.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Oscillating around a constant: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symplectic method. Bounded error forever — this is what you usually want.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Slowly decreasing: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RK4 or another high-order non-symplectic scheme. Accurate per step and dissipative over long runs.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Make this plot before anything else.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You will use it in every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Build these before you simulate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 energy and momentum logger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runs every step and writes a CSV.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plotting script.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will produce hundreds of these plots; make it one command.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Frame stepping and rewind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the viewer. A simulation that can only run forwards cannot be debugged.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Deterministic replay.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Same seed, same sequence, bit-identical result — otherwise an intermittent bug cannot be reproduced.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Analytic test cases: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free fall, a single undamped spring, a circular orbit. All three have closed-form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same argument as CSCE 647's validation suite, for the same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Determinism is not optional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TO INSIST ON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simulation bug often appears at frame 847 under one specific configuration.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run is not reproducible, you cannot bisect it, cannot test a fix, and cannot tell a fix from luck.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usual culprits: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uninitialised memory, iteration order over a hash container, parallel reduction order, and uncontrolled random seeds.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Fixed time steps help enormously.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variable step tied to real frame time makes every run different by construction — which Module 13 returns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system in this course is a state vector x and a derivative function f, advanced by a stepping scheme. Only x and f change.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Second-order Newtonian dynamics becomes first order by stacking position and velocity into one state vector.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Separate state, derivative, and integrator in the architecture, and you can swap integrators in one line — which this course does constantly.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Graphics requires plausibility, stability, control, and speed, in that order. Accuracy is not on the list, and that is deliberate.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Art direction is a hard requirement: a simulator that cannot be steered will not be used, however correct it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Plot energy and momentum from the first day. The shape of the energy curve identifies the integrator, and momentum drift identifies a force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