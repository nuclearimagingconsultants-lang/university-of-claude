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details are necessary. Without interpolation you get judder; without the clamp you get a 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Island construction is a connected-components pass, cheap, and it enables three different optimisations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Same-machine determinism is achievable and worth it. Cross-platform is a research-grade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Shipping a Simulator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Determinism, time steps, sleeping, and the parts nobody writes papers about.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Decouple the simulation time step from the render frame rate.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sleeping and explain the hysteresis it needs.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Achieve and maintain determinism.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the debugging tools a simulator requires.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Expose controls that an artist can actually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simulation step and the frame rate are different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Never step the simulation by the frame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variable time step means the physics changes with the hardware. The same scene behaves differently on a fast machine and a slow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Determinism is gone immediately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01), and with it replays, network sync, and reproducible bug reports.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stability varies: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long frame can exceed the stability limit and destroy the simulation.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a fixed step and accumulate.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Run as many fixed steps as the elapsed time allows, and interpolate the render state between the last two.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Fixed step with interpolated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const double DT = 1.0 / 120.0;     // fixed simulation step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double accumulator = 0.0;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void frame(double real_elapsed)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// Clamp: a long frame (a breakpoint, a stall) must not trigger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// a hundred catch-up steps, which would stall further. Spiral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// of death otherwise.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accumulator += min(real_elapsed, 0.25);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while (accumulator &gt;= DT)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prev_state = current_state;      // keep for interpolation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simulate(DT);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accumulator -= DT;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// Render BETWEEN the two most recent states, not at the latest.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double alpha = accumulator / DT;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render(lerp(prev_state, current_state, alpha));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clamp prevents the spiral of death; the interpolation prevents visible temporal aliasing when the rates do not divide evenly.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Sleeping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settled object should cost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Sleeping needs hysteresis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body whose velocity has stayed below a threshold for several frames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put to sleep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removed from integration and from the solver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single threshold oscillates.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body sleeps, gravity or a neighbour wakes it, it sleeps again — and the wake/sleep churn costs more than never sleeping.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two thresholds and a timer: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sleep below a low velocity sustained for N frames; wake above a higher one immediately.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wake islands together.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one body in a contact group wakes, the whole group must — or a box wakes and the crate it is resting on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ISLANDS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Simulation islands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Group bodies connected by contacts or joints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into independent islands.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Solve each island separately.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They do not interact this step, by construction.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Sleep and wake per island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per body.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Solve islands in parallel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they are independent, which is the cleanest parallelism available in a physics engine.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large island defeats all of this.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One long chain of contacts makes everything one island; this is why a big pile of objects is slow.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Determinism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Harder than it sounds, and 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breaks determinism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6858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Variable time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Fixed step (Part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Hash container iteration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Sort, or use ordered containers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Parallel reduction 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Fixed partitioning; deterministic reduce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Uninitialised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Zero-initialise; run under a sanitiser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Uncontrolled RNG seeds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Seed explicitly; store the seed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Cross-platform float differences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4754879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791455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hard. Often abandoned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Same-machine determinism is the achievable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SCOPE IT CORRECTLY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Same binary, same machine, same input, bit-identical output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this is achievable and is what debugging needs.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Cross-platform determinism is far harder.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Different compilers, SIMD widths, fused multiply-add availability, and transcendental implementations all produce different results.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Lockstep networked games need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pay a real price: fixed-point arithmetic, software transcendentals, strict compiler flags.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everything else, aim at same-machine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get the debugging benefit without the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Tools and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simulator needs around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tools worth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Frame stepping and rewind.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Non-negotiable. The interesting moment is always one frame before you noticed.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Visualise contacts: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points, normals, and impulse magnitudes. Most bugs are visible instantly this 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Visualise islands and sleep state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by colour.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Record and replay: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capture the full input stream so a failure can be reproduced exactly.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Energy and momentum plots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01). Still the best diagnostic you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stress scene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runs in CI and asserts invariants.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Contact visualisation is the highest-value tool per hour of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Expose controls, not constants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MODULE 01'S REQUIREMENT, CONCRETELY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Per-object gravity scale.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cape that should drape faster than reality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Damping multipliers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separate from material parameters, so motion can be calmed without changing the material.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Time-ranged forces: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wind acts on frames 40–90.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Target shapes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simulation is attracted toward, with an adjustable strength. This is how simulations are made to hit a required pose.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Caching and sub-frame output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simulation is run once and reviewed many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express any physical system as state and derivative, and choose an integrator for a reason.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tell an instability from a constraint failure from a collision failure — which is most of the practical skill.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know which methods are physically derived and which are not, and why the latter often win.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647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renders what you have simulated.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the pipeline it goes through.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650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adds a frame budget and a person inside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you have a simulator whose failures you can explain.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simulator has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Never step the simulation by the frame time. Use a fixed step with an accumulator, a clamp against the spiral of death, and interpolated rendering.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Sleeping needs two thresholds and a timer, or the wake/sleep churn costs more than never sleeping.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Group connected bodies into islands: solve separately, sleep together, and parallelise across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Determinism breaks on variable steps, hash ordering, parallel reduction order, uninitialised memory, and unseeded RNGs.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Aim for same-machine determinism; cross-platform costs fixed-point arithmetic and is rarely worth it outside lockstep networking.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Expose unphysical controls deliberately — per-object gravity, damping multipliers, time-ranged forces, target shapes. This is what makes a simulator usable.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