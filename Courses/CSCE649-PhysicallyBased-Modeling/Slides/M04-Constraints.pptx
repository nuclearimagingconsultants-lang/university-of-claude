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Penalty is what Module 03 did. This module replaces it, and the motivation is the cloth stiffness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that once C is written, the gradient gives the direction and the solver is generic.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global solve so they know what the iterative methods are approximating.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Gauss–Seidel uses updated values immediately, which converges faster than Jacobi but is order-dependent.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'velocity is an output' inversion is what makes PBD unconditionally stable. Make sure that lands.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long-chain convergence problem is worth demonstrating — it is visually obvious and explains hierarchical solvers.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649 — Physically-Based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Constraints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Enforcing what must be true, instead of pushing toward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649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hard constraints from penalty forces.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Formulate constraints with Lagrange multipliers.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Gauss–Seidel constraint projection.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position-based dynamics and why it dominates in practice.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XPBD fixes about PBD.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 ways to enforce a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Push toward it, or impose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Penalty and constraint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Penalty forces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Add a stiff spring that resists violation.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Simple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it is just another force.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Never exactly satisfied.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Always some error.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Stiff spring ⟹ tiny time step (Module 02).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Stiffness is a tuning parameter with no physical meaning.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Hard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Solve for the force that makes the constraint hold exactly.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Exactly satisfied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at every step.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No stiffness, so no stiffness-induced step limit.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Requires solving a system of equations.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The right answer, at the cost of a solver.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Constraints as 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C(x)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An equality constraint: distance fixed, point on a surface, two bodies joined.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C(x) ≥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An inequality constraint: do not penetrate. Active only when violated — which is what makes contact hard.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Example:  C = |p₁ − p₂| − 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inextensible rod. Zero when the distance equals the rest length.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Writing the constraint as a scalar function is the step that makes everything else mechanical.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constraint force acts along the gradient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KEY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constraint force must not do work — it enforces a geometric condition, it does not add or remove energy.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forces its direction: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must be perpendicular to the allowed motion, which means parallel to ∇C.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F = λ ∇C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a single unknown scalar λ per constraint — the Lagrange multiplier.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λ is the magnitude of the constraint force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has physical meaning: for a contact it is the normal force, which is exactly what friction needs (Module 06).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Solving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Many constraints at once, cheaply.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All constraints simultaneously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J M⁻¹ Jᵀ λ  =  −(J M⁻¹ F_ext + ...)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J is the constraint Jacobian; each row is one constraint's gradient. Solve for all λ at once.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Sparse, symmetric, positive semi-definite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So conjugate gradient works — but assembling and solving it every step is expensive.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443983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global solve is correct and costly. Almost everyone iterates instead.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ITERATIVE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Gauss–Seidel projection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// Rather than solving all constraints at once, satisfy them one at a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// time, repeatedly. Each projection uses the results of the previous.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for (int iter = 0; iter &lt; N_ITER; iter++) {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for (auto&amp; c : constraints) {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double  Cval = c.evaluate(p);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if (c.inequality &amp;&amp; Cval &gt;= 0) continue;   // inactive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// Correction along the gradient, weighted by inverse mass.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auto    grad = c.gradient(p);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double  wsum = 0;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for (int i : c.particles) wsum += inv_mass[i] * grad[i].sqnorm();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if (wsum &lt; 1e-12) continue;                // all bodies pinned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double  s = Cval / wsum;                   // the scaling factor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for (int i : c.particles)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p[i] -= s * inv_mass[i] * grad[i];     // project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// Converges to the true solution as N_ITER grows. In practice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// 4-20 iterations, and you accept the residual error.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Inverse mass appears again: pinned particles have zero weight and absorb no correction, with no special case.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Iteration count becomes a stiffness dial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CONSEQUENCE TO 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More iterations means constraints are satisfied more exactly, which means the material behaves more stiffly.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stiffness depends on the solver settings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on a material parameter. The same cloth with 4 and 40 iterations is two different materials.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also depends on the time step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worse: change the frame rate and the material changes.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PBD's central flaw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XPBD exists to fix it. It is also, perversely, why PBD is popular — the dial is intuitive and never explodes.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Position-based dynamics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method that took over games.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PBD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whole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void step(double dt) {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// 1. Predict positions with explicit integration, ignoring constraints.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for (int i = 0; i &lt; n; i++) {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v[i] += dt * inv_mass[i] * f_ext[i];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pred[i] = p[i] + dt * v[i];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// 2. PROJECT positions to satisfy constraints. Iterate.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for (int it = 0; it &lt; iters; it++)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for (auto&amp; c : constraints) c.project(pred, inv_mass);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// 3. Derive velocity from the position change. This is the trick: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//    velocity is an OUTPUT, not something we integrated.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for (int i = 0; i &lt; n; i++) {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v[i] = (pred[i] - p[i]) / dt;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p[i] = pred[i];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Step 3 is the idea. Because velocity is derived from the final positions, there is no mechanism by which the system can gain energy.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PBD cannot explode, which is why it won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DECISIVE PROPERTY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Positions are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projected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never integrated forward from forces. A projection moves a point to a valid configuration; it cannot send it to infinity.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Velocity is then derived from the position change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it is bounded by construction.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There is no stiffness, so there is no stability limit.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Any time step, any material, any configuration — it will produce something.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For an interactive application that is worth more than physical correctness.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game that is 10% wrong ships; a game that explodes when the player does something unexpected does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HONEST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PBD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224528" y="1901952"/>
            <a:ext cx="7406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4256" y="1956816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Detail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Stiffness is not a material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2377440"/>
            <a:ext cx="7406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6" y="2414016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Depends on iteration count and Δt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Artificial damping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8" y="2852928"/>
            <a:ext cx="7406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2889504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Projection removes energy silently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Order dependence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24528" y="3328416"/>
            <a:ext cx="7406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4256" y="3364992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Gauss–Seidel results depend on constraint ordering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Poor convergence at scale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24528" y="3803904"/>
            <a:ext cx="7406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4256" y="3840480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Long chains propagate one link per iteration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 a physical method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24528" y="4279392"/>
            <a:ext cx="7406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34256" y="4315968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You cannot derive it from mechanics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XPBD makes stiffness a real parameter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XPBD (extended PBD) reintroduces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compliance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α = 1/k — the inverse of stiffness — as an explicit parameter, and accumulates the Lagrange multiplier across iterations.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result converges to a well-defined solution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independent of iteration count and time step.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α = 0 recovers a hard constraint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larger α gives softer material, specified in real units.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a small change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few extra lines — and it removes PBD's worst defect. Use XPBD, not PBD.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Making constraint solvers behave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Substep rather than iterate.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Ten substeps with one iteration beats one step with ten iterations, and by a lot. This was the key finding of the 2019 small-steps paper.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Randomise or alternate constraint order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to reduce the bias from Gauss–Seidel's sequential nature.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Use graph colouring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to find independent constraint sets that can be solved in parallel.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Warm start: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begin each step from the previous step's multipliers. Large improvement for stacking.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Handle over-constrained systems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they have no solution, and the solver must degrade rather than diverge.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Substepping over iterating is the single most valuable practical result in this module.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Penalty forces are simple and never exact, and their stiffness forces tiny time steps. Hard constraints are exact at the cost of a solver.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Write the constraint as a scalar function C(x); the force acts along ∇C with magnitude λ, which is physically meaningful.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global solve is a sparse symmetric system. Almost everyone uses Gauss–Seidel projection instead and accepts the residual.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In PBD, iteration count and time step act as a stiffness dial — which means stiffness is not a material property. That is its central flaw.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PBD projects positions and derives velocity from the change, so it cannot gain energy and cannot explode. That is why it dominates games.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XPBD reintroduces compliance and accumulates multipliers, giving a solution independent of iterations and step size. Use XPBD.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