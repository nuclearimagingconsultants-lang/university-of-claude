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impulse is the right abstraction because the collision duration is below the time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stick/slide decision is coupled across contacts, which is why friction cannot be solved independently per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clamp is the single most important line. It appears in every production implementation and is easy to get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 impulse is the right answer and is what modern engines use. Baumgarte is simpler and springier.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Jitter is nearly always warm starting. Sinking is nearly always iteration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Collision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to do once you know two things are touching.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collision impulse with restitution.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Coulomb friction and explain the friction cone.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resting contact is harder than collision.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sequential impulses with warm starting.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jitter, sinking, and drift in a contact solver.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Impulses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instantaneous change in velocity.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collision impulse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v_rel = (v_a − v_b) ·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Relative velocity along the contact normal. Negative means approaching.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j = −(1 + e) v_rel / (1/mₐ + 1/m_b)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impulse magnitude. e is the coefficient of restitution: 0 is perfectly inelastic, 1 perfectly elastic.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v_a += j n / mₐ,    v_b −= j n / m_b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Apply equal and opposite. Inverse mass again: static geometry has 1/m = 0 and does not move.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impulse changes velocity instantaneously — no force, no time step. That is what makes collision different from every other interaction.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impulses rather than forces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real collision lasts microseconds and involves enormous forces. Resolving it with forces would need a time step far below anything affordable.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impulse is the integral of force over that short interval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applied all at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collision is treated as instantaneous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deformation during it is not modelled — restitution stands in for all of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why e has no deep physical meaning.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a lumped parameter summarising energy lost to deformation, sound, and heat in a process we declined to simulate.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tangential half, and the harder half.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COULOMB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friction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|f_t|  ≤  μ |f_n|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Tangential force is bounded by the normal force times the friction coefficient. An inequality, not an equation.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Static:  f_t resists motion, up to the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If the required force is within the cone, contact sticks.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Kinetic: |f_t| = μ |f_n| opposing slide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If it exceeds the limit, contact slides and friction saturates.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inequality is what makes friction hard: whether a contact sticks or slides is an unknown you must solve for.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friction cone, and the pyramid everyone 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STANDARD APPROXIMATION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Admissible contact forces lie inside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about the normal, with half-angle arctan μ.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cone constraint is nonlinear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complicates the solver considerably.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almost everyone uses a pyramid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linear approximation with four or eight sides — which turns it into linear constraints the existing solver handles.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artefact is anisotropic friction: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object slides slightly more easily along the pyramid's edges than along its faces. It is visible if you look for it, and almost nobody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Resting 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case that is genuinely difficult.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Resting contact is not a sequence of collisions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STACKS ARE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box on the ground is not colliding. It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contact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zero relative velocity, and the ground must supply exactly enough force to cancel gravity.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Treating it as repeated tiny collisions gives jitter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gravity pulls it in, the impulse pushes it out, every frame.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forces are coupled.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a stack, the force on the bottom box depends on everything above it. You cannot solve contacts independently.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Formally this is a linear complementarity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either the contact is separating with zero force, or touching with non-negative force. Never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SEQUENTIAL IMPULSES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engines actually solve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Erin Catto's method: Gauss-Seidel over contacts, with accumulated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impulses. Simple, fast, and good enough -- it is what Box2D does.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for (int iter = 0; iter &lt; iterations; iter++) {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for (auto&amp; c : contacts) {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double vn = relative_normal_velocity(c);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// Baumgarte: push apart gently, proportional to penetration.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double bias = BETA / dt * max(0.0, c.penetration - SLOP);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double dj = -(vn + bias) / c.effective_mass;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// CLAMP THE ACCUMULATED impulse, not this iteration's increment.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// Contacts may only push, never pull -- but an individual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// iteration may need to reduce a previous over-correction.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double old = c.normal_impulse;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c.normal_impulse = max(0.0, old + dj);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dj = c.normal_impulse - old;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apply_impulse(c, dj * c.normal);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Clamping the accumulated impulse rather than the increment is the detail that makes this work. Clamping the increment gives a visibly worse solver.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STABILISATION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Removing penetration without popping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Projection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Move objects apart directly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Adds energy; pops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Baumgarte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Bias velocity by penetration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Adds energy; springy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Split impulse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Separate position and velocity passes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added energy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Allow a small permanent overlap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Essential for stability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Reading the failure modes.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Contact solver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6858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Stack jitters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Too few iterations; no warm start; no slop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Objects sink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 enough iterations to resolve the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Objects drift sideways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Friction too weak, or pyramid artefact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Boxes slide down slopes slowly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Friction not solved with the normal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Stack explodes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Baumgarte bias too large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Objects never settle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4754879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791455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sleeping (Module 13)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Warm starting is what makes stacking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SINGLE BIGGEST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 a stable stack, the contact forces this frame are almost identical to last frame's.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Starting each solve from zero throws that away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re-derives the answer from scratch every frame, which with ten iterations it cannot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Store the accumulated impulse on each persistent contact point and apply it before solving.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solver starts near the answer and converges in a few iterations.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requires manifold persistence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05) — contacts must be matched by feature across frames. The two features together are what make a tall stack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Getting contact to behave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Solve friction after the normal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each iteration — the friction bound depends on the normal impulse just computed.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a slop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of a few millimetres. Contacts that oscillate between active and inactive destroy stability.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Shock propagation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tall stacks: solve bottom-up, treating already-solved bodies as static. Converges far faster.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Substep.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Again. It helps here as much as anywhere.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Sleep resting objects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13). A settled stack should cost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Shock propagation is the trick that makes hundred-box stacks feasible.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collision lasts microseconds, so it is resolved with an impulse — the integral of force — applied instantaneously.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Restitution is a lumped parameter standing in for deformation, sound, and heat that were deliberately not simulated.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Coulomb friction is an inequality: whether a contact sticks or slides is an unknown, coupled across contacts, that must be solved for.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friction cone is nonlinear, so engines use a pyramid; the artefact is slightly anisotropic friction that almost nobody notices.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Resting contact is not repeated collision. Forces are coupled through the stack, making it a linear complementarity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Clamp the accumulated impulse, not the increment; warm start from persistent manifolds. Those two details make stacking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