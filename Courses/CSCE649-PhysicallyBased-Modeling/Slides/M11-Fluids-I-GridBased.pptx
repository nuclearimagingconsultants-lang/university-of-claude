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That pressure is a constraint force, not a state variable, is the key conceptual point. Compare Module 04.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Stam's paper is the single most influential in graphics fluids. The contribution is the splitting plus stable advection.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FLIP is the real answer and is why it took over. Flag it forward.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Multigrid is asymptotically optimal here and is what large production solvers 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Volume loss is the defining practical problem of grid-based liquid, and it is why Project 2 asks for a volume plot.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649 — Physically-Based Modeling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Fluids I: Grid-Based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Navier–Stokes, split into pieces you can actually solve.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649 · Module 11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State the incompressible Navier–Stokes equations and interpret each term.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operator splitting and why it makes the problem tractable.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Implement semi-Lagrangian advection and explain its dissipation.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Implement pressure projection and explain what it enforces.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the MAC grid and why staggering matters.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649 · Physically-Based Modeling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equations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Two lines, and one of them is almost trivial.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649 · Physically-Based Modeling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NAVIER–STOKES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Incompressible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∂u/∂t  =  −(u·∇)u  −  (1/ρ)∇p  +  ν∇²u  +  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7860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Velocity changes by: self-advection, pressure gradient, viscosity, and external forces.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127248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127248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18688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∇ · u  =  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03904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Incompressibility: no net flow into or out of any region. This single constraint determines the pressure.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4443983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The second equation has no time derivative. Pressure is not evolved — it is whatever makes the first equation respect the second.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649 · Physically-Based Modeling  —  Module 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Pressure is a Lagrange multiplier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CONNECTION TO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Incompressibility is a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constraint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: ∇·u = 0 must hold everywhere, at all times.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Pressure is the force that enforces it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exactly the role λ played in Module 04. It is not a material property being evolved; it is solved for, every step.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That is why the pressure solve is a global linear system.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Incompressibility couples the entire domain instantly: squeeze here and the fluid must move there.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why it is the expensive part.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 Poisson solve over the whole grid, every step, with no locality to exploit.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649 · Physically-Based Modeling  —  Module 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Operator splitting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Solve one term at a time.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649 · Physically-Based Modeling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STABLE FLUIDS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Jos Stam's decomposition, 1999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1. Add forces.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u += Δt·f. Trivial.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2. Advect.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Move the velocity field along itself.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Unconditionally stable if done semi-Lagrangianly.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3. Diffuse.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Apply viscosity. An implicit solve, or skip it — numerical dissipation usually supplies more than enough.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4. Project.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Subtract the pressure gradient to make the field divergence-free.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The expensive step.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Each step is individually tractable.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Splitting introduces error, and it is what made fluids practical in graphics.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649 · Physically-Based Modeling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Semi-Lagrangian advection cannot blow up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STAM'S KEY MOVE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Instead of pushing values forward, trace backwards.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For each grid cell, ask: where did this fluid come from one step ago? Then interpolate the old field there.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result is a weighted average of existing values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so it can never exceed the range already present.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Unconditionally stable at any time step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removed the CFL restriction that had limited earlier methods.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cost is severe numerical dissipation.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Every step interpolates, every interpolation smooths, and smoke visibly loses its detail over time.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649 · Physically-Based Modeling  —  Module 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DISSIPATION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Fighting the smoothing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7432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Technique</a:t>
            </a:r>
          </a:p>
        </p:txBody>
      </p:sp>
      <p:sp>
        <p:nvSpPr>
          <p:cNvPr id="8" name="Rectangle 7"/>
          <p:cNvSpPr/>
          <p:nvPr/>
        </p:nvSpPr>
        <p:spPr>
          <a:xfrm>
            <a:off x="3310128" y="1901952"/>
            <a:ext cx="43891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19856" y="1956816"/>
            <a:ext cx="4169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Idea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99248" y="1901952"/>
            <a:ext cx="39319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08975" y="1956816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Cost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Vorticity confinement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10128" y="2377440"/>
            <a:ext cx="4389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19856" y="2414016"/>
            <a:ext cx="4169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Detect vortices, push energy back in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99248" y="2377440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08975" y="2414016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Unphysical; cheap; everyone uses it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7432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BFECC / MacCormack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10128" y="2852928"/>
            <a:ext cx="43891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19856" y="2889504"/>
            <a:ext cx="4169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Advect forward then back; correct the error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699248" y="2852928"/>
            <a:ext cx="39319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08975" y="2889504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2× cost; much less dissipation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Higher-order interpolation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10128" y="3328416"/>
            <a:ext cx="4389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19856" y="3364992"/>
            <a:ext cx="4169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Cubic instead of linear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699248" y="3328416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08975" y="3364992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Ringing; moderate gain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7432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FLIP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310128" y="3803904"/>
            <a:ext cx="43891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19856" y="3840480"/>
            <a:ext cx="4169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Carry velocity on particles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699248" y="3803904"/>
            <a:ext cx="39319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808975" y="3840480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Module 12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649 · Physically-Based Modeling  —  Module 11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grid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Where you store things matters more than it should.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649 · Physically-Based Modeling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MAC grid: store velocity on faces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WHY STAGGERING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Collocated grid: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all quantities at cell centres. Computing divergence needs a central difference spanning two cells.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That difference cannot see a checkerboard pattern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so pressure can oscillate cell to cell with zero computed divergence. The classic checkerboard instability.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MAC (marker-and-cell) grid: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pressure at cell centres, velocity components on the corresponding </a:t>
            </a:r>
            <a:r>
              <a:rPr sz="1600" b="0" i="1">
                <a:solidFill>
                  <a:srgbClr val="141924"/>
                </a:solidFill>
                <a:latin typeface="Georgia"/>
              </a:rPr>
              <a:t>faces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Now divergence is a difference between adjacent faces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it sees everything, the checkerboard mode is impossible, and the pressure gradient lands exactly where velocity lives.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649 · Physically-Based Modeling  —  Module 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PROJECTION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pressure Poisson equation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∇²p  =  (ρ/Δt) ∇·u*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7860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Solve for the pressure whose gradient removes the divergence of the intermediate velocity u*.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127248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127248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18688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u  =  u*  −  (Δt/ρ) ∇p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03904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Subtract it. The result is divergence-free to solver tolerance.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352544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4352544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43983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Sparse, symmetric, positive definite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So conjugate gradient applies — and with a good preconditioner it is the dominant cost of the whole simulation.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669279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Preconditioned CG, usually with incomplete Cholesky or multigrid. This solve is where the time goes.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649 · Physically-Based Modeling  —  Module 11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Liquids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What changes when there is a surface.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649 · Physically-Based Modeling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FREE SURFACE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Smoke and water are different problems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Smoke fills the domain.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Every cell is fluid; boundary conditions are simple.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Water has a free surface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that moves, and must be tracked.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Level sets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represent the surface implicitly as the zero set of a signed distance field. Topology changes — splitting, merging — are automatic.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And they lose volume.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Advecting and reinitialising a level set is dissipative; a drop can simply evaporate.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Particle level sets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fix this by seeding particles near the surface to correct the implicit representation.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649 · Physically-Based Modeling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Volume loss is the problem to measure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WHAT TO PLOT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A grid-based liquid simulation loses volume steadily: advection smooths, the level set reinitialisation smooths more, and thin features fall below the grid resolution and vanish.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splash's droplets disappear.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 thin sheet of water evaporates mid-air.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Plot total volume every frame.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It is the single most informative diagnostic for a liquid solver, exactly as the energy plot is for a dynamics solver.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FLIP (Module 12) loses far less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the main reason it displaced pure grid methods for liquid.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649 · Physically-Based Modeling  —  Module 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Navier–Stokes has no time derivative for pressure: pressure is a Lagrange multiplier enforcing incompressibility, solved for each step.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That constraint is global, which is why the pressure solve is a Poisson system over the whole domain and the dominant cost.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Operator splitting solves force, advection, diffusion, and projection separately — each tractable, with splitting error accepted.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Semi-Lagrangian advection traces backwards and interpolates, so it cannot exceed existing values and cannot blow up — at the cost of heavy dissipation.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The MAC grid stores velocity on faces so the divergence stencil is compact, which eliminates the checkerboard pressure mode.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Grid liquids lose volume through advection and level set reinitialisation. Plot volume every frame; it is the key diagnostic.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649 · Physically-Based Modeling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