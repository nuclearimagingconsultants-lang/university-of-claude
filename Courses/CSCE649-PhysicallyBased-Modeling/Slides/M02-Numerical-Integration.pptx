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Everyone writes this first. The point is to understand exactly why it fails, not to avoid writing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distinction is the module's core. Students conflate them and then reach for RK4 to fix an instability.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two energy plots side by side immediately after this. The contrast is the most convincing thing in the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footnote matters: comparing integrators per-step rather than per-unit-work is misleading.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Have them measure this empirically — the predicted threshold matches the observed one closely, which is satisfying.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Baraff–Witkin 1998 is the paper that made cloth practical by doing exactly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last row is where industry actually landed, and Module 04 explains why despite its theoretical weaknesses.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649 — Physically-Based Modeling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Numerical Integration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Why your simulation explodes, and which scheme stops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649 · Module 02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Derive explicit Euler and explain why it gains energy.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Distinguish accuracy from stability, and order from behaviour.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what symplectic means and why it matters over long runs.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Define stiffness and explain why it forces implicit integration.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Choose an integrator from a system's requirements.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obvious method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And exactly why it fails.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649 · Physically-Based Modeling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EXPLICIT EULER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first thing anyone writes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x(t + Δt)  =  x(t)  +  Δt · f(x(t), 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Evaluate the derivative where you are, and step along it. First-order accurate: error per step is O(Δt²).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p ← p + Δt·v    then    v ← v + Δt·a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Written out for a particle. Note the order: both updates use the OLD values. That is what makes it explicit.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443983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Simple, obvious, and unconditionally unstable for oscillatory systems. It is wrong in a specific and instructive way.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Explicit Euler always gains energy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WHY, GEOMETRICALLY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Consider a particle in a circular orbit. The true motion curves continuously toward the centre.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Euler steps along the tangent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a straight line, and a tangent to a circle always lands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outside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So every step moves the particle slightly further out than it should be, at slightly too much speed.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Energy increases monotonically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the orbit spirals outward.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no smaller time step fixes it.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 smaller step makes it slower, not stable. The error is systematic, not random — which is the whole lesson.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TWO PROPERTIES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Accuracy and stability are different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5266944" cy="4572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Accuracy —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How fast error shrinks as Δt shrinks.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Euler is O(Δt), RK4 is O(Δt⁴).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Matters over a few steps.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A high-order method can still blow up.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901952"/>
            <a:ext cx="5266944" cy="45720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Stability —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Whether error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grows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 over many steps.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Determines the maximum usable Δt.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Matters over thousands of steps.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This is what you actually care about.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Symplectic integrators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 one-line change with a disproportionate payoff.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649 · Physically-Based Modeling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THE FIX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Symplectic Euler is Euler with the lines swapped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361943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cpp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087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EXPLICIT (forward) Euler -- unstable for oscillators: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p += v * dt;          // uses OLD v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v += a * dt;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SYMPLECTIC (semi-implicit) Euler -- stable: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v += a * dt;          // update velocity FIRST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p += v * dt;          // then use the NEW v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That is the entire difference. Same cost, same order of accuracy,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completely different long-term behaviour: energy now oscillates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within a bounded band instead of growing without limit.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If you take one practical thing from this course, it is this.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428487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Same operations, same cost, one line reordered. Energy becomes bounded rather than divergent.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symplectic actually means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PROPERTY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 symplectic integrator preserves the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phase-space volume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of the system — a geometric structure that Hamiltonian mechanics says the true dynamics preserves.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practical consequence: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energy error is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bounded for all time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rather than accumulating. It oscillates; it does not drift.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does not mean energy is conserved exactly.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simulated system conserves a slightly different energy, which stays close to the true one.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This is why a symplectic first-order method beats a non-symplectic fourth-order one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for long simulations — a qualitative property beating three orders of accuracy.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THE OPTIONS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Explicit integrators compared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6517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8" name="Rectangle 7"/>
          <p:cNvSpPr/>
          <p:nvPr/>
        </p:nvSpPr>
        <p:spPr>
          <a:xfrm>
            <a:off x="3218688" y="1901952"/>
            <a:ext cx="13716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28416" y="1956816"/>
            <a:ext cx="1152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Order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90288" y="1901952"/>
            <a:ext cx="20116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0016" y="1956816"/>
            <a:ext cx="1792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Symplectic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01968" y="1901952"/>
            <a:ext cx="50292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11696" y="1956816"/>
            <a:ext cx="4809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Use for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377440"/>
            <a:ext cx="2651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414016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Explicit Euler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18688" y="2377440"/>
            <a:ext cx="1371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28416" y="2414016"/>
            <a:ext cx="1152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90288" y="2377440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00016" y="2414016"/>
            <a:ext cx="1792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01968" y="2377440"/>
            <a:ext cx="5029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11696" y="2414016"/>
            <a:ext cx="4809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Nothing. Teaching only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2852928"/>
            <a:ext cx="2651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2889504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Symplectic Euler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18688" y="2852928"/>
            <a:ext cx="1371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28416" y="2889504"/>
            <a:ext cx="1152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90288" y="2852928"/>
            <a:ext cx="20116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00016" y="2889504"/>
            <a:ext cx="1792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Yes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01968" y="2852928"/>
            <a:ext cx="5029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11696" y="2889504"/>
            <a:ext cx="4809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default. Games, real time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328416"/>
            <a:ext cx="2651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364992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Velocity Verlet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18688" y="3328416"/>
            <a:ext cx="1371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28416" y="3364992"/>
            <a:ext cx="1152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90288" y="3328416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00016" y="3364992"/>
            <a:ext cx="1792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Yes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01968" y="3328416"/>
            <a:ext cx="5029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11696" y="3364992"/>
            <a:ext cx="4809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Better accuracy, same cost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3803904"/>
            <a:ext cx="2651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6656" y="3840480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Midpoint / RK2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18688" y="3803904"/>
            <a:ext cx="1371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328416" y="3840480"/>
            <a:ext cx="1152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90288" y="3803904"/>
            <a:ext cx="20116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00016" y="3840480"/>
            <a:ext cx="1792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601968" y="3803904"/>
            <a:ext cx="5029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11696" y="3840480"/>
            <a:ext cx="4809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Smooth non-oscillatory systems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6928" y="4279392"/>
            <a:ext cx="2651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6656" y="4315968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RK4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18688" y="4279392"/>
            <a:ext cx="1371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328416" y="4315968"/>
            <a:ext cx="1152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90288" y="4279392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00016" y="4315968"/>
            <a:ext cx="1792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601968" y="4279392"/>
            <a:ext cx="5029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711696" y="4315968"/>
            <a:ext cx="4809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Accuracy over short runs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02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Stiffness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reason some systems need a different approach entirely.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649 · Physically-Based Modeling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stiff system has timescales that differ enormously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DEFINITION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Stiff cloth: the stretch springs oscillate at kilohertz; the cloth visibly moves at a few hertz.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 explicit method must resolve the fastest timescale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or it goes unstable — even though nothing visually interesting happens there.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Δt is limited by the stiffest spring in the mesh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may be thousands of times smaller than the motion requires.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Stiffer material means smaller steps means slower simulation.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Stiff cloth with explicit integration is unaffordable, and that is a property of the method, not the hardware.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THE LIMIT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explicit stability condition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Δt  &lt;  2 √(m / k)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For a mass-spring system: the step is bounded by the stiffest spring and the lightest mass.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k × 100  ⟹  Δt ÷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A hundred times stiffer needs ten times smaller steps. Stiffness is expensive, superlinearly in practice.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443983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This is a hard limit from the method, not a tuning suggestion. Exceed it and the system diverges.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IMPLICIT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Backward Euler: evaluate the derivative at the destination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x(t + Δt)  =  x(t)  +  Δt · f( x(t + Δt) 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unknown appears on both sides, so each step requires solving a system of equations.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(I − Δt·∂f/∂x) Δx  =  Δt · f(x)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Linearise and solve. A sparse linear system per step, usually with conjugate gradient.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443983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Unconditionally stable: any time step works. The cost is a linear solve per step and heavy artificial damping.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Implicit methods trade energy for stability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HONEST COST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Backward Euler is unconditionally stable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it will not explode at any time step, which is why Baraff and Witkin's 1998 cloth paper changed the field.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But it is strongly dissipative.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It removes energy aggressively, and at large steps the result is visibly over-damped: cloth that looks like it is moving through treacle.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That damping is why it is stable.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It is not a bug to be fixed; it is the mechanism.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Implicit midpoint and BDF2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are less dissipative and harder to make robust. Most production cloth uses backward Euler and accepts the damping.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CHOOSING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Which integrator for which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31089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System</a:t>
            </a:r>
          </a:p>
        </p:txBody>
      </p:sp>
      <p:sp>
        <p:nvSpPr>
          <p:cNvPr id="8" name="Rectangle 7"/>
          <p:cNvSpPr/>
          <p:nvPr/>
        </p:nvSpPr>
        <p:spPr>
          <a:xfrm>
            <a:off x="3675887" y="1901952"/>
            <a:ext cx="32918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85615" y="1956816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Choice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67727" y="1901952"/>
            <a:ext cx="4663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77455" y="19568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Particles, loose springs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75887" y="2377440"/>
            <a:ext cx="3291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85615" y="2414016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Symplectic Euler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67727" y="2377440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77455" y="24140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Cheap, stable, good enough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31089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Rigid bodies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75887" y="2852928"/>
            <a:ext cx="32918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85615" y="2889504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Symplectic Euler + substeps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67727" y="2852928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77455" y="2889504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Contact needs small steps anyway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Stiff cloth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75887" y="3328416"/>
            <a:ext cx="3291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85615" y="3364992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Implicit (backward Euler)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67727" y="3328416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77455" y="3364992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Explicit is unaffordable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31089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Orbital or long-run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75887" y="3803904"/>
            <a:ext cx="32918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85615" y="3840480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Velocity Verlet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67727" y="3803904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77455" y="3840480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Bounded energy over millions of steps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Accuracy over a short run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75887" y="4279392"/>
            <a:ext cx="3291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785615" y="4315968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RK4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67727" y="4279392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77455" y="4315968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Highest order per step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31089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Games, everything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75887" y="4754879"/>
            <a:ext cx="32918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785615" y="4791455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XPBD (Module 04)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967727" y="4754879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077455" y="4791455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Cannot explode; tunable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02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Things that matter more than the choice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Substepping.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Several small steps per frame is usually better than one large step with a fancier method, and far simpler.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Fixed time step.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A variable step makes behaviour depend on frame rate and destroys determinism (Module 01).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Clamp velocities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as a safety net. Unphysical, and it stops one bad frame from destroying a simulation.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Detect NaN early.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One NaN propagates through the entire state within a few steps. Assert on it.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Measure, do not assume.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Plot the energy.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798290"/>
                </a:solidFill>
                <a:latin typeface="Calibri"/>
              </a:rPr>
              <a:t>Substepping is the single most effective practical lever in this module.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Explicit Euler steps along the tangent, which for an orbit always lands outside — so it gains energy systematically, and no smaller step fixes it.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Accuracy is how fast error shrinks with Δt; stability is whether error grows over many steps. Stability is what you actually need.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Symplectic Euler is explicit Euler with two lines swapped, and it turns unbounded energy growth into bounded oscillation.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A symplectic first-order method beats a non-symplectic fourth-order one over long runs — a qualitative property beating three orders.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Stiffness means timescales differing by orders of magnitude; explicit methods must resolve the fastest, so Δt is bounded by 2√(m/k).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Implicit methods are unconditionally stable because they are dissipative. The damping is the mechanism, not a defect.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649 · Physically-Based Modeling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