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BVH with refitting is what most engines use, for the same reasons as CSCE 647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GJK operates on support functions, so it handles any shape you can write a support function for — including implicit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uses CCD for everything. Engines flag fast objects and use it selectively.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Speculative contacts are underrated — most of the benefit of CCD for a fraction of the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'cannot recover' point justifies the extra expense — this is where cloth genuinely needs continuous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Collision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out what is touching what, fast enough.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broad phase and justify the structure chosen.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the separating axis test and explain GJK.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discrete from continuous detection and explain tunnelling.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Generate contact manifolds rather than single points.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self-collision for deformable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Broad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Eliminating the pairs that obviously cannot touch.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n² pairs is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Ten thousand objects gives 50 million pairs per frame. At 60 Hz that is 3 billion pair tests per second before any real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Almost all of those pairs are nowhere near each 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broad phase eliminates them cheaply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using bounding volumes, leaving a small candidate list for the expensive exact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Same structure as Module 04 of CSCE 647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cheap conservative test that lets you skip the overwhelming majority of the work. The pattern recurs throughout this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Broad phase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7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5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 grid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Similar-sized objects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7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5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Wildly varying sizes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Spatial 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Unbounded domains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7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Hash collisions; cache behaviour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Sweep and prune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Coherent motion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7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5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Degenerates when all 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Dynamic BVH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Mixed sizes; the general answer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7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5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Rebuild or refit cost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Octree / kd-tree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Static scenes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24927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5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Poor for moving objects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Exploit coherence — objects barely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Between frames at 60 Hz, almost nothing moves far.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answer is nearly the same as last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Sweep and prune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keeps endpoints sorted along each axis. Because the order barely changes, an insertion sort is almost linear and pair changes are incremental.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dynamic BVH refits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rebuilding: update node bounds bottom-up, and only rebuild subtrees whose quality has degraded.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Fatten the bounds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 margin so an object can move a little without triggering an update at all. Standard in every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Narrow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exact test, on the surviving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separating axis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FOR CONVEX SHAPES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convex shapes are disjoint if and only if there exists an axis on which their projections do not overlap.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For polyhedra, only a finite set of axes must be tested: each face normal of both shapes, plus the cross products of all edge pairs.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Finding a separating axis proves they are apart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lets you exit immediately — which makes the common case cheap.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Finding none proves they overlap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axis of minimum overlap gives the contact normal and the penetration depth for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narrow-phase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Analytic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Sphere–sphere, sphere–plane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Exact, trivially cheap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 polyhedra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 and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GJK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convex shape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Distance when separated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GJK's companion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Penetration depth when overlapping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Triangle–triangle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Meshes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workhorse for deformables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GJK works on the Minkowski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IN ONE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shapes intersect if and only if their Minkowski difference contains the origin.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GJK never builds that difference — it only needs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support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returns the furthest point of a shape in a given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iteratively builds a simplex inside the difference, trying to enclose the origin. Converges in a handful of iterations.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it only needs support functions, it handles any convex shape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boxes, cylinders, cones, convex hulls, and shapes defined implicitly. That generality is why it is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 with testing only at frame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Tunnelling: the bullet through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DISCRETE DETECTION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Discrete detection tests only at the end of each step. A fast object can be in front of a wall at step n and behind it at step n+1.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overlap is ever detected, so no collision occurs.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bullet passes through.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not a bug in the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test is correct at both instants. The failure is that the motion between them was never considered.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Worst for small fast objects and thin geometry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exactly bullets and walls. Hence the name of the feature in most engines.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Discrete and continuous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Discrete (a posteriori)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Step, then look for overlap.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Cheap and simple.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Tunnels.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Needs penetration recovery, which can pop.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The default everywhere.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Continuous (a priori)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Find the exact time of first contact in the interval.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tunnelling. No penetration ever.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Far more expensive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requires root finding.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Can deadlock in dense contact.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Reserved for fast objects.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CHEAPER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Practical alternatives to full CCD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Substepping.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Smaller steps mean less movement per step. Often enough, and far simpler.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Speculative contacts.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Expand bounds by the distance that will be travelled and create constraints for contacts that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might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happen. Cheap and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Swept bounds in the broad phase only.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Catches the pair; the narrow phase stays discrete.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Ray casting for small fast objects.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bullet is better modelled as a ray than as a body.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Flag the objects that need 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CCD on everything is unaffordable and unnecessary.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Manifolds and self-collision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narrow phase must actually 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contact point is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MANIFOLDS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box resting flat on the ground touches along a face, not at a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contact point the box rocks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solver can only resist rotation about a point. The stack jitters and eventually falls.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contact manifold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full set of contact points — usually up to four for a face-face contact, after reduction.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Persist manifolds across frames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match contact points by feature identity. This enables warm starting (Module 04) and is what makes stable stacking possible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SELF-COLLISION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Cloth against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triangle can hit every other triangle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the broad phase operates within a single object.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Skip adjacent triangles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they share vertices and always 'intersect'. Topological adjacency must be excluded explicitly.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Vertex-triangle and edge-edge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are the two cases. Both are required; checking only vertex-triangle misses crossings.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Once interpenetrated, cloth rarely recovers.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Prevention beats resolution, which is why cloth uses CCD where rigid bodies do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Thickness.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Treat cloth as having a small thickness and separate before contact, not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n² pair tests are infeasible; a cheap conservative broad phase eliminates almost all of them — the same pattern as a BVH in rendering.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Exploit frame coherence: sweep and prune on nearly-sorted endpoints, BVH refitting, and fattened bounds that tolerate small motion.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SAT proves separation by finding one axis; failing to find one gives the contact normal and penetration depth for 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GJK needs only a support function, so it handles any convex shape; EPA supplies penetration depth once they overlap.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Discrete detection tunnels because the motion between tests is never considered. Substepping and speculative contacts are the cheap fixes.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single contact point makes a resting box rock. Generate and persist manifolds, which also enables warm starting.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