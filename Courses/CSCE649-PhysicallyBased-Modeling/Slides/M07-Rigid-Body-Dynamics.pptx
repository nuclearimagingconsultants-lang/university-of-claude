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momentum-not-velocity choice is the main technical content of the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Spend time here. The derived-not-stored distinction is what makes the tumbling behaviour emerge correctly.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Diagonalising gives the principal axes, which also makes the Part 4 demonstration easy to set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redundancy argument is the clean way to explain why quaternions drift less badly than matrices.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Forgetting the normalise is the classic bug — the body gradually scales and then degenerates.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649 — Physically-Based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Rigid Body Dynamics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Rotation, which is where the interesting mistakes are.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649 · Module 07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Write the rigid body state and its derivative.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Compute and transform an inertia tensor.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angular momentum, not angular velocity, is the state variable.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Integrate orientation with quaternions and renormalise correctly.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and reproduce the intermediate axis theorem.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Thirteen numbers, and one of them is a choice.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rigid body 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0175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Quantity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584448" y="1901952"/>
            <a:ext cx="1645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94176" y="1956816"/>
            <a:ext cx="1426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Symbol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30368" y="1901952"/>
            <a:ext cx="14630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0096" y="1956816"/>
            <a:ext cx="12435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Size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93408" y="1901952"/>
            <a:ext cx="4937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03136" y="19568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377440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414016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Position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84448" y="2377440"/>
            <a:ext cx="1645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94176" y="2414016"/>
            <a:ext cx="1426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30368" y="2377440"/>
            <a:ext cx="1463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0096" y="2414016"/>
            <a:ext cx="12435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93408" y="2377440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4140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Of the centre of mass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852928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89504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Orientation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84448" y="2852928"/>
            <a:ext cx="1645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94176" y="2889504"/>
            <a:ext cx="1426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q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30368" y="2852928"/>
            <a:ext cx="14630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40096" y="2889504"/>
            <a:ext cx="12435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93408" y="2852928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03136" y="2889504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Quaternion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328416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364992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Linear momentum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84448" y="3328416"/>
            <a:ext cx="1645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94176" y="3364992"/>
            <a:ext cx="1426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30368" y="3328416"/>
            <a:ext cx="1463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40096" y="3364992"/>
            <a:ext cx="12435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93408" y="3328416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03136" y="3364992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 = m v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803904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3840480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Angular momentum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84448" y="3803904"/>
            <a:ext cx="1645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94176" y="3840480"/>
            <a:ext cx="1426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30368" y="3803904"/>
            <a:ext cx="14630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40096" y="3840480"/>
            <a:ext cx="12435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93408" y="3803904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03136" y="3840480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Not angular velocity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DERIVATIVE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equations of motion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ẋ = P/m,     Ṗ = 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Linear motion. Exactly as for a particle.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q̇ = ½ ω q,   L̇ = 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Rotational. Torque changes angular momentum directly, just as force changes linear momentum.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ω = I⁻¹(t) 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Angular velocity is DERIVED from angular momentum through the current inertia tensor. It is not a state variable.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third line is the module. Angular velocity changes even with no torque, because I changes as the body rotates.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Inertia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Mass for rotation, except it is a tensor.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inertia tensor is direction-dependent mass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Linear mass is a scalar: resistance to acceleration is the same in every direction.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Rotational inertia is not.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long rod spins easily about its axis and with difficulty about its middle.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inertia is a 3×3 symmetric matrix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relationship L = I ω means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angular momentum and angular velocity are generally not parallel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non-parallelism is the source of every interesting rotational phenomenon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in this module, including the one in Part 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TRANSFORMING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Inertia in world 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I_world(t)  =  R(t) I_body Rᵀ(t)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body-space tensor is constant; the world-space one changes as the body rotates.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I⁻¹_world  =  R I⁻¹_body Rᵀ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Store and transform the INVERSE. You need I⁻¹ every step and never need I itself.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443983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Precompute and diagonalise I_body once at load; recompute I⁻¹_world each step from the current rotation.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Getting the tensor right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From a mesh: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integrate over the volume, not the surface. Mirtich's method does it exactly from the boundary.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About the centre of mass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always. Compute the centre first and translate the body so it sits at the origin.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Diagonalise it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at load time: the eigenvectors are the principal axes, the eigenvalues the principal moments.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Parallel axis theorem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for compound bodies: I about any point is I about the centre plus m d².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Sanity check against known shapes.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A solid sphere is (2/5)mr²; get that right before trusting a mesh.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An incorrect inertia tensor produces motion that looks wrong without any obvious error — verify it directly.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Orientation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Why quaternions, and how to integrate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REPRESENTATIONS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Three ways to store orientation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1645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1426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Size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56048" y="1901952"/>
            <a:ext cx="6675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65776" y="1956816"/>
            <a:ext cx="64556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Euler angles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1645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1426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56048" y="2377440"/>
            <a:ext cx="6675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65776" y="2414016"/>
            <a:ext cx="64556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Gimbal lock; order-dependent; bad to interpolate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Rotation matrix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1645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1426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56048" y="2852928"/>
            <a:ext cx="6675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65776" y="2889504"/>
            <a:ext cx="64556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Drifts from orthonormal; re-orthonormalising is awkward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Quaternion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1645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1426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56048" y="3328416"/>
            <a:ext cx="6675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65776" y="3364992"/>
            <a:ext cx="64556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Renormalise each step. Otherwise ideal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Advancing orientation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void RigidBody::step(double dt) {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// Linear part: exactly as for a particle.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P += force * dt;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x += (P / mass) * dt;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// Rotational part.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L += torque * dt;                       // torque changes MOMENTUM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mat3 R      = q.to_matrix();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mat3 Iinv_w = R * Iinv_body * R.transpose();   // recompute each step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vec3 omega  = Iinv_w * L;               // DERIVE angular velocity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// Quaternion derivative: q' = 0.5 * omega_quat * q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quat omega_q(0, omega.x, omega.y, omega.z);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q = q + (0.5 * dt) * (omega_q * q);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q.normalize();                          // &lt;-- REQUIRED, every step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Three details: torque changes L not ω; I⁻¹ is recomputed from the current R; and the quaternion must be renormalised.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tumbling T-handle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test that proves your rotational dynamics is correct.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intermediate axis theorem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DZHANIBEKOV EFFECT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rigid body with three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distinct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principal moments spins stably about the axes of largest and smallest moment.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Rotation about the intermediate axis is unstable.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body spun about it flips over periodically, with no torque and no external influence whatsoever.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Angular momentum is conserved throughout.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Nothing is driving it; the flip is a consequence of the constant-L constraint and the geometry of the inertia ellipsoid.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your simulator reproduces this, your rotational dynamics is correct.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If it does not, you are almost certainly storing angular velocity instead of angular momentum.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storing angular velocity breaks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DIAGNOSTIC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With no torque,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angular momentum L is constant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but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angular velocity ω is not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ω = I⁻¹(t)L and I changes as the body rotates.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Store 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ω comes out correctly every step for free, and the flip emerges.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Store ω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you must add the gyroscopic term ω × (Iω) by hand — and it is easy to omit, numerically awkward, and frequently dropped.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storing momentum is not a preference.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is what makes the correct behaviour fall out instead of having to be added.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CONTACT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Rigid bodies with collision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Impulses apply at a point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so they change angular momentum: ΔL = r × j, where r is from the centre of mass.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Effective mass is direction-dependent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now: it depends on where on the body the contact is and about which axis it would rotate.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Rolling without slipping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is a constraint, not an emergent behaviour. Friction alone gives rolling with some slip.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Spinning friction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resistance to rotation about the contact normal — is separate and usually ignored, which is why spinning objects never slow down.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Module 06's machinery carries over; the only change is that r × j now matters.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rigid body is position, quaternion orientation, linear momentum, and </a:t>
            </a:r>
            <a:r>
              <a:rPr sz="1700" b="1" i="0">
                <a:solidFill>
                  <a:srgbClr val="D6DCE6"/>
                </a:solidFill>
                <a:latin typeface="Calibri"/>
              </a:rPr>
              <a:t>angular momentum</a:t>
            </a:r>
            <a:r>
              <a:rPr sz="1700" b="0" i="0">
                <a:solidFill>
                  <a:srgbClr val="D6DCE6"/>
                </a:solidFill>
                <a:latin typeface="Calibri"/>
              </a:rPr>
              <a:t> — thirteen numbers.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Torque changes angular momentum directly. Angular velocity is derived each step as ω = I⁻¹(t)L, not stored.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inertia tensor is direction-dependent mass, so L and ω are generally not parallel — which causes every interesting rotational effect.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Transform the inverse tensor: I⁻¹_world = R I⁻¹_body Rᵀ, recomputed every step.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Use quaternions and renormalise every step; Euler angles gimbal-lock and matrices drift off orthonormal.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 intermediate axis theorem is the test: a body spun about its middle axis flips periodically with angular momentum conserved throughout.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