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trade is exactly complementary, which is why hybrids won.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derivatives hit the kernel rather than the data is the elegant part — the data is a point cloud and not differentiable.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PIC/FLIP distinction is one line of code and completely changes the character of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cohesion artefact is worth naming — it is visible in a lot of MPM work once you know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row matters: large-scale water is usually not simulated. Tessendorf's spectral method is what films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649 — Physically-Based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Fluids II: Particles and Hybrids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Carrying the fluid instead of sampling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649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SPH and the role of the smoothing kernel.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SPH struggles with incompressibility, and what PBF does about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PIC and FLIP and the trade between them.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MPM and what it enables.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fluid method from the phenomenon being simulated.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Lagrangian fluids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Follow the fluid instead of watching fixed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VIEWPOINTS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Eulerian and Lagrangian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Eulerian — fixed 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Watch fixed points in space; fluid flows past.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Incompressibility is easy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a global solve on a regular structure.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Advection is dissipative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and the free surface must be tracked.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Good for smoke.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Lagrangian — particles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Follow parcels of fluid as they move.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Advection is free and exact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particles simply move.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Incompressibility is hard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no regular structure to solve on.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Good for splashing liquid.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Smoothed particle hydrodynamics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A(x)  =  Σⱼ mⱼ (Aⱼ/ρⱼ) W(x − xⱼ, 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Any field is a kernel-weighted sum over nearby particles. The smoothing length h sets the support radius.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ρᵢ  =  Σⱼ mⱼ W(xᵢ − xⱼ, 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Density is just the kernel sum of mass — no separate equation needed.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∇A  =  Σⱼ mⱼ (Aⱼ/ρⱼ) ∇W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Derivatives move onto the kernel, which is smooth and differentiable analytically.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whole method: replace field operations with weighted sums over neighbours, and differentiate the kernel instead of the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SPH's problem is incompressibility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FUNDAMENTAL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Incompressibility is a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global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constraint, and SPH has only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local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neighbour information.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Classic SPH fakes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a stiff equation of state: pressure rises steeply with density, so the fluid is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nearly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incompressible.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Stiff means tiny time steps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02) — and it still compresses visibly, which looks like a springy, bouncy liquid.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why SPH water often looks wrong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why PCISPH, IISPH, and PBF all exist. They are different ways of imposing the constraint rather than approximating it with stiffness.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Position-based fluids: PBD applied to water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GAME-FRIENDLY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Treat constant density as a constraint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 = ρᵢ/ρ₀ − 1 = 0, and solve it with the Module 04 machinery.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Unconditionally stable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for exactly the reasons PBD is — positions are projected, not integrated.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Large time steps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what real-time needs.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same theoretical weaknesses as PBD: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incompressibility achieved depends on iteration count, and it is not derived from fluid mechanics.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in every game that has fluid.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Hybrids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Particles for advection, a grid for pressure.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PIC / FLIP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Use each where it is strong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1. Transfer particle velocities to a grid.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2. Solve pressure on the grid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Module 11's machinery, where it is easy.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3. Transfer velocities back to the particles.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4. Move the particles.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Advection is exact and free.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PIC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transfers the full grid velocity back. Stable, and heavily damped by the double interpolation.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FLIP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transfers only the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change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 velocity.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Almost no dissipation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and noisy.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Everyone blends PIC and FLIP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Pure FLIP is too noisy: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particle velocities drift apart within a cell because nothing couples them, and the result is a jittery, sparkly liquid.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Pure PIC is too damped: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two interpolations per step smooth the velocity field heavily, and the splash dies.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blend: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typically 95% FLIP and 5% PIC. The small PIC component acts as a filter removing the particle-scale noise while retaining almost all the energy.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ratio is a tuning parameter in every production fluid solver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APIC/PolyPIC are principled alternatives that largely remove the need for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method that handles everything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material point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HYBRID FOR SOLIDS TOO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Same transfer structure as FLIP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particles to grid, solve, back to particles — but the particles carry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deformation gradients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09), not just velocity.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simulates solids, fluids, and everything between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one solver and one code path.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Topology change is automatic.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Fracture, melting, merging, and tearing require no special handling, because the grid is rebuilt every step.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the snow in Disney's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Frozen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now the standard method for sand, mud, snow, and viscoelastic materials.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it buys and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486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Buys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3328" y="1901952"/>
            <a:ext cx="5577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3056" y="19568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solver for solid, fluid, and granular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2377440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414016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Expensive — a grid solve every step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Topology change for 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53328" y="2852928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889504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Grid artefacts; resolution-dependent detail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486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Plasticity and fracture naturally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3328416"/>
            <a:ext cx="5577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3364992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Numerical cohesion — things stick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486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5266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Multi-material coupling automatic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53328" y="3803904"/>
            <a:ext cx="5577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3840480"/>
            <a:ext cx="53583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particles needed per cell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phenomenon determines the method.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Method by phenomenon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Phenomenon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5029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Smoke, fire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Eulerian grid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Fills the domain; no surface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Splashing liquid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FLIP / APIC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Advection and surface via particles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Real-time water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PBF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Stable at large steps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Viscous, sticky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SPH or MPM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Viscosity is natural in SPH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Sand, snow, mud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MPM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Plasticity and topology change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Ocean surface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FFT wave model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01968" y="4754879"/>
            <a:ext cx="5029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4791455"/>
            <a:ext cx="4809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a fluid solve at 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Not everything that looks like fluid is simulated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 IMPORTANT PRACTICAL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Ocean surfaces in film are usually spectral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Tessendorf's FFT wave model synthesises a statistically correct ocean with no fluid solve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is vastly cheaper, trivially tileable, controllable by wind parameters,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looks better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than a simulation at any affordable resolution.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simulation is only worth it when the interaction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ship's wake, a splash, water hitting something.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Hybrid is the production answer: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spectral ocean, simulated splash where it is needed, composited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Eulerian grids make incompressibility easy and advection dissipative; Lagrangian particles make advection exact and incompressibility hard.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SPH expresses every field as a kernel-weighted neighbour sum, and derivatives fall on the smooth kernel rather than on the point data.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SPH's difficulty is that incompressibility is global and its information is local; stiff equations of state fake it and look springy.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PIC/FLIP transfers to a grid for the pressure solve and back. FLIP transfers the velocity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change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, which keeps energy and adds noise.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Everyone blends about 95% FLIP with 5% PIC to get energy without jitter; APIC removes the need for that dial.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MPM carries deformation gradients on particles, so one solver handles solids, fluids, sand, and snow with automatic topology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649 · Physically-Based Modeling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