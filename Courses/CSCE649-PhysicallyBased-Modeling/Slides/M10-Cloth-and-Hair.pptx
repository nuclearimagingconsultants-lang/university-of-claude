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combination is what makes cloth a research area rather than a solved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matrix-free point matters: you can compute Jv directly per element without ever forming 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Creases staying is one of those details that is obvious once mentioned and almost never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rigid impact zone is the fail-safe. Worth noting that production robustness often comes from such a backstop.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is a trade. That is the honest summary of cloth simulation as it 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Cloth and Hair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Thin materials, where everything is harder.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thin materials are numerically difficult.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implicit integration for cloth.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strain limiting and explain what it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cloth self-collision robustly.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hair needs different methods from cloth.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thin is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properties that fight each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Cloth is stiff in-plane and floppy out of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CORE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Stretching: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fabric extends by a few percent at most. Very stiff.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Bending: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fabric folds freely. Almost no resistance.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ratio between them is enormous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ratio is the definition of stiffness in the numerical sense (Module 02).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cloth is stiff by construction.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explicit integrator must resolve the fast in-plane modes while nothing visually interesting happens there — and the visible motion is all in the floppy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then it collides with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Large surface area, thin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square metre of cloth has far more contact opportunity than a boulder of the same mass.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Self-collision everywhere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05): every triangle against every other, minus adjacency.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Once tangled, it does not recover.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There is no local information saying which way to separate.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Contact is the visible part.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Drape, folds, and wrinkles are all contact phenomena.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 cloth needs both the hardest integration and the hardest collision.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Implicit cloth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Baraff and Witkin, 1998.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paper that made cloth practical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IT DID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Before 1998, cloth required thousands of tiny explicit steps per frame. Baraff and Witkin used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backward Euler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took one step per frame.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Unconditional stability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meant the step size was limited by what looked right, not by the stiffest spring.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large sparse linear system each step, solved with conjugate gradient — and substantial artificial damping (Module 02).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also introduced filtered constraints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way to impose constraints inside the CG solve, which is how contact and pinning are handled without a separate solver.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implicit step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795527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Force Jacobian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2377440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2414016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∂f/∂x per element; sparse and symmetric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solve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2852928"/>
            <a:ext cx="795527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5" y="2889504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Conjugate gradient; the dominant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Preconditioner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3328416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3364992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Diagonal is cheap and helps a lot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Filtered constraints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803904"/>
            <a:ext cx="795527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840480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Pinning and contact imposed inside CG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Warm start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75887" y="4279392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5" y="4315968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Previous step's solution as the initial guess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Strain limiting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Enforcing inextensibility without stiffness.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Limit the strain instead of resisting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ALTERNATIVE TO STIFFNESS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Rather than using a very stiff spring to resist stretching, use a moderate spring and then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directly clamp any edge that has stretched beyond a threshold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typically 10%.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a constraint projection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04), not a force, so it costs nothing in stability.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Provot's original method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iterates over edges moving endpoints together. Simple and effective.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that it is not physical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it can fight other constraints — a limiting pass can undo contact resolution, which is why ordering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Bending is subtler than it looks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spring between vertices two apart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03) is crude: it also resists stretching, so it couples the two behaviours.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Dihedral angle bending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measures the angle between adjacent triangles directly. Correct, and the derivatives are involved.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Real fabric is anisotropic in bending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it folds more easily along the grain than across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has hysteresis: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crease stays. Simulating that requires plastic deformation in the bending model.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Most systems ignore both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look acceptable.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Collision and hair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robust treatment, and what changes for strands.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ROBUST CLOTH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Bridson's treatment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Give cloth a thickness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keep surfaces apart by that distance, rather than detecting overlap after the fact.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Repulsion forces first: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gentle, applied early, prevent most contacts from ever becoming hard.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continuous collision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whatever the repulsions missed. Vertex-triangle and edge-edge.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a rigid impact zone as a last resort: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freeze a tangled region into a single rigid body for the step. Unphysical and it guarantees termination.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layering is the method.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Each stage catches what the previous missed, and the last one cannot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Hair is not thin cloth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strand is 1D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bending and twisting are both meaningful and must be represented separately. Cloth mostly ignores twist.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are 100,000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rules out per-strand collision against every other strand.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Strand-strand friction dominates the look.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Hair holds its shape because strands grip each other, not because strands are stiff.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hair is usually simulated in guide strands and interpolated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friction modelled by a continuum approximation rather than pairwise. Cosserat rods are the accurate formulation.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Cloth techniques and what they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Buys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Implicit 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stable steps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solve; heavy damping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Strain limiting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Inextensibility, cheaply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Unphysical; fights constraints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XPBD (Module 04)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Stability; real stiffness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 derived from mechanics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Cloth thickness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Robust collision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Extra detection 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Rigid impact zones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Guaranteed termination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Visibly frozen regions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Cloth is very stiff in-plane and very floppy out of plane; that ratio is the numerical definition of stiffness, so cloth is stiff by construction.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It also has enormous contact area and self-collides everywhere — so it needs both the hardest integration and the hardest collision.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Baraff and Witkin's backward Euler made one step per frame possible, at the cost of a sparse linear solve and substantial damping.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Conjugate gradient needs only matrix-vector products, so the force Jacobian never has to be assembled.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Strain limiting enforces inextensibility by projection instead of stiffness — cheap, unphysical, and it can fight other constraints.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Robust cloth collision is layered: thickness, then repulsion, then continuous detection, then rigid impact zones as a guaranteed backstop.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