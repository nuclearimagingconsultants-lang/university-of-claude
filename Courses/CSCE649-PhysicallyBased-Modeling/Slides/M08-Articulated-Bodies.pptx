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joints by degrees of freedom removed makes the constraint formulation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 is uniformity against exactness. Both are in production use for good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Joint limits and mass ratios are the cheap wins. Blending is the production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 gains are the thing nobody can tune on the first attempt. Worth saying.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Articulated Bodies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Jointed systems, and the two ways to represent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common joints as constraints.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maximal and reduced coordinate formulations.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long chains converge poorly and what to do about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Add joint limits and motors.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ragdoll that behaves.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Joints are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Module 04's machinery, applied to a skeleton.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joint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Joint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Removes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Ball / spherical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 translation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 rotation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Shoulder, 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Hinge / revolute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 + 2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604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 rotation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Knee, elbow, door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Prismatic / slider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 + 3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604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6577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translation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Piston, drawer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 / weld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6577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Breakable joins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Universal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793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4096" y="431596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 + 1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42793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5776" y="431596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 rotation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Drive shaft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joint is a C(x) = 0 from Module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NOTHING NEW IS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ball joint says two points — one fixed in each body — must coincide: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 = p_a − p_b =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Three scalar constraints.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hinge adds that two axes must stay aligned, which removes two more rotational degrees of freedom.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solver from Module 04 and the contact solver from Module 06 handle joints without modification.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Joints are just more rows.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unification is the practical point of this module.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physics engine has one solver; joints, contacts, and friction all feed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formulations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Represent every body, or represent only the freedoms.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Maximal and reduced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Maximal coordinates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Every body has its full 6 DOF; joints are constraints.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Simple and uniform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one code path for everything.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Joints can drift apart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; constraints are only approximately satisfied.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Scales well; handles loops naturally.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What game engines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Reduced coordinates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Only the joint angles are state; positions are derived.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Joints cannot come apart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they are not representable as broken.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Fewer variables; no constraint drift.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Loops are awkward; contact is awkward.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What robotics uses.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Featherstone: reduced coordinates in linear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ALGORITHM TO KNOW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naive reduced-coordinate approach requires inverting a dense mass matrix — O(n³) in the number of joints.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Featherstone's articulated body algorithm does it in O(n)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propagating articulated inertias along the kinematic tree, inward then outward.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exact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iterative, so joints are satisfied perfectly and there is no drift at any step size.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how every serious robotics simulator 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MuJoCo, Drake, Bullet's featherstone path. Complicated to implement; the payoff is exactness and speed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iterative solvers struggle.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Information travels one link per 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CONVERGENCE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Gauss–Seidel solves constraints in sequence. A correction at one end of a chain reaches the far end only after as many iterations as there are links.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100-link rope with 10 iterations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behaves as though the far end does not know the near end exists. It stretches visibly near the anchor.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not a bug and more iterations is not the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cost grows with chain length squared.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solve the chain in order rather than at random; use a hierarchical or multigrid solver; or use reduced coordinates, where the problem does not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chains behave with an iterative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Order constraints along the chain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root to tip. Information then propagates the full length in one pass.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Alternate direction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each iteration — forward, then backward. Removes the directional bias.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Increase mass toward the root.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heavy anchor absorbs less correction, which is physically reasonable and helps convergence.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Hierarchical solve: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coarse chain first, then refine. The multigrid idea.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Substep.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Still the most reliable lever.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Ordering along the chain is nearly free and makes the largest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Ragdolls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application everyone wants.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RAGDOLL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one look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Ingredient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Joint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Elbows that bend backwards look wrong immediately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Realistic mass ratios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head is ~8% of body mass; getting this wrong reads as odd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Joint damping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 joints resist motion; undamped ragdolls flail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Self-collision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Limbs passing through the torso destroys the illusion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Blending to animation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Pure ragdoll looks dead; blend in and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Joint limits are inequality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WHICH MAKES THEM CONTACTS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knee may bend from 0° to 150°. That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 = θ ≥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 = 150° − θ ≥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inequality constraints.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Inequality constraints are exactly what contact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06), so they go into the same solver with the same treatment: active only when violated, non-negative impulse, slop.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Make them soft rather than hard.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hard limit produces a sudden stop that looks mechanical; a small amount of compliance (Module 04) reads as flesh.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Limits are the single cheapest improvement to a ragdoll.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Driving a skeleton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motor is a constraint with a target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drive the joint toward a desired angle or angular velocity, with a maximum force.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force limit matters.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 unlimited motor is a teleporter and will fight contacts until something breaks.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PD control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proportional plus derivative — is the usual driver. Tuning it is most of the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This is how physically-driven characters work: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 animation supplies target angles and motors try to achieve them against gravity and contact.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how they fail: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gains too low and the character collapses; too high and it fights the world rigidly.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joint removes degrees of freedom, and each removed freedom is one scalar constraint — so Module 04's solver handles joints unchanged.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Maximal coordinates give every body 6 DOF and enforce joints as constraints: simple, uniform, and joints can drift apart.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Reduced coordinates store only joint angles, so joints cannot come apart; Featherstone's algorithm solves them exactly in O(n).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an iterative solver, information travels one link per iteration, so long chains stretch. Ordering along the chain is the cheap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Joint limits are inequality constraints — the same machinery as contact — and are the cheapest improvement to a ragdoll.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Motors are constraints with a target and a force limit. Unlimited motors fight contacts until something breaks.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