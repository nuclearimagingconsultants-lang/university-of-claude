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RᵀR = I explicitly. The reason Green strain works is a one-line observation.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the parameters are real measurable quantities is the practical payoff over mass-spring.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locking problem at ν→0.5 is worth mentioning — it is why nobody uses 0.499.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insight is almost embarrassingly simple and it is why corotational FEM is everywhere.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MPM is covered in Module 12. Mention it here as the topology-change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649 — Physically-Based Modeling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Deformable Solids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Continuum mechanics, and why mass-spring was never going to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649 · Module 09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Define strain and stress and explain what each measures.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linear elasticity fails under rotation.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corotational FEM.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Handle element inversion.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between FEM, mass-spring, and shape matching.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Strain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Measuring deformation without measuring motion.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649 · Physically-Based Modeling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central problem: rotation is not deformation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WHAT STRAIN MUST ACHIEVE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Rotate a rubber block by 90°. Every vertex has moved a long way.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material has not deformed at all.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strain measure must report zero for any rigid motion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translation or rotation — and non-zero only for genuine stretching, compression, or shear.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Mass-spring models fail this test.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spring sees only distance between endpoints, which is why a mass-spring cube can be inverted with every spring at rest length.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Getting this right is what continuum mechanics buys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it is the whole reason this module exists.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deformation gradient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F  =  ∂x / ∂X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How deformed positions x change with material positions X. A 3×3 matrix per element. Everything derives from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ε = ½(F + Fᵀ) − 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Linear (Cauchy) strain. Cheap — and WRONG under rotation.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E = ½(FᵀF − 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Green strain. Exactly zero for any rotation, because RᵀR = I. Nonlinear in the displacements.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FᵀF removes the rotation because rotations are orthogonal. That one identity is the whole trick.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Linear strain fails visibly, and famously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ARTEFACT EVERYONE HAS SEEN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Cauchy strain is linear in displacement, which makes the solver a single linear system — fast and easy.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reports non-zero strain for a pure rotation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the material resists being rotated.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visible result is ghost forces and volume growth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an arm rotating at the shoulder inflates. This is the classic linear-FEM artefact.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is fine for small deformations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loaded beam, a vibrating plate. It is useless for animation, where everything rotates.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Stress and energy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From deformation to force.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649 · Physically-Based Modeling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Constitutive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6517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218688" y="1901952"/>
            <a:ext cx="4389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28416" y="19568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780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1753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Use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St. Venant–Kirchhoff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18688" y="2377440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28416" y="24140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Linear stress from Green strain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0780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1753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Collapses under compression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651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Neo-Hookean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18688" y="2852928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2889504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Nonlinear; resists compression strongly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0780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1753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usual choice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Mooney–Rivlin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18688" y="3328416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28416" y="3364992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More parameters, better fits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0780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1753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Matching measured rubber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651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Corotational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18688" y="3803904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28416" y="3840480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Linear, with rotation factored 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0780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1753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Fast, stable, good enough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PARAMETERS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Real material parameters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E  —  Young's modulus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Resistance to stretching, in pascals. Rubber ≈ 10⁷; steel ≈ 2×10¹¹.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ν  —  Poisson's ratio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How much it bulges sideways when squeezed. 0.5 is incompressible; rubber ≈ 0.49.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Look them up, do not tune them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Unlike spring constants, these are published for real materials and transfer across meshes.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ν near 0.5 makes the system nearly incompressible, which is numerically hard. 0.45 is the usual compromise.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Corotational FEM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method that made deformables practical.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649 · Physically-Based Modeling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COROTATIONAL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Factor out the rotation, then go linear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// Per element, per step: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for (auto&amp; e : elements) {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// 1. Deformation gradient from the current vertex positions.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mat3 F = compute_F(e, x);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// 2. Polar decomposition F = R * S.  R is the rotation part;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//    S is the symmetric stretch part. THIS is the key step.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mat3 R = polar_decomposition_rotation(F);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// 3. Rotate the element back to its rest orientation, apply the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//    cheap LINEAR model there, then rotate the forces forward.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//    Linear elasticity is correct when there is no rotation left.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mat3 Fhat = R.transpose() * F;             // rotation removed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mat3 P    = linear_stress(Fhat);           // cheap and now valid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accumulate_forces(e, R * P);               // rotate forces back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// Cost: one polar decomposition per element per step. Result: linear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// elasticity's speed with none of its rotation artefacts.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Linear elasticity is wrong only because of rotation. Remove the rotation and it becomes correct again.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Polar decomposition is the whole method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Any deformation gradient F factors as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F = R·S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a rotation followed by a symmetric stretch.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 is the rotation the element has undergone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; S is the actual deformation.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Linear elasticity is accurate for small deformation with no rotation.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Factor R out and that condition is satisfied, so the cheap model becomes valid.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Cost is one polar decomposition per element per step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few iterations of a simple algorithm, or a closed form in 3D. You get linear speed with nonlinear correctness under rotation.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Inverted elements must be handled, not prevented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ROBUSTNESS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Under a large impact a tetrahedron can turn inside out: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det F &lt; 0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Most models produce garbage there.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Forces point the wrong way, the element inverts further, and the simulation fails.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You cannot reliably prevent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handle it: Irving, Teran and Fedkiw's method clamps the singular values of F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extends the model smoothly into the inverted regime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forces push the element back out.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Without this, a deformable simulation is one bad frame away from failure.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With it, inversion is recoverable and often invisible.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Alternatives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else is used, and when.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649 · Physically-Based Modeling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Three approaches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Strength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33488" y="1901952"/>
            <a:ext cx="42976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43215" y="19568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Weakness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FEM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Real parameters; converges with mesh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33488" y="2377440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43215" y="24140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Complex; needs a solver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Mass-spring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Trivial to implement; fast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33488" y="2852928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3215" y="2889504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Mesh-dependent; no volume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Shape matching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Unconditionally stable; very fast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33488" y="3328416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43215" y="3364992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Not a material model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MPM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Handles topology change, plasticity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33488" y="3803904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43215" y="3840480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Expensive; grid artefacts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FEM beats mass-spring, concretely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Parameters are real.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Young's modulus for rubber is published. There is no published spring constant for rubber.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Behaviour converges with mesh refinement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rather than changing, so a finer mesh is more detail and not a different material.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Volume is represented.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 element knows it has been inverted; a spring network does not.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Anisotropy can be specified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rather than emerging from the triangulation.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cost is a linear solve per step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considerably more implementation. For anything that must behave like a specific material, it is worth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strain measure must report zero for any rigid motion. Mass-spring models fail this, which is their fundamental defect.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Everything derives from the deformation gradient F. Green strain ½(FᵀF − I) is zero under rotation because RᵀR = I.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Linear Cauchy strain is cheap and reports non-zero strain for pure rotation, which produces ghost forces and inflating limbs.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Material parameters are Young's modulus and Poisson's ratio — measurable, published, and transferable, unlike spring constants.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Corotational FEM polar-decomposes F = R·S, removes the rotation, and applies the cheap linear model where it is valid.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Element inversion cannot be prevented, only handled — clamp the singular values and extend the model into the inverted regime.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649 · Physically-Based Modeling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