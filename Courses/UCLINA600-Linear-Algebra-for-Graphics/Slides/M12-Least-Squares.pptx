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05 §2's projection and this are the same derivation.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Least Squares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What to do when there is no exact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12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overdetermined systems have no solution.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Derive the normal equations from projection.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Fit a line and a plane to data.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conditioning and why QR is preferred.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Recognise least squares in the program ahead.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the usual one with measured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With more equations than unknowns there is usually no exact solution, so you settle for the closest 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PROBLEM, AND WHAT 'CLOSEST' WILL MEAN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Fit a line to twenty noisy points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two unknowns, twenty equations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no line passes through all twenty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Ax = b has no solution.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means b is not in the column space of A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02 §2)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outside the set of things A can produce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is the geometric statement.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find the x making Ax as close to b as possible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minimising the length of the residual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what 'least squares' names.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'closest' means the projection of b onto the column space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05 §2)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why that module comes before this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makes the derivation three 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normal equations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Derived from perpendicularity, exactly as before.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DERIVATION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Three lines, from Module 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WE WANT Ax as close to b as possible.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The closest point in the column space is the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PROJECTION of b onto it -- and the residual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(b - Ax) must be perpendicular to that space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(Module 05 section 2: same condition, bigger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object).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PERPENDICULAR TO THE COLUMN SPACE means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perpendicular to every column, i.e.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A^T (b - Ax) = 0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A^T b - A^T A x = 0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A^T A x = A^T b      &lt;-- the normal equations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AND THAT IS THE DERIVATION. Solve that square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system and you have the least squares fit.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FOR A LINE FIT y = mx + c, A has columns [x, 1],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and the normal equations give the familiar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formulas -- which are worth deriving once rather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than memorising.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residual is perpendicular to the column space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the same condition as projecting onto a single vector, with a bigger target.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Conditioning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why nobody solves the normal equations directly.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Forming AᵀA squares the condition number, which can destroy half your precision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NUMERICAL WARNING THAT MATTERS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normal equations are correct and are a poor algorithm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computing AᵀA roughly squares the condition number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a mildly awkward problem becomes a badly conditioned one.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in double precision can cost you eight significant digits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on a problem that was perfectly solvable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before you formed the product.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real implementations use QR decomposition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solves the same problem without ever forming AᵀA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or the SVD when the matrix may be rank-deficient.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this is the general pattern: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derivation that explains the answer and the algorithm that computes it are frequently different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10 §2 again).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Where it appears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almost everywhere there is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Least squares across the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CSCE 633: linear regression </a:t>
            </a:r>
            <a:r>
              <a:rPr sz="1650" b="1" i="1">
                <a:solidFill>
                  <a:srgbClr val="3C4555"/>
                </a:solidFill>
                <a:latin typeface="Calibri"/>
              </a:rPr>
              <a:t>is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 least squares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the normal equations are the closed-form solution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every course starts with.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CSCE 753: camera calibration, homography estimation, and bundle adjustment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all overdetermined systems from noisy measurements.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CSCE 645: surface fitting and mesh parameterisation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minimising a quadratic energy is a least squares problem.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CSCE 649: constraint solvers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where more constraints than degrees of freedom is the normal situation.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anywhere you fit anything to measurements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which is what makes this the most broadly applicable module in the course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Linear regression is least squares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so this module is a machine learning prerequisite as much as a graphics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what it assumes, which is worth stating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Least squares minimises squared error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weights a single large outlier as heavily as many small errors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one bad measurement can dominate the fit.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a modelling assumption rather than a mathematical necessity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the right answer under Gaussian noise and the wrong one under heavy tails.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robust alternatives exist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minimising absolute error, or RANSAC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CSCE 753 uses constantly because image correspondences contain gross outliers.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honest claim is: 'the least squares fit, which assumes the errors are independent and Gaussian'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program's rule, in a prerequisite.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With more equations than unknowns, b is not in the column space, so there is no exact solution.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'Closest' means the projection of b onto the column space, which makes the derivation three lines.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The residual is perpendicular to the column space — the same condition as Module 05's projection, with a bigger target.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Forming AᵀA squares the condition number, which can cost eight significant digits.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Real implementations use QR, so the explaining derivation and the computing algorithm are different.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Least squares weights one large outlier as heavily as many small errors, which is a modelling assumption.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