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Storing a direction with w = 1 is a real bug and it translates your light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Homogeneous Coordinates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fourth number that makes translation linear.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translation needs an extra dimension.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homogeneous coordinates for points and directions.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affine transform matrices.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perspective divide.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points from directions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Translation does not fit, and that is a real obstacle.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linear map fixes the origin, so translation cannot be a matrix — in three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OBSTACLE, AND THE SHAPE OF THE TRICK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T(0) = T(0 · v) = 0 · T(v) = 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linear map always sends the origin to the origin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§4), and translation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would mean carrying transforms as a matrix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 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composing them separately, forever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workable, ugly, and error-prone.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trick: embed 3D space as the plane w = 1 inside 4D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shear in 4D restricted to that plane is a translation in 3D.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translation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linear, one dimension 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genuinely elegant move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why every graphics matrix is 4×4.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Points and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distinction the fourth coordinate encodes.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fourth number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 POINT has w = 1.        (x, y, z, 1)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 DIRECTION has w = 0.    (x, y, z, 0)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THE ARITHMETIC THEN WORKS OUT CORRECTLY: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point - point     = direction   (1-1 = 0)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point + direction = point       (1+0 = 1)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direction + direction = direction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point + point     = w of 2 -- meaningless,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 and the w tells you so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WHY IT MATTERS FOR TRANSFORMS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translation column multiplies w.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 point (w=1) gets translated.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 direction (w=0) does NOT -- which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correct: translating a direction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meaningless, and the convention handles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automatically.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 LIGHT DIRECTIONS GET w = 0, and vertices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get w = 1, and translation needs no branch.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NORMALS ALSO TAKE w = 0, but that settles only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translation. Their 3x3 part still needs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inverse transpose of Module 06 -- w = 0 does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not rescue a normal under non-uniform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direction has w = 0, so translation ignores 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correct and automatic, and is why the convention is worth following.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Affine transforms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Linear plus translation, in one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4×4 is a 3×3 linear part, a translation column, and a bottom row that is usually (0,0,0,1)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STRUCTURE TO RECOGNISE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Top-left 3×3: rotation, scale, shear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everything from Module 03.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Fourth column: the translation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where the object's position lives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first thing to read when inspecting an unfamiliar matrix.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Bottom row (0,0,0,1) means affine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parallel lines stay parallel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anything else in that row is a projection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Part 4.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can read a 4×4 at a glance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linear part, position, and whether it is affine or projective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three things, from the layout.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perspective divide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w stops being 1 and starts doing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division by depth becomes a matrix operation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Perspective means dividing by distance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things twice as far appear half as large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division is not a linear operation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But a matrix can put the depth into w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bottom row of (0,0,−1,0) copies −z into w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then the divide happens afterwards.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projection matrix does not project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sets up a division that the hardware performs next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the operation is called the perspective divide and is a separate stage.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piece people find mysterious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it is one row of one matrix plus one division.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explains the near plane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as z approaches zero, w approaches zero, and the divide explodes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why there is a near clip plane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projection matrix does not project; it sets up a division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sentence that makes Module 08 straightforward.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this is the idea the whole pipeline depends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One extra coordinate makes translation linear and makes perspective expressible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problems, one trick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it is worth understanding rather than accepting.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reason every transform in graphics is 4×4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the ones that are obviously 3D.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practical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 = 1 for points, w = 0 for directions, and check it whenever something is translated that should not have been.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08's prerequisite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module derives the projection matrix, and this is the machinery it needs.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linear map fixes the origin, so translation cannot be a matrix in three dimensions.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Embed 3D as the plane w = 1 in 4D, and a 4D shear becomes a 3D translation.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point has w = 1 and a direction has w = 0, so translation ignores directions automatically.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4×4 reads as: linear part, translation column, and a bottom row saying affine or projective.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projection matrix does not project; it sets up a division the hardware performs next.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As z approaches zero w approaches zero and the divide explodes, which is why there is a near clip plane.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