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Jacobian row is what makes change of variables work in Monte Carlo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Determinants and Degeneracy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One number that tells you volume, orientation, and invertibility.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09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determinant as a volume scale factor.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a zero determinant means.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a negative determinant means.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Relate determinants to invertibility and solving.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determinants in graphics contexts.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single geometric quantity, and the algebra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determinant is the factor by which the transform scales volume — and its sign says whether orientation flipped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 WORTH HAVING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Apply the transform to a unit cube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determinant is the volume of what comes out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whole geometric content.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det = 2 doubles volume, det = 1 preserves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every rotation has determinant 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one way to say that rotations do not distort.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Negative determinant means the orientation flipped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reflection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cube came out inside-out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Part 3's subject.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zero means the cube was flattened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collapsed into a plane, a line, or a point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Part 2 and is the case that matters most.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Zero determinant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condition you actually test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DEGENERACY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zero determinant tells you, five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Volume collapsed to nothing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the transform squashed space into a lower dimension.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columns are linearly dependent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02 §2)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they do not span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the image is a proper subspace.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matrix is not invertible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information was destroyed and cannot be recovered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since many inputs map to the same output.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system Ax = b has either no solution or infinitely many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never exactly one, which is the linear-systems consequence.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in graphics: a degenerate triangle, a collapsed bone, a singular transform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all of which produce NaNs downstream (Module 06 §2).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Zero determinant means information was destroyed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why it cannot be inverted, and why the five statements are all the same statement.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Sign and handedness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connects back to Module 06.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negative determinant flips handedness, which is how a mirrored object turns its normals inside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PRACTICAL CONSEQUENCE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Mirror an object by scaling one axis by −1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determinant is −1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winding order effectively reverses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every face now points inward.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a mirrored mesh renders inside-out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unless the renderer flips its culling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is a real and common asset-pipeline bug.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why a rotation has determinant exactly +1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rotations preserve both volume and handedness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what distinguishes them from general orthogonal matrices.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test for 'is this a rotation' is: orthogonal, and determinant +1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conditions, both cheap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Module 13 §2 uses them as a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Using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one warning about computing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determinants appear in graphics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901952"/>
            <a:ext cx="6217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9568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the determinant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Triangle area and orientation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2377440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24140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2×2 determinant of the edge vectors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Backface culling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8" y="2852928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889504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Sign of the signed area after projection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Barycentric coordinates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8" y="3328416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3364992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Ratios of sub-triangle determinants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Ray-triangle intersection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803904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840480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Cramer's rule on a 3×3 system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Degenerate-transform detection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7408" y="4279392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15968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Near-zero determinant before inverting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54879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91455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Change of volume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07408" y="4754879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17136" y="4791455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Jacobian determinant, for sampling (CSCE 647)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computational warning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Cofactor expansion is O(n!) and is unusable beyond about 4×4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fine for graphics and is a trap everywhere else.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Real implementations use LU decomposition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in O(n³)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that is what a library does when you ask for a determinant.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 tiny determinant does not mean nearly singular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scaling a matrix by 0.01 scales a 3×3 determinant by a millionth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without making it any harder to invert.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for 'is this safe to invert', use the condition number rather than the determinant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right tool and is what numerical libraries report.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determinant is the factor by which a transform scales volume, and its sign says whether orientation flipped.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Zero determinant means information was destroyed, which is why the five consequences are all the same statement.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negative determinant flips handedness, which is why a mirrored mesh renders inside-out.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 rotation is orthogonal with determinant +1 — two cheap conditions that together test for one.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Never test determinant == 0 in floating point; test against a tolerance.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 tiny determinant does not mean nearly singular — use the condition number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