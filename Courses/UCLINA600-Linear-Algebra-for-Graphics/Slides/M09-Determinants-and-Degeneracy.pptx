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Jacobian row is what makes change of variables work in Monte Carlo integration.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UC LINA 600 — Linear Algebra for Graphics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Determinants and Degeneracy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One number that tells you volume, orientation, and invertibility.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UC LINA 600 · Module 09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the determinant as a volume scale factor.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what a zero determinant means.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what a negative determinant means.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Relate determinants to invertibility and solving.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Use determinants in graphics contexts.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UC LINA 600 · Linear Algebra for Graphics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What it measures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 single geometric quantity, and the algebra follows.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UC LINA 600 · Linear Algebra for Graphics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determinant is the factor by which the transform scales volume — and its sign says whether orientation flipped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DEFINITION WORTH HAVING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Apply the transform to a unit cube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;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determinant is the volume of what comes out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the whole geometric content.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det = 2 doubles volume, det = 1 preserves it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and every rotation has determinant 1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one way to say that rotations do not distort.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Negative determinant means the orientation flipped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reflection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and the cube came out inside-out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Part 3's subject.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zero means the cube was flattened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collapsed into a plane, a line, or a point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Part 2 and is the case that matters most.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UC LINA 600 · Linear Algebra for Graphics  —  Module 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Zero determinant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Which is the condition you actually test for.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UC LINA 600 · Linear Algebra for Graphics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DEGENERACY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a zero determinant tells you, five ways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Volume collapsed to nothing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the transform squashed space into a lower dimension.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The columns are linearly dependent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(Module 02 §2) —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they do not span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so the image is a proper subspace.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The matrix is not invertible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information was destroyed and cannot be recovered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since many inputs map to the same output.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The system Ax = b has either no solution or infinitely many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never exactly one, which is the linear-systems consequence.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And in graphics: a degenerate triangle, a collapsed bone, a singular transform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all of which produce NaNs downstream (Module 06 §2).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Zero determinant means information was destroyed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which is why it cannot be inverted, and why the five statements are all the same statement.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UC LINA 600 · Linear Algebra for Graphics  —  Module 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Sign and handedness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Which connects back to Module 06.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UC LINA 600 · Linear Algebra for Graphics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 negative determinant flips handedness, which is how a mirrored object turns its normals inside 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PRACTICAL CONSEQUENCE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Mirror an object by scaling one axis by −1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determinant is −1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so the winding order effectively reverses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and every face now points inward.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why a mirrored mesh renders inside-out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unless the renderer flips its culling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and is a real and common asset-pipeline bug.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it is why a rotation has determinant exactly +1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: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rotations preserve both volume and handedness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what distinguishes them from general orthogonal matrices.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test for 'is this a rotation' is: orthogonal, and determinant +1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two conditions, both cheap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Module 13 §2 uses them as a verification.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UC LINA 600 · Linear Algebra for Graphics  —  Module 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Using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And the one warning about computing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UC LINA 600 · Linear Algebra for Graphics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USES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Where determinants appear in graphics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38404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Use</a:t>
            </a:r>
          </a:p>
        </p:txBody>
      </p:sp>
      <p:sp>
        <p:nvSpPr>
          <p:cNvPr id="8" name="Rectangle 7"/>
          <p:cNvSpPr/>
          <p:nvPr/>
        </p:nvSpPr>
        <p:spPr>
          <a:xfrm>
            <a:off x="4407408" y="1901952"/>
            <a:ext cx="62179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17136" y="1956816"/>
            <a:ext cx="59984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What the determinant does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377440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2414016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Triangle area and orientation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07408" y="2377440"/>
            <a:ext cx="6217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17136" y="2414016"/>
            <a:ext cx="59984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2×2 determinant of the edge vectors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852928"/>
            <a:ext cx="38404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2889504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Backface culling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07408" y="2852928"/>
            <a:ext cx="62179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17136" y="2889504"/>
            <a:ext cx="59984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Sign of the signed area after projection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328416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3364992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Barycentric coordinates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07408" y="3328416"/>
            <a:ext cx="6217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17136" y="3364992"/>
            <a:ext cx="59984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Ratios of sub-triangle determinants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3803904"/>
            <a:ext cx="38404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" y="3840480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Ray-triangle intersection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07408" y="3803904"/>
            <a:ext cx="62179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17136" y="3840480"/>
            <a:ext cx="59984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Cramer's rule on a 3×3 system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4279392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" y="4315968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Degenerate-transform detection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07408" y="4279392"/>
            <a:ext cx="6217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17136" y="4315968"/>
            <a:ext cx="59984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Near-zero determinant before inverting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4754879"/>
            <a:ext cx="38404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4791455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Change of volume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407408" y="4754879"/>
            <a:ext cx="62179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17136" y="4791455"/>
            <a:ext cx="59984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Jacobian determinant, for sampling (CSCE 647)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UC LINA 600 · Linear Algebra for Graphics  —  Module 09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And the computational warning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CLOSING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Cofactor expansion is O(n!) and is unusable beyond about 4×4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is fine for graphics and is a trap everywhere else.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Real implementations use LU decomposition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in O(n³)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and that is what a library does when you ask for a determinant.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a tiny determinant does not mean nearly singular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scaling a matrix by 0.01 scales a 3×3 determinant by a millionth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without making it any harder to invert.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for 'is this safe to invert', use the condition number rather than the determinant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is the right tool and is what numerical libraries report.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UC LINA 600 · Linear Algebra for Graphics  —  Module 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The determinant is the factor by which a transform scales volume, and its sign says whether orientation flipped.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Zero determinant means information was destroyed, which is why the five consequences are all the same statement.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A negative determinant flips handedness, which is why a mirrored mesh renders inside-out.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A rotation is orthogonal with determinant +1 — two cheap conditions that together test for one.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Never test determinant == 0 in floating point; test against a tolerance.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A tiny determinant does not mean nearly singular — use the condition number instead.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UC LINA 600 · Linear Algebra for Graphics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