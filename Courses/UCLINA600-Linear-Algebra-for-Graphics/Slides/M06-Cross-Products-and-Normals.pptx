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Inconsistent winding is the usual cause of a mesh that shades in patches.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Module 01 §2's surprising row, and the explanation is geometric rather than algebraic.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LINA 600 — Linear Algebra for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Cross Products and Normals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Perpendicularity, area, and the handedness trap.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LINA 600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cross products and interpret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face normals from a triangle.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handedness and winding order.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normals transform by the inverse transpose.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Debug a normal that points the wrong 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gives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things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cross product returns a vector perpendicular to both, with length equal to the parallelogram's 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THREE FACTS IN ONE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Direction: perpendicular to both inputs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you want for a surface normal.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Magnitude: |a||b| sin θ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area of the parallelogram they span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half of it is the triangle's area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how mesh areas get computed.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zero exactly when the inputs are parallel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degenerate-triangle 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§2) and is worth checking before normalising.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Plus: it is anticommutative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× b = −(b × a)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where handedness enters and is Part 3's subject.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Face normals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computation, and the two things that go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NORMALS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From three vertices to a unit normal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GIVEN a triangle with vertices p0, p1, p2: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e1 = p1 - p0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e2 = p2 - p0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n  = cross(e1, e2)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area = 0.5 * length(n)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n  = normalize(n)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TWO THINGS GO WRONG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1  DEGENERATE TRIANGLE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if p0, p1, p2 are collinear, n is the zero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vector and normalize() divides by zero.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CHECK length(n) before normalising -- this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is not paranoia, real meshes contain these.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2  WINDING ORDER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cross(e1, e2) and cross(e2, e1) point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opposite ways. Which one is "outward"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depends on the order the vertices are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listed in, which is a mesh convention.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Counter-clockwise-is-front is the usual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choice. PICK ONE AND WRITE IT DOWN.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AND VERTEX NORMALS are the normalised average of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face normals around a vertex -- which is why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 mesh with inconsistent winding shades wrongly.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Check the length before normalising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real meshes contain degenerate triangles, and the NaN propagates silently through everything downstream.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Handedness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convention, and why it causes so much trouble.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cross product's direction is a convention, and mixing conventions is the commonest bug in graphics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TRAP THIS MODULE EXISTS TO PREVENT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Right-handed: point the fingers along a, curl toward b, and the thumb gives a × b.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Left-handed systems reverse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both are self-consistent.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conventions genuinely differ in practice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OpenGL and most mathematics are right-handed; DirectX and some engines are left-handed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historical accident you inherit.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bug is mixing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importing a mesh built under one convention into a renderer using the 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symptom is normals inverted, or the scene mirrored.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rule is: choose once, write it down, and check it at every boundary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import, export, and any library call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nothing will warn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Transforming normals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not what you expect, and the reason is geometric.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NORMAL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normals use the inverse transpose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normal is defined by n · v = 0 for v in the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It is perpendicular to the surface — which is a condition relating it to the tangent vectors, not an independent direction.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after transforming tangents by M, perpendicularity must survive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We need n' · (Mv) = 0 whenever n · v = 0. Writing it out forces n' = (M⁻¹)ᵀ 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and for a rotation, (M⁻¹)ᵀ = M — so nothing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why the issue only appears under non-uniform scale, and why it surprises people who only ever rotated things.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Under non-uniform scale, transforming a normal by M tilts it off the surface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inverse transpose is what keeps it perpendicular.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debugging procedure for a wrong normal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Draw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Render the normals as short line segments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turns an invisible bug into an obvious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takes ten minutes to implement.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check, in order: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winding order, handedness convention, whether you used the inverse transpose, and whether you normalised after transforming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last one is easy to miss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transform can change a unit normal's length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shading will be subtly wrong rather than obviously broken.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four causes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 this program's experience it is nearly always one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list is worth keeping.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cross product gives direction, area, and a degeneracy test in one operation.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Check the length before normalising — real meshes contain degenerate triangles and the NaN propagates silently.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Which way is 'outward' depends on winding order, which is a mesh convention you must pick and write down.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Mixing handedness conventions is the commonest bug in graphics, and nothing warns you.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Normals transform by the inverse transpose, because perpendicularity must survive the transform.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Under a pure rotation the inverse transpose equals M, which is why the issue only appears with non-uniform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