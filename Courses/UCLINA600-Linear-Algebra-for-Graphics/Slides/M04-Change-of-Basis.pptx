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naming convention eliminates the single most common error in the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Change of Basis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most useful idea in the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change of basis does.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change of basis matrix from the basis vectors.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Invert it, and explain the direction convention.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view matrix as a change of basis.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Avoid the standard direction confusion.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descriptions of one arrow.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arrow does not change; only the numbers describing it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IDEA, WHICH IS SIMPLER THAN THE NOTATION SUGGESTS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point in a room has one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people with different coordinate systems assign it different numbers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neither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change of basis is a translation between two descriptions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dictionary, not a movement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nothing in the world moves when you apply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distinction that causes all the trouble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rotating an object and rotating the frame you describe it in produce inverse matrices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look identical on screen.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view matrix is the second kind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camera does not move the world; it re-describes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Part 3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Building the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one sentence, once you have Module 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matrix whose columns are the new basis vectors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SUPPOSE a basis B has vectors b1, b2, b3, each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written IN WORLD COORDINATES.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BUILD  M = [ b1 | b2 | b3 ]   (as columns)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THEN M takes B-coordinates TO world coordinates.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v_world = M * v_B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WHY: v_B = (x,y,z) means "x of b1 plus y of b2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plus z of b3" -- and M*v_B combines the columns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with exactly those weights (Module 03 section 1).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 the construction is forced.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OTHER DIRECTION is the inverse: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v_B = M^-1 * v_world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DIRECTION CONVENTION, which is worth fixing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once and never rethinking: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name it M_world_from_B.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Then M_world_from_B * v_B = v_world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reads as cancellation,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M_world_from_B * M_B_from_camera is obviously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M_world_from_camera.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Name it </a:t>
            </a:r>
            <a:r>
              <a:rPr sz="1150" b="1" i="1">
                <a:solidFill>
                  <a:srgbClr val="798290"/>
                </a:solidFill>
                <a:latin typeface="Consolas"/>
              </a:rPr>
              <a:t>M_world_from_B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then the subscripts cancel like units and you can never compose two of them backwards.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for an orthonormal basis the inverse is just the transpose, which is why frames are built orthonormal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SHORTCUT THAT MAKES THIS CHEAP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basis vectors are unit length and mutually perpendicular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matrix is orthogonal and M⁻¹ = Mᵀ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free to compute and numerically exact.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camera frames, tangent frames, and bone frames are all built orthonormal deliberately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for elegance but because inverting them is then a transpose.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Gram-Schmidt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§4):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given any basis, it produces an orthonormal one spanning the same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numerical point: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general inverse accumulates error and a transpose does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matters in a loop running sixty times a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view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whole idea, applied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VIEW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Deriving it, rather than copying a lookAt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Build the camera's frame in world coordinates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forward, right, and up, orthonormal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Module 05's cross products and normalisation.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Those columns give M_world_from_camera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2) — the matrix that takes camera coordinates to world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But you want the opposite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view matrix is M_camera_from_world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inverse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because the frame is orthonormal, the transpose.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Plus the translation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does not fit in a 3×3 and is Module 07's subject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inverts by negating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entire derivation of lookAt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it takes four lines once the convention is fixed.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That is the entire derivation of lookAt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four lines, and it explains why the function has a transpose and a negated translation 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standard 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Named, so you can recognise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Rotating the object and rotating the frame are inverse operations that look identical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Turning an object 30° left, and turning your head 30° right, produce the same image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matrices are inverses of each 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sign error here does not crash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produces a scene that moves the wrong 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diagnosable only by knowing which operation you meant.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fix is the naming convention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matrix called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M_camera_from_world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cannot be applied in the wrong direction without the name looking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module's practical deliverable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idea is simple and the bookkeeping is where the time goes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fix the bookkeeping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change of basis is a dictionary, not a movement — nothing in the world moves.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Build the matrix from the new basis vectors as columns; the construction is forced by what Mv means.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Name it M_world_from_B, and the subscripts cancel like units.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For an orthonormal basis the inverse is the transpose, which is why frames are built orthonormal deliberately.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view matrix is M_camera_from_world, which is the inverse of the camera's frame — and that is the whole derivation of lookAt.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Rotating the object and rotating the frame are inverse operations that look identical on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