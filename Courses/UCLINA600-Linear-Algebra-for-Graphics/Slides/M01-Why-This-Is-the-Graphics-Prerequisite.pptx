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Modules 02 through 08 serves this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normal matrix row is the one that surprises people, and Module 06 §4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Why This Is the Graphics Prerequisite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Because the pipeline is four matrix multiplications.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Trace a vertex through the pipeline at a high level.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four transforms and what each does.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linear algebra is the subject rather than background.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this course assumes and what it supplies.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Decide whether you can skip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happens to a vertex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whole pipeline, before any of the machinery.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point in a model becomes a pixel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A VERTEX STARTS as three numbers in the space the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artist modelled it in. It ends as a pixel. In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between: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1  MODEL MATRIX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model space -&gt; world space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"where is this object placed in the scene"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2  VIEW MATRIX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world space -&gt; camera space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"what does this look like from the camera"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-- which is a change of basis (Module 04)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3  PROJECTION MATRIX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camera space -&gt; clip space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"how does distance become smaller on screen"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-- which needs homogeneous coords (M07)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4  PERSPECTIVE DIVIDE and VIEWPORT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clip space -&gt; pixels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SO: p_screen = Viewport * Project * View * Model * p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FOUR MATRIX MULTIPLICATIONS. That is the pipeline,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and this course is about what each one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Four matrix multiplications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that is the pipeline, and the rest of the course is about what each one is and why it has the form it does.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is why this is the subject rather than the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ARGUMENT FOR NOT SKIPPING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graphics course that assumed no linear algebra would have to teach it anyway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there is nothing else there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CSCE 641 spends its time on the parts that are not matrices instead.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failure mode is specific: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 copy a projection matrix from a book and get a picture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then be unable to debug it, extend it, or handle the case the book did not cover.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happens constantly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 pipeline is forgiving of ignorance until it is not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symptom is a scene that is almost right in a way you cannot name.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test is Module 13's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can you derive the projection matrix rather than recall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deriving it is four lines once Module 07 is in place.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four transforms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kind of thing each one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matrix actually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Matrix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901952"/>
            <a:ext cx="4572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9568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4928" y="1901952"/>
            <a:ext cx="32004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19568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Covered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377440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24140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Rotation, scale, translation composed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4928" y="2377440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34656" y="24140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Modules 03, 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2852928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889504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change of basis to the camera's frame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24928" y="2852928"/>
            <a:ext cx="3200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2889504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Module 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Projection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52928" y="3328416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3364992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shear plus a divide, in disguise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24928" y="3328416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6" y="3364992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Modules 07, 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Normal matrix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803904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2656" y="3840480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inverse transpose — and why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24928" y="3803904"/>
            <a:ext cx="3200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4656" y="3840480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Modules 06, 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Beyond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else the course pays 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ELSEWHERE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the rest of the program needs from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CSCE 645 Geometric Modeling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splines are linear combinations of basis functions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Module 02's vocabulary applied to curves.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CSCE 647 Image Synthesis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every ray-surface intersection is a dot product and a solve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importance sampling needs orthonormal frames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05).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CSCE 649 Physically-Based Modeling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inertia tensors are eigenvector problems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and rotations are quaternions (Modules 10, 11).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CSCE 633 and 636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least squares is the first fitting method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principal components are eigenvectors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(Modules 10, 12).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CSCE 753 Computer Vision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this course run backwards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recovering the matrices from the images.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Computer vision is this course run backwards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graphics computes the image from the transform, and vision recovers the transform from the image.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Can you skip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Honestly, with a specific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Five questions decide it, and they are the ones CSCE 641 assumes in week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Can you say what a basis is, and why a matrix column is where a basis vector lands?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(Modules 02, 03.)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Can you project one vector onto another, and derive the formula?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§2.)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Can you say why the cross product's direction depends on handedness?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 §3.)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Can you explain what the fourth coordinate is for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07),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why normals use the inverse transpose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 §4)?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Five questions; answer them all and skip the course.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Four matrix multiplications are the pipeline, and the rest of the course is what each one is.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You can copy a projection matrix and get a picture, and then be unable to debug it — which is the specific failure mode.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view matrix is a change of basis and the projection is a shear, which makes the pipeline comprehensible instead of memorised.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Computer vision is this course run backwards.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symptom of not knowing this is a scene that is almost right in a way you cannot name.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Five questions decide whether you can skip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