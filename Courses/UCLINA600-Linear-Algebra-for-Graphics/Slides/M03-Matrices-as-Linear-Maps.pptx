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1 requires every matrix built this way rather than looked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translation row is the one that motivates the whole of Module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Matrices as Linear Maps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columns are where the basis vectors land.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03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Read a matrix as a transformation.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the columns are the images of basis vectors.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matrix multiplication as composition.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multiplication is not commutative.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Build the standard graphics transform matrices.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one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makes everything else follow.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columns of a matrix are where the basis vectors land — and that single fact derives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IDEA TO INTERNALISE BEFORE ANYTHING ELSE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linear map is determined by what it does to the basis vectors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everything else is a linear combination of them and the map preserves combinations.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write down where each basis vector goes, as columns, and you have the matrix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how you build every transform in this course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rather than looking one up.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then Mv is 'take v's coordinates as weights, and combine the columns'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what matrix-vector multiplication computes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read correctly.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the definition inevitable rather than arbitrary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anybody who finds matrix multiplication unmotivated has been shown the rule before the reason.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Deriving a rotation matrix in ten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WHERE DO THE BASIS VECTORS GO under a rotation by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theta in the plane?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(1,0)  -&gt;  (cos t,  sin t)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(0,1)  -&gt;  (-sin t, cos t)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Those are the columns. So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R = [ cos t   -sin t ]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 [ sin t    cos t ]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AND THAT IS THE DERIVATION. No memorisation, and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no risk of getting the signs backwards -- draw the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two arrows and read off the answer.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SAME METHOD, SCALE BY (a, b):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(1,0) -&gt; (a, 0),  (0,1) -&gt; (0, b)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S = [ a 0 ]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    [ 0 b ]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SAME METHOD, SHEAR: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(1,0) -&gt; (1, 0),  (0,1) -&gt; (k, 1)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and you have it.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EVERY MATRIX IN THIS COURSE IS BUILT THIS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Draw where the basis vectors go and read off the columns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removes every sign error from every transform in the course.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what multiplication means.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Matrix multiplication is composition of maps, which is why it is associative and why it is not commutative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BOTH PROPERTIES, FROM ONE READING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AB means 'apply B, then apply A'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right to left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backwards from reading order and is the source of endless confusion.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Associative because composing functions is associative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(AB)C and A(BC) are both 'do C, then B, then A'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obviously the same thing.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not commutative because the order you apply operations in matters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rotate then translate lands somewhere different from translate then rotate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you can check with a pen in ten seconds.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non-commutativity is not an algebraic quirk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a geometric fact that the algebra faithfully records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Project 1 asks you to demonstrate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standard transforms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All derivable, none worth memorising.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ones you need, and what each does to the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286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285292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Effect on basis vectors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76288" y="1901952"/>
            <a:ext cx="3749039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19568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Scale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Each stretched along its own axis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76288" y="2377440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6016" y="24140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Diagonal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Rotation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5292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6265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Both turned by 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6288" y="2852928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86016" y="2889504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Columns are cos/sin; derive, do not recall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Shear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5292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One fixed, one tilted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76288" y="3328416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86016" y="3364992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Off-diagonal entry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Reflection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52928" y="3803904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2656" y="3840480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One negated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76288" y="3803904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6016" y="3840480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Determinant −1 (M09)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Projection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52928" y="4279392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62656" y="4315968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Collapsed onto a subspace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76288" y="4279392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6016" y="4315968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Not invertible; information lost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Translation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52928" y="4754879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62656" y="4791455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— not linear at 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76288" y="4754879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86016" y="4791455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Needs M07's fourth coordinate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linear means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Precisely, since it is doing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LINEARITY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two conditions, and what they rule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T(u + v) = T(u) + T(v)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T(cv) = cT(v)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together mean the map preserves linear combinations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that is the whole definition.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Geometrically: lines stay lines, the origin stays put, and parallel lines stay parallel and evenly spaced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immediately rules out translation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(Part 3)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it moves the origin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and rules out anything with a squared term.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it is why a linear map is determined by the basis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(Part 1):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knowing the images of a basis plus linearity determines everything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the restriction buys the representation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linear maps are exactly the ones a matrix can express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the trade.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restriction buys the representation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linear maps are exactly the ones a matrix can express, which is why the definition is worth being exact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thing to carry forward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Never look up a transform matrix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draw where the basis vectors go and read off the columns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1), which takes ten seconds and cannot be got backwards.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always read a product right to left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as composition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makes the model-view-projection chain readable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08).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Plus: translation is coming, and it does not fit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one gap in this module and is Module 07's entire subject.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good example of how the course is built: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restriction that buys something, then a trick that evades the restriction without giving the purchase 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columns of a matrix are where the basis vectors land, and that single fact derives everything else.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Mv means 'take v's coordinates as weights and combine the columns'.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Draw where the basis vectors go and read off the columns — which removes every sign error.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Matrix multiplication is composition, applied right to left, which is why it is associative and not commutative.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Translation is not a linear map because it moves the origin, which is why homogeneous coordinates exist.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restriction buys the representation: linear maps are exactly the ones a matrix can express.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