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2 requires this derived rather than copied.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Pipeline as a Matrix 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course pays off, visibly.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model and view matrices.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a perspective projection matrix.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depth mapping and its precision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viewport transform.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Assemble and verify the full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Model and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Both of which you can now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 matrix composes the object's transforms and the view matrix is the camera frame inverted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TWO MATRICES, BOTH ALREADY DERIVED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Model: scale, then rotate, then translate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composed right to left as TRS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conventional order and gives the behaviour people expect (Module 03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order matters visibly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rotating after translating orbits the object around the origin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sometimes what you want and is usually a bug.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View: build the camera's orthonormal frame and invert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transpose plus a negated translation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four lines.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two of the four matrices are already yours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from Modules 03 and 04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projection is the only new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Deriving the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similar triangles, in four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matrix comes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GEOMETRY: a point at depth z projects onto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screen plane at distance d by similar triangles: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x_screen = d * x / (-z)      (z negative,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y_screen = d * y / (-z)       camera looks -z)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THAT IS A DIVISION, so we need w (Module 07):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arrange for w = -z and let the hardware divide.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[ d  0  0  0 ]   so x' = d*x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[ 0  d  0  0 ]      y' = d*y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[ 0  0  A  B ]      z' = A*z + B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[ 0  0 -1  0 ]      w' = -z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after the divide: x'/w' = -d*x/z.  Correct.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A, B ARE CHOSEN to map the near and far planes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to the depth range the hardware wants: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z = -n  -&gt;  z'/w' = -1   (or 0)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z = -f  -&gt;  z'/w' = +1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two equations, two unknowns, and you solve them.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THAT IS THE WHOLE DERIVATION.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Similar triangles, one row to put depth in w, and two equations for the depth range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whole projection matrix.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Depth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follows from the derivation and surprises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Depth after the divide is non-linear in z, so almost all the precision sits near the near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CONSEQUENCE OF THE A AND B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z' / w' works out to something of the form a + b/z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reciprocal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equal steps in stored depth are not equal steps in distance.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near plane at 0.01 and a far plane at 10,000 spends most of its depth buffer on the first metre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rest of the scene fights over what is left.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z-fighting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distant surfaces rounding to the same depth 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flickering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fix is almost always to move the near plane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the far plane 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specific, common, and frequently misdiagnosed bug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falls directly out of Part 2's derivation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deriving rather than copying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Assembling and 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chain, and how to know it is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full chain, and the checks at each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p_clip = Projection · View · Model · p_model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right to left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naming convention makes the composition checkable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04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the divide by w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giving normalised device coordinates in a cube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anything outside that cube is clipped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the viewport transform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scale and shift the cube to pixel coordinates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trivial affine map and is where the y-flip usually hides.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check each stage separately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point you computed by hand, at every stage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rather than looking at the final image (Module 13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only way to localise an error in a chain of four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image tells you something is wrong and never which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image tells you something is wrong and never which matrix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check each stage against a hand-computed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course's payoff is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Everything in Modules 02 through 07 was for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bases, change of basis, linearity, and homogeneous coordinates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all four used in one derivation.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derivation is about twenty lines total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the course is four weeks rather than a semester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skipping it costs more than it saves.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Plus: you can now debug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was Module 01 §1's whole argument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copied matrix gives a picture and a derived one gives a diagnosis.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Project 2 asks for the derivations alongside the renderer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the renderer alone does not demonstrate the thing the course was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Model is TRS composed right to left; rotating after translating orbits the origin, which is usually a bug.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view matrix is the camera frame inverted — a transpose plus a negated translation.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projection matrix is similar triangles, one row to put depth in w, and two equations for the depth range.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Depth after the divide is a reciprocal in z, so almost all precision sits near the near plane.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Z-fighting is fixed by moving the near plane out, not the far plane 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image tells you something is wrong and never which matrix, so check each stage against a hand-computed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