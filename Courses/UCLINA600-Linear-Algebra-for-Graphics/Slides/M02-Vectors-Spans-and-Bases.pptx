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Barycentric coordinates are the clearest everyday use of a linear combination.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UC LINA 600 — Linear Algebra for Graphics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Vectors, Spans, and Bases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a coordinate actually 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UC LINA 600 · Module 02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a vector as an arrow and as a coordinate list.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span and linear independence.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a basis and explain why coordinates need one.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dimension.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Recognise these objects in graphics contexts.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Two readings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you have to be able to switch between.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vector is an arrow, and its coordinates are instructions for building it from basis vectors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IDEA THE WHOLE COURSE RESTS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(3, 2) means 'three of the first basis vector plus two of the second'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the numbers are relative to a choice somebody made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arrow is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the same arrow has different coordinates in different bases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why change of basis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04)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is the central operation rather than a technicality.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arrow reading is the one to think in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the coordinates as bookkeeping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reverse of how it is usually taught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is why 3Blue1Brown is on the reading list first.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Plus the operations have geometric meanings: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addition is tip-to-tail, scaling is stretching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every algebraic rule is a statement about those pictures.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Span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Everything you can reach.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set of vectors reaches, and what it misses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The span is the set of all linear combinations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all the places you can get to by scaling and adding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One non-zero vector spans a line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;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two independent vectors span a plane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;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three independent ones in 3D span everything.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And two vectors pointing the same way span only a line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which is linear dependence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and is the failure this vocabulary exists to name.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So: vectors are linearly independent if none is in the span of the others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equivalently, if the only combination summing to zero is the all-zero one.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Which matters in graphics immediately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: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three collinear points do not define a plane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and a mesh face built from them has no normal (Module 06 §2).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Three collinear points do not define a plane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linear dependence, and is a degenerate triangle in every mesh you will ever load.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Basis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what makes coordinates mean anything.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basis is a set that is independent and spans — so every vector has exactly one coordinate 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BOTH CONDITIONS ARE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Spanning gives you at least one way to write every vector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independence gives you at most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together they give exactly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what a coordinate system is.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Too few vectors and some points are unreachable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too many and the coordinates are not unique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the basis is the Goldilocks condition.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dimension is the number of vectors in any basis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same for every basis of a space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that invariance is a theorem rather than an observation.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'three-dimensional' means 'every basis has three vectors'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not 'the vectors have three numbers'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coordinate fact rather than a space fact.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 graphics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every one of these shows up by week three.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GRAPHICS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These objects, in the places you will meet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Concept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292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Where it appears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goes wrong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Basis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Every coordinate frame: model, world, camera, tangent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Mixing frames silently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Span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292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265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plane of a triangle; a subspace of motion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Degenerate faces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Independence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5292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Whether three points define a plane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Zero-length normals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Linear combination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292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Barycentric interpolation across a triangle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Weights not summing to one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Dimension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5292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6265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Degrees of freedom in a rig or a spline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Over-constrained solves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habit this module asks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Label every vector with the space it lives in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 a comment, in a variable name, in your head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because the type system will not do it for you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the numbers all look alike.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single cheapest defence against the characteristic bug of this subject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4), and costs a naming convention.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makes Module 04 easy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change of basis is then visibly a conversion between two labelled spaces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a matrix appearing from nowhere.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So: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v_world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,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v_camera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,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n_tangent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never a bare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v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convention Project 2 enforces.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Coordinates are instructions for building an arrow from basis vectors, so they are relative to a choice somebody made.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arrow reading is the one to think in, with coordinates as bookkeeping.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Three collinear points do not define a plane — linear dependence, and a degenerate triangle.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Spanning gives at least one coordinate list and independence gives at most one; together, exactly one.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'Three-dimensional' means every basis has three vectors, not that vectors have three numbers.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Mixing frames silently is the characteristic bug of the subject, and labelling every vector is the cheapest defence.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