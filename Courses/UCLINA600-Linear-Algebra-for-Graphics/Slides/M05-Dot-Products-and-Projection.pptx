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agreement of the two definitions is the content; either alone is a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decomposition into parallel and perpendicular parts is used constantly in CSCE 649.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LINA 600 — Linear Algebra for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Dot Products and Projection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operation every shading calculation is made of.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LINA 600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dot products and interpret them geometrically.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projection formula.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orthogonality and orthonormal bases.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Gram-Schmidt.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dot products in shading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Algebraic and geometric, and they agree.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DOT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same number, two 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 · b = a₁b₁ + a₂b₂ + a₃b₃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algebraic definition: multiply componentwise and sum. Cheap, and tells you nothing by itself.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 · b = |a| |b| cos 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geometric meaning. The equality of these two is the law of cosines, and it is worth proving once.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so for unit vectors, a · b IS the cosine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is why normalised vectors are everywhere in shading: the dot product becomes the angle term directly.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For unit vectors the dot product is the cosine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why shading code normalises everything before doing anything.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sign alone answers the questions you ask most often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OPERATION IS EVERYWHERE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Positive means the angle is acute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zero means perpendicular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negative means obtuse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frequently need only that much.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Is the light in front of this surface?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 · l &gt; 0.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Is this face pointing toward the camera?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 · v &gt; 0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backface culling.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 dot product appears in every shading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Lambertian diffuse is literally max(0, n · l)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the whole formula.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clamp matters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negative dot means the light is behind the surface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without the max you get negative light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first bug everybody writes.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Derived, not memorised.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shadow of one vector on another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QUESTION: how much of a points along b?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THE ANSWER has to be a multiple of b, say c*b,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and the leftover (a - c*b) has to be perpendicular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to b -- that is what "the component along b" means.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SO IMPOSE IT: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(a - c*b) . b = 0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a.b - c (b.b) = 0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c = (a . b) / (b . b)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THEREFORE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proj_b(a) = [ (a.b) / (b.b) ] * b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AND IF b IS A UNIT VECTOR, b.b = 1, so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proj_b(a) = (a . b) * b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which is why everything gets normalised first.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THE DERIVATION IS THREE LINES and it is worth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redoing rather than recalling: the condition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"leftover is perpendicular" IS the definition.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'The leftover is perpendicular' is the definition, and the formula follows in three lines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why it never needs memorising.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Orthogonality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orthonormal bases are worth the trouble.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ORTHONORMAL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get when the basis is orthonormal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Coordinates are just dot products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i-th coordinate of v is v · eᵢ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with no solve required, which is otherwise a linear system.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inverse is the transpose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04 §2) — free, and numerically exact.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Lengths and angles are preserved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by the transform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what makes a rotation a rotation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rather than a general linear map.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decomposition is trivial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any vector is the sum of its projections onto the basis vectors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Part 2 applied three times.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the question is always: how do I get an orthonormal basis?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Gram-Schmidt is the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In an orthonormal basis, finding coordinates is three dot products instead of a linear solve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practical reason the condition is worth arranging.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Gram-Schmidt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projection, applied repeatedly.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Take each vector, subtract its projections onto the ones already done, and normalise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the entire algorithm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each step is Part 2's projection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there is nothing new to learn.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gives you an orthonormal basis spanning the same space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you can always arrange to be in Part 3's easy case.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graphics use is constant: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building a tangent frame around a surface normal for importance sampling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647 §07), or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re-orthonormalising a camera frame that has drifted.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the numerical caveat: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naive version loses orthogonality on nearly-dependent input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modified version subtracts progressively and is what you should implement.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For unit vectors the dot product is the cosine, which is why shading code normalises everything first.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sign alone answers most questions: in front, perpendicular, behind.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Lambertian diffuse is literally max(0, n · l), and omitting the clamp gives negative light.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'The leftover is perpendicular' is the definition of projection, and the formula follows in three lines.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In an orthonormal basis, finding coordinates is three dot products instead of a linear solve.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Gram-Schmidt is projection applied repeatedly, and the modified version is the one to implement.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