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here is a bug that ships, because each one produces a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 requires this suite and one bug found by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Transform Is Correct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Verification, rather than looking at the picture.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visual inspection is insufficient.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verification suite for transforms.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invariants worth checking.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whether you are ready for Semester 1.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program's closing rule in this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looking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ways a wrong matrix looks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Wrong transforms that produce plausible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5852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see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Transposed rotation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rotates the wrong way — looks deliberate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Wrong handedness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mirrored scene, which reads as an art choice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Normals not inverse-transposed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Slightly wrong shading under non-uniform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Unnormalised normals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 bright or too dark; reads as a lighting 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Composition order swapped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 for symmetric test scenes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a plausible image is the weakest possible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 FOR A TEST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pipeline produces a picture from almost any matrices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'I see something' rules out only crashes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crashes were never the risk.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are the worst possible judge of your own scene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know what it should look like, so you see what you expect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671 §01 §2, and UC MATH 600 §13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fix is numbers: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point whose screen position you computed by hand, checked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cannot be talked out of a disagreement.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takes an hour to set up and saves days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one engineering habit this course is trying to install.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verification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check, concretely.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checks, in order of how often they catch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  KNOWN POINTS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a unit cube at the origin, a camera on 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axis, and screen positions you computed 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paper. Assert them.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2  ROUND TRIPS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M * M^-1 == I to tolerance.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world_from_camera * camera_from_world == I.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  INVARIANTS OF ROTATIONS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orthogonal: R * R^T == I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determinant == +1  (Module 09 section 3)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lengths preserved: |Rv| == |v|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-- three cheap checks that catch transposes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and handedness errors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4  DEGENERACY GUARDS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|det| above tolerance before inverting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|n| above tolerance before normalising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5  AND A VISUAL CHECK LAST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normals drawn as segments, axes drawn in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colour -- useful, and not evidence.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FIRST THREE WOULD CATCH EVERY ROW OF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TABLE IN SECTION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first three checks would catch every failure in §1's table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argument for writing them, and they are about forty lines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Are you ready?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five questions, taken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Take these before Semester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derive a rotation matrix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drawing where the basis vectors go? (Module 03 §1.)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derive the projection formula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the perpendicularity condition? (Module 05 §2.)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say why the view matrix is an inverse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why it is a transpose? (Module 04 §3.)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explain what w is for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both of its jobs? (Module 07.)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can you derive the projection matrix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similar triangles? (Module 08 §2.)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Five questions.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Answer all five and start Semester 1; otherwise the ones you missed name the modules to revisit.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program's, in this subject's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 what you verified, state what you assumed, and never claim more than you established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this subject it means: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handedness convention, name the spaces each matrix maps between, and say what you tested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things.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transform is correct' means 'it passes these assertions under this convention'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checkable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unlike 'it looks right'.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convention is the one most often left unstated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every handedness bug is somebody's unstated assumption meeting somebody else's unstated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convention, spaces,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is the prerequisite done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same rule the other thirty-six courses close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wrong transform in §1's table produces a plausible picture, which is why they ship.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symmetric test scene hides composition errors, so make the test scene asymmetric and off-axis.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You are the worst judge of your own scene, because you see what you expect.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Three cheap checks — orthogonality, determinant +1, length preservation — catch transposes and handedness errors.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first three checks would catch every failure in the table, and are about forty lines total.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'The transform is correct' means 'it passes these assertions under this convention'.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