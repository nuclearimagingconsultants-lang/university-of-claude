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Picking the nearer of q and −q before interpolating is the bug everybody writes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three-representation workflow is the practical answer, not choosing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UC LINA 600 — Linear Algebra for Graphics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Quaternions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How rotations are actually stored.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UC LINA 600 · Module 11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is wrong with Euler angles.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quaternion representation of a rotation.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Compose and apply rotations with quaternions.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Interpolate rotations correctly.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a rotation representation for a purpose.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is wrong with angles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Three specific problems, and the third is fatal.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LINA 600 · Linear Algebra for Graphics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Euler angles are order-dependent, interpolate badly, and lose a degree of freedom at certain orientations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A MORE COMPLICATED REPRESENTATION IS WORTH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Order-dependent: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'yaw 30, pitch 40' and 'pitch 40, yaw 30' give different orientations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the convention must be stated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there are a dozen in use.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Bad interpolation: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interpolating the three angles separately does not give a smooth rotation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it wobbles, and the path depends on the convention.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gimbal lock: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at certain orientations two of the three axes align and a degree of freedom is lost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not a bug in the implementation but a property of the representation.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Euler angles are fine for a user interface and poor for storage or interpolation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exactly the division of labour engines use.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representation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Four numbers, encoding an axis and an angle.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LINA 600 · Linear Algebra for Graphics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QUATERNIONS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the four numbers 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q = (cos(θ/2),  sin(θ/2)·axis)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 scalar part and a vector part. The axis is the eigenvector with eigenvalue 1 (Module 10 §1), and the half-angle is the part that surprises people.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composition is quaternion multiplication, not commutative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Which matches the fact that rotations do not commute (Module 03 §2) — the algebra records the geometry faithfully.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and q and −q are the same rotation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double cover. It matters for interpolation: pick the nearer of the two before interpolating or you take the long way around.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Half the angle, and q and −q are the same rotation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two facts that account for most quaternion confusion and both of which matter.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Why engines use them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Four concrete advantages.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LINA 600 · Linear Algebra for Graphics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get for the extra conceptual cost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No gimbal lock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every orientation is represented equally well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, with no degenerate configurations.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Smooth interpolation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spherical linear interpolation follows the shortest arc at constant angular speed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, which is what animation needs.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Cheap composition and cheap normalisation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four numbers rather than nine, and drift is corrected by one normalise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rather than by Gram-Schmidt (Module 05 §4).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And numerical stability under repeated composition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which matters in an animation system accumulating thousands of operations.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At the cost of being hard to read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nobody can look at four numbers and picture the rotation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, which is why interfaces still show Euler angles.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Nobody can look at four numbers and picture the rotation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which is the one real cost, and is why engines store quaternions and display Euler angles.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Choosing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Three representations, three jobs.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LINA 600 · Linear Algebra for Graphics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CHOOSING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Which representation for which job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Representation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3749039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Use it for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76288" y="1901952"/>
            <a:ext cx="3749039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6016" y="1956816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Not for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Euler angles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User interfaces, authoring, config files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76288" y="2377440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86016" y="2414016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Storage, interpolation, composition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Rotation matrix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Applying to many vectors; the GPU wants one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76288" y="2852928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86016" y="2889504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Storage; drift and nine numbers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Quaternion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Storage, interpolation, composition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76288" y="3328416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86016" y="3364992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Being read by a human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honest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Quaternions are not mysterious; they are a half-angle axis encoding with a multiplication rule that composes rotations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the half-angle is the only genuinely odd part.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You do not need the algebra's derivation to use them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you need the construction, the composition rule, slerp, and the double-cover caveat.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four facts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Project 2 accepts either a matrix or a quaternion camera provided you say which and why.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axis is Module 10's eigenvector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a satisfying place for the two modules to meet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is worth verifying numerically once.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Euler angles are order-dependent, interpolate badly, and lose a degree of freedom at gimbal lock.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Gimbal lock is a property of the representation, not a bug in the implementation.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 quaternion is cos(θ/2) and sin(θ/2) times the axis — and the axis is the eigenvector with eigenvalue 1.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q and −q are the same rotation, and picking the nearer before interpolating is the bug everybody writes once.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Nobody can look at four numbers and picture the rotation, which is the one real cost.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Convert at the boundaries: author in Euler, store as quaternion, upload as a matrix.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LINA 600 · Linear Algebra for Graphics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