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LINA 600 — Linear Algebra for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Eigenvalues and Eigenvectors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directions a transform does not 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LINA 600 · Module 10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Define eigenvectors and eigenvalues geometrically.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Compute them for small matrices.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diagonalisation and what it is for.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symmetric case and why it is special.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Recognise eigen-problems in the program ahead.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geometric before it is algebraic.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 eigenvector is a direction the transform only stretches — it comes out along the same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IDEA, BEFORE THE CHARACTERISTIC POLYNOMIAL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Most vectors get turned by a transform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eigenvectors do not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they come out as a scalar multiple of themselves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that scalar is the eigenvalue.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Av = λv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says 'the transform acts on this direction like simple scaling'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that is the whole content.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a rotation in the plane has no real eigenvectors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everything turns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while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3D rotation has exactly one: the axis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with eigenvalue 1.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a good first example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'the axis of rotation is the eigenvector with eigenvalue 1' makes the definition concrete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is directly useful (Module 11).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Computing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why this is the wrong method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COMPUTATION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By hand, for a 2×2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Av = lv  means  (A - lI)v = 0 for v nonzero,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which needs A - lI to be SINGULAR, so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det(A - lI) = 0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-- the characteristic polynomial. Solve for l,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then solve (A - lI)v = 0 for each root.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EXAMPLE  A = [ 2 1 ]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     [ 1 2 ]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det([2-l, 1], [1, 2-l]) = (2-l)^2 - 1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                    = l^2 - 4l + 3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                    = (l-1)(l-3)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l = 1:  v = (1, -1)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l = 3:  v = (1,  1)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and both are perpendicular, because A is symmetric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(section 4).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BUT NOT AT SCALE: root-finding on a degree-n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polynomial is numerically catastrophic. Real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implementations use iterative methods (QR, power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iteration). Use a library and know why.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characteristic polynomial is for understanding and for 2×2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real implementations iterate, because polynomial root-finding is numerically catastrophic.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Diagonalisation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What eigenvectors are actually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In its eigenvector basis a transform is diagonal — which is change of basis doing its job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THIS MATTERS BEYOND THE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= PDP⁻¹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where P's columns are the eigenvectors and D is diagonal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reads as: change to the eigenbasis, scale each axis, change back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04).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then Aⁿ = PDⁿP⁻¹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where Dⁿ is just each diagonal entry to the 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turns repeated application into exponentiation of numbers.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eigenvectors matter for anything iterated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stability of a simulation, convergence of an iterative method, long-run behaviour of a Markov chain.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question 'does this simulation blow up' is 'is the largest eigenvalue above 1'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CSCE 649's stability analysis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is the most practical use in this track.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symmetric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the one you meet most, and is well behaved.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SYMMETRIC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symmetric matrices are the easy and common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Real eigenvalues, always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no complex numbers, which is not true in general.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orthogonal eigenvectors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so P is orthonormal and P⁻¹ = Pᵀ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 04 §2), making the diagonalisation free to invert.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is the spectral theorem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and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it is why the symmetric case is the one every application arranges to be in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Inertia tensors are symmetric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so the principal axes are orthogonal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why rigid body dynamics is tractable (CSCE 649).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covariance matrices are symmetric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so principal component analysis is an eigendecomposition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CSCE 633 and CSCE 753.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Covariance matrices are symmetric, so PCA is an eigendecomposition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the single most common use of this module outside graphics.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where this appears in the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CSCE 649: inertia tensors, modal analysis, and stability of integrators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all eigenvalue problems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last one decides whether your simulation explodes.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CSCE 753 and CSCE 633: principal components, spectral clustering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covariance matrix's eigenvectors are the directions of greatest variance.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CSCE 645: mesh smoothing and parameterisation use the Laplacian's spectrum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same machinery on a graph.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Module 11's quaternions are the axis-angle representation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where the axis is the eigenvector with eigenvalue 1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(Part 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An eigenvector is a direction the transform only stretches; the scalar is the eigenvalue.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A 3D rotation has exactly one real eigenvector: its axis, with eigenvalue 1.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The characteristic polynomial is for understanding and for 2×2; real implementations iterate.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In its eigenvector basis a transform is diagonal, which turns repeated application into exponentiation of numbers.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'Does this simulation blow up' is 'is the largest eigenvalue above 1'.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Symmetric matrices have real eigenvalues and orthogonal eigenvectors, which is why applications arrange to be symmetric.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