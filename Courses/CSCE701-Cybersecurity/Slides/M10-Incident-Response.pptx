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preparation framing is what makes the phase list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do-not-power-off instruction is the one people get wrong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Incident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you do, decided before you need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phases and what each requires in advance.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containment trade and decide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evidence handling and why it constrains action.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a tabletop exercise.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blameless post-mortem that produces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that matters is the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phases, and what each needs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Prepared in advance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Prepare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below, before you need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only phase you control the timing 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Notice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09, and a reporting channel for people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 it spreading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Authority to act, and the means (Part 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Eradicate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Remove the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Credential rotation that works (M07 §3)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Restore service, verify it is clean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Tested restores, known-good images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Change the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blameless process (Part 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must exist before the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PREPARATION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named person who decides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an escalation path that works at 3am on a Sunday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including who may authorise taking production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Out-of-band communication.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incident is in your email or chat, you cannot coordinate in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deciding this during the incident is too late.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Access to act: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the responder actually isolate a host, revoke a credential, and pull logs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or do they need someone who is asleep?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contact list: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legal, communications, insurance, your regulator if you have one, and law enforcement.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Assembled calmly beforehand, not searched for during.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 under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Containment trades evidence and intelligence against further damage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REAL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Isolate immediately and you stop the damage, lose visibility into what the attacker was doing, and tell them they are detected.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Watch and wait and you learn the scope, the method, and the other footholds — while the damage continues.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right answer depends on what is at stake: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active data exfiltration or destructive activity means contain now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single reconnaissance foothold may be worth observing briefly.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decide it deliberately, with the decision recorded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default under uncertainty should be to contain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downside of waiting is unbounded and the downside of containing is inconvenience.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CONTAINMENT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actions, roughly in order of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ISOLATE   network-isolate the host, do not power it off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-- powering off destroys memory evidence and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may trigger destructive logic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REVOKE    sessions, tokens, and keys for the affected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principals. This is where Module 07 section 3's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tested rotation procedure pays for itself.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BLOCK     the attacker's known infrastructure at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egress boundary (Module 04 section 2)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DISABLE   the affected feature or integration, if that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closes the path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AND PRESERVE as you go: snapshot before you change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anything, and record every action with a timestamp.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The timeline is the deliverable.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Isolate rather than power off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memory holds the evidence, and shutdown destroys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constrains how you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Handling it so it remains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Snapshot before changing.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Disk and memory images, taken before remediation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because remediation destroys the record of what happened.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Record the order of volatility: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memory, network state, running processes, then disk.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most volatile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Keep a contemporaneous timeline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of every action taken, by whom, at what time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also the post-mortem's raw material.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Preserve logs beyond the retention window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explicitly, before they rotate out from under the investigation.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get legal advice early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if the incident may involve personal data, a regulator, or litigation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because the notification clocks start without waiting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notification deadlines are the surprise: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several regimes require reporting within 72 hours of becoming aware, which is a decision to have made in advance.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phase that determines whether it recurs.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blameless post-mortem asks what made the mistake possible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FRAMING IS THE WHOLE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'Why did the engineer click the link' produces a defensive answer and no change.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'Why did clicking a link lead to a domain compromise' produces a list of controls.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 to treat human error as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symptom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system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people will make mistakes, so the question is why the mistake had that consequence.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blamelessness is instrumental rather than kind: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blaming process produces incidents that are not reported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worst possible outcome and the reason the practice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deliverable is a short list of specific changes with owners and dates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post-mortem whose actions are not tracked to completion was an exercise in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EXERCISING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Tabletop exercises, which are cheap and uncomfortable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Take a scenario from your threat model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walk through it with the people who would actually respond.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Ask who decides, who is called, and what they can do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stop when someone cannot answer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that is the finding.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Expect to discover a missing authority, a missing access, or a missing contact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every exercise finds at least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costs two hours and no production risk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makes it the highest-value security exercise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run it before you need it.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alternative is discovering the gaps during the incident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same discovery at a far worse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Two hours, no risk, and it always finds something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there is no cheaper security activity in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Preparation is the only phase whose timing you choose, and every other phase's quality is determined by how much of it was done.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Out-of-band communication must be arranged in advance, because if the incident is in your chat you cannot coordinate in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Containment trades evidence and intelligence against further damage, and the default under uncertainty is to contain.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Isolate rather than power off — memory holds the evidence and shutdown destroys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Blamelessness is instrumental rather than kind: a blaming process produces incidents that are not reported.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tabletop exercise costs two hours and no production risk and always finds a missing authority, access, or contact.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