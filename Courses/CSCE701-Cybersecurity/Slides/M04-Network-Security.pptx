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pinning caveat is important; it is frequently overrecommended.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egress point is actionable and cheap and routinely skipped.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701 — Cybersecurity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Network Security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What the network boundary buys, and what it does not.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701 · Module 04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TLS provides and what it does not.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certificate validation and its failure modes.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segmentation and what it contains.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the perimeter model failed and what replaced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Design network controls proportionate to a threat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Transport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TLS actually guarantees.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701 · Cybersecurity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TLS gives you confidentiality, integrity, and server identity — and nothing else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SCOPE, STATED PRECISELY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protects data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in transit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between two endpoints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against eavesdropping and modification by anyone on the path.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authenticates the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server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you connected to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by certificate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says nothing about whether that server is trustworthy, correctly configured, or not compromised.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does not protect data at rest, data in the application, or data after the endpoint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where most breaches occur.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does not hide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who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you talked to or how much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destination address, the timing, and the volume are all visible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enough to identify a great deal (and is why traffic analysis is a field).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CERTIFICATES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validation checks, and where it fails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A CORRECT VALIDATION CHECKS, ALL OF THEM: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the signature chains to a trusted root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the certificate is within its validity window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the HOSTNAME matches the certificate's subject or SAN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the certificate is not revoked (OCSP, CRL, or stapled)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the key usage permits this use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THE HISTORIC FAILURES, EVERY ONE OF WHICH SHIPPED: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chain validated, HOSTNAME NOT CHECKED  &lt;- the classic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validation disabled "temporarily" in development and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 left disabled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a custom trust manager accepting everything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revocation not checked, because it is slow and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      frequently unavailable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THE HOSTNAME ONE IS WORTH DWELLING ON: a valid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certificate for ANY domain then authenticates ANY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server. The chain check passes and the connection is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completely insecure.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SO: USE THE PLATFORM'S VALIDATION. Do not write a trust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manager. And if you must pin, pin to a CA or an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intermediate rather than a leaf, and have a rotation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plan -- pinning has caused more outages than it has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prevented attacks.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hostname check is the one that gets omitted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and omitting it makes the rest of the validation worthless.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Segmentation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Containing a compromise rather than preventing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701 · Cybersecurity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Segmentation limits lateral movement, which is its only job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WHAT IT IS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Once an attacker has one host, the question is what else they can reach from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flat network means everything.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segment by trust level and by function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default-deny between segments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turns one compromised workstation into one compromised workstation rather than a domain compromise.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a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consequence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control rather than a probability control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01 §3's least privilege, applied to the network).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means it earns its keep precisely when prevention has already failed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it is the clearest instance of assume-breach design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one most often deferred because its benefit is invisible until an incident.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network controls and what each contains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Control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3749039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Contains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93408" y="1901952"/>
            <a:ext cx="4846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03136" y="19568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Does not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Segmentation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Lateral movement between zones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93408" y="2377440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03136" y="24140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Movement within a zone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Egress filtering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Exfiltration and callbacks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93408" y="2852928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2889504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Anything over an allowed channel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Firewall / security group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Unexpected inbound connections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93408" y="3328416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03136" y="3364992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Attacks over an expected port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VPN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3749039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Transport exposure of internal services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93408" y="3803904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03136" y="3840480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Anything once a client is on it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mTLS between services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44368" y="4279392"/>
            <a:ext cx="37490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54096" y="4315968"/>
            <a:ext cx="35295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Service impersonation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93408" y="4279392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03136" y="4315968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compromised service's own authority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perimeter's failure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what replaced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701 · Cybersecurity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perimeter model assumed a boundary that no longer exists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THE ARCHITECTURE CHANGED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'Inside is trusted, outside is not' worked when everything was in one building on one network.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then: remote work, cloud services, contractor access, mobile devices, and software-as-a-service.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There is no inside.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replacement is to authenticate and authorise every request regardless of origin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no implicit trust from network position, which is the 'zero trust' idea stripped of the marketing.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really Module 03's authorisation applied uniformly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network stops being an authorisation input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device's posture and the principal's identity become the inputs instead.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IN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the replacement actually requires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Strong identity for every principal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human and service — which is why Module 02 and Module 07 come first.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Authorisation on every request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at a chokepoint (Module 03 §3), with the network position as at most one signal among several.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Device posture as a signal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where you control the devices — and honestly, where you do not.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segmentation anyway.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Removing implicit network trust does not remove the value of containing a compromise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the two are complementary.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Which makes it an expensive programme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honest sequencing is identity first, then authorisation, then the network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'Zero trust' is not a product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it is the consequence of getting identity and authorisation right, and a vendor selling it as a network appliance has inverted the dependency.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Proportionality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Matching the controls to the threat.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701 · Cybersecurity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Network controls are frequently the wrong place to spend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HONEST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Published incident data consistently shows credentials, unpatched software, and misconfiguration as the leading initial access vectors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none of which a firewall addresses.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network controls are visible, purchasable, and satisfying to deploy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makes them attractive relative to the less visible work of fixing authorisation and patching.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proportionate ordering is usually: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identity and authentication, authorisation, patching, then segmentation and egress filtering, then everything else.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With the exception that segmentation and egress filtering are cheap and high-value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they are the network controls to do first and the ones most often skipped in favour of more expensive and less useful ones.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network review, briefly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Is TLS everywhere, including internal traffic?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Internal plaintext assumes the network is trusted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(Part 3).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Is certificate validation on, everywhere, including in every client library?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Can any host reach any other?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If so, one compromise is a full compromise.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Can hosts make arbitrary outbound connections?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If so, exfiltration and command-and-control are unimpeded.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is the network a </a:t>
            </a:r>
            <a:r>
              <a:rPr sz="1800" b="1" i="1">
                <a:solidFill>
                  <a:srgbClr val="3C4555"/>
                </a:solidFill>
                <a:latin typeface="Calibri"/>
              </a:rPr>
              <a:t>sole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 authorisation input anywhere?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'Internal only' as a security control is the pattern to find and remove.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last question finds the most severe findings: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an unauthenticated service protected only by being on the internal network is a compromise away from being public.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701 · Cybersecurity  —  Module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TLS protects data in transit and authenticates the server, and says nothing about whether that server is trustworthy or about data after the endpoint.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It does not hide who you talked to, when, or how much — which is enough to identify a great deal.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hostname check is the validation step that gets omitted, and omitting it makes the rest worthless.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Segmentation is a consequence control rather than a probability one, so it earns its keep exactly when prevention has already failed.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Egress filtering is the most underused network control, because most compromises need to call out.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Network controls are frequently the wrong place to spend — credentials, patching, and misconfiguration lead the incident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701 · Cybersecurity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