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role-proliferation failure is what pushes organisations to ABAC or ReBAC.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unification is the teaching value; students otherwise learn five unrelated acronyms.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capability argument is the structural answer rather than the procedural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Authorisation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Deciding what an authenticated principal may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authentication from authorisation precisely.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the access control models and choose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confused deputy and the classes it generates.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authorisation must be centralised and enforced server-side.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Review an authorisation design for the standard failures.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distinction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conflating them is a bug 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Authentication happens once; authorisation happens on every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DISTINCTION, AND ITS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Authentication establishes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who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 Authorisation decides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whether this principal may do this, to this object, now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asymmetry in frequency is the consequence: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authentication is one well-reviewed code path and authorisation is a decision at every endpoint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it is where the misses are.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missing authorisation is consistently near the top of every vulnerability-class ranking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why it is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coverage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problem rather than a design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goal is not a clever model but a design where forgetting the check is impossible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deny-by-default at a chokepoint, rather than an explicit check in every handler.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access control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Decides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list per object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Precise; hard to audit 'what can Alice do?'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RBAC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Roles held by the principal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Auditable; roles proliferate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ABAC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Attributes of subject, object,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Expressive; hard to reason about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Capability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Possession of an unforgeable token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ambient authority; revocation is harder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ReBAC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Relationships in a graph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Fits sharing models; needs a 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confused deputy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bug shape, many names.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CONFUSED DEPUTY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pattern 1/2: five classes, one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 CONFUSED DEPUTY is a privileged component that acts on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 request without checking whether the REQUESTER had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authority -- using its own authority instead.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SAME SHAPE, UNDER MANY NAMES: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CSRF             the browser attaches the user's cookie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 to a request the attacker caused.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 The server acts on the user's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 authority. (Module 06)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SSRF             your server fetches a URL supplied by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 a user, from inside your network,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 using its own network position.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IDOR / missing   the handler looks up object 42 because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object check     the request said 42, without asking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 whether this user may see 42.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PATH TRAVERSAL   the file server opens the path it was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 given, with its own file permissions.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SUDO/SETUID bugs the privileged binary acts on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 attacker-controlled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Five names, one structure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recognising the shape means recognising five vulnerability classes at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CONFUSED DEPUTY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pattern 2/2: the fix, and the root cause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THE FIX IS ALWAYS THE SAME SHAPE: the deputy must act 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the REQUESTER's authority, not its own. Pass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authority along (a capability), or check it explicitly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against the requester's identity.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AMBIENT AUTHORITY is the underlying cause: the deputy has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power merely by being itself, rather than by being handed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it.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WHICH IS WHY CAPABILITY SYSTEMS ARE STRUCTURALLY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RESISTANT -- a capability names the object AND carries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the right to it, so there is no authority to be confused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about. You cannot ask a capability-based deputy to act 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an object you were not able to hand it.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AND IT IS WHY "pass the user's token through" is better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advice than "add a check here": the check can be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forgotten at the next call site, and the token cannot.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Ambient authority is the root cause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why passing authority beats adding checks.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check must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Authorisation is enforced server-side, at a chokepoint, deny-by-default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THREE NON-NEGOTIABLES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Server-side, always.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hidden button, a disabled field, or a client-side role check is a user interface convenience and not a control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request can be made directly.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a chokepoint.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check in every handler will be missed in some handler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put it in middleware, a policy layer, or the data access layer where it cannot be skipped.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Deny by default.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new endpoint should be inaccessible until explicitly permitted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turns 'forgot the check' from a vulnerability into a bug report from a confused user.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object-level, not just endpoint-level.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'May this user call this endpoint' is not 'may this user access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this object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second is the one that is missed.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Making the check hard to forget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Scope queries by principal at the data layer.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query that cannot return another tenant's rows removes the class entirely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strongest available fix.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unguessable identifiers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as defence in depth,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not as the control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obscurity is not authorisation (Module 01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Centralise the policy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it can be read, reviewed, and tested as a single artefact.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Test authorisation explicitly: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for every endpoint, a test that the wrong user is refused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the test suite nobody writes.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log every denial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burst of denials is one of the clearest attack signals you will get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09).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Scoping at the data layer is the structural fix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every other item on this list is a way of catching a mistake, and this one prevents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Reviewing a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questions that find the failures.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ask of an authorisation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Where is the decision made, and can any path reach the resource without passing it?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Background jobs, admin tools, and internal APIs are where the second path lives.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Is it object-level?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Find an endpoint that checks the role and not the object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there is usually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happens on an error in the policy evaluation?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Fail closed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01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How is a revocation propagated, and how fast?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cached decision is a stale decision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a departed employee is the test case.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who can change the policy?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Authorisation over the authorisation system is the part that is always forgotten.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second-path question finds the most findings: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 application with correct authorisation and an unauthenticated internal admin endpoint is a common and severe pattern.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Multi-tenancy is the hardest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THIS GETS GENUINELY DIFFICULT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a shared system, every single query must be scoped to the tenant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unscoped query is a cross-tenant data exposure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most serious routine failure in software-as-a-service.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enforce it structurally: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row-level security in the database, a tenant-scoped connection, or an ORM layer that cannot emit an unscoped query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rather than discipline.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test it adversarially: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test suite that runs every endpoint as tenant A with tenant B's identifiers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expects a refusal every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one test suite worth building for its own sake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mechanical to generate, it covers the highest-severity class, and almost nobody has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Authentication is one reviewed code path and authorisation is a decision at every endpoint, which makes it a coverage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So the goal is a design where forgetting the check is impossible, not a clever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confused deputy is one shape behind CSRF, SSRF, IDOR, path traversal, and setuid bugs — and ambient authority is the root cause.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Authorisation must be server-side, at a chokepoint, deny-by-default, and object-level rather than endpoint-level.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Scoping queries by principal at the data layer is the structural fix; everything else catches mistakes rather than preventing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Multi-tenancy is the hardest case, and the cross-tenant test suite is mechanical to generate and almost nobody has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