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real-principal point is the one that bites during investigations.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How you would know.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logging that answers security questions.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base rate problem and its consequence for alerting.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detections for specific threats and test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to centralise and what to retain.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most detection programmes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Designed backwards, from the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Log what you would need to answer the question, not what is convenient to emit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logging is written forwards — emit what the code knows at that 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is then useless during an investigation.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design backwards: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write the questions you will need to answer, and then the fields required to answer them.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'Which accounts did this address touch?' needs both in every event.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security-relevant events are a short list: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authentication attempts, authorisation denials (Module 03 §3), privilege changes, configuration changes, secret access, and administrative actions.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every event needs: who, what, when, from where, and the outcome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outcome field is the one most often missing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log of attempts without results cannot distinguish a successful attack from a failed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fields that make a log usable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EVERY SECURITY EVENT: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who      the authenticated principal, and the real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one -- not the service account acting on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their behalf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what     the action and the specific object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when     a synchronised timestamp, with timezone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where    source address, and the request identifier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outcome  permitted, denied, or errored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A CORRELATION IDENTIFIER threaded through every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service, so one user action is one searchable trace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(CSCE 678 Module 09).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WHAT NOT TO LOG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secrets, tokens, and passwords -- including in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error messages and request dumps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(Module 07 section 4)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personal data beyond what is needed, because logs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are copied widely and retained long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and whole request bodies, for the same reason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'who' field must be the real principal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log showing a service account for every action is unusable for an insider investigation.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threats, and tested.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DETECTIONS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detections with the best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Authorisation denials in bursts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03 §3)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one principal, many refusals, is among the clearest signals available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and is free to collect.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Authentication failures across many accounts from one source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credential stuffing (Module 02 §4), and it has a distinctive shape.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successful login from a new location immediately after failures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the stuffing success signal.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New outbound destinations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04 §2)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exfiltration and callbacks need a channel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a host contacting something it never has is worth a look.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privilege grants, secret reads, and configuration changes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low volume, high value, and they should be reviewed rather than merely stored.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Low-volume high-value events are the best detections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because they can be reviewed by a person — and most programmes over-invest in high-volume signals instead.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untested detection is a hope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detection rule that has never fired may be working perfectly or may be broken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two look identical from the outside.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trigger each one deliberately, on your own system, and confirm the alert arrives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including that it reaches a person who knows what to do with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re-test after changes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log format change, a field rename, or a library upgrade silently breaks parsing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rule then matches nothing forever.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detection testing a continuous requirement rather than a one-off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mature version is automated: synthetic attack traffic on a schedule, with the alert as the assertion.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base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good detectors produce useless alerts.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99%-accurate detector on rare events produces mostly false positives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ARITHMETIC THAT KILLS ALERTING PROGRAMMES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Ten million events a day, one attack, a detector with a 1% false positive rate.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100,000 false alerts and one true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precision is 1 in 100,001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team can review that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633 §12 §2's base rate problem, in the setting where it does the most damage.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failure mode is predictable: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alerts are ignored, then muted, then deleted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detector's effective sensitivity becomes zero while the dashboard still shows it enabled.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response is to raise the base rate rather than the accuracy: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alert on rare, high-value events (Part 2), correlate several weak signals, and scope rules narrowly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compute the expected volume before deploying a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Managing alert volume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Compute the expected daily volume before enabling a rule.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If it exceeds what a person can review, the rule is not ready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enabling it anyway is worse than not having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Separate 'alert' from 'record'.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Most signals should be searchable during an investigation and should not page anyone.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Correlate.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Three weak signals on one principal is a far better detection than any one of them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base rate improves multiplicatively.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measure the false positive rate per rule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then retire the rules that never produce a true positive.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almost nobody does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rules accumulate and are never removed, and the noise is the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Retiring rules is the maintenance nobody performs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is why a mature detection stack is noisier than a new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programmes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honest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Most detection programmes fail for operational reasons, not technical 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Alert fatigue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3)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volume exceeds the capacity, so nothing is read.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Untested rules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parsing change silently disabled half the detections and nobody noticed.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response path.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alert reaching someone who does not know what to do with it is not a detection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10's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logging the wrong things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investigation needs a field nobody emitted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discovered during the incident and cannot be fixed retroactively.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detection programme that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Start from the threat model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01 §2)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three threats, logged and detected properly, beats thirty rules from a vendor list.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Log the short list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1)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with the five fields and a correlation identifier.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Centralise, so logs survive the compromise of the host that produced them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 attacker's first act is frequently to clear local logs.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Retain long enough to investigate.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Intrusions are frequently discovered months later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30 days of retention answers nothing.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test every detection, on a schedule.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Centralisation and retention are the two unglamorous controls that decide whether an investigation is possible at all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both are budget decisions rather than technical 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Design logging backwards from the questions you will need to answer, not forwards from what the code happens to know.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Every security event needs who, what, when, where, and outcome — and the outcome field is the one most often missing.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'who' must be the real principal rather than the service account acting for them, or insider investigation is impossible.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99%-accurate detector on rare events produces overwhelmingly false positives, so raise the base rate rather than the accuracy.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 untested detection is a hope, and a log format change silently breaks parsing forever.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Centralisation and retention decide whether an investigation is possible at all, and both are budget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