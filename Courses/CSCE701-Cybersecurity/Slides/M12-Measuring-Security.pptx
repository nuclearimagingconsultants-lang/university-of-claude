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practically useful artefact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Measuring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it is hard, and which metrics mislead.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security resists measurement.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metrics that mislead and say how.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metrics that drive useful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risk quantification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incentive problems around security spending.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are measuring an absence.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thing you want to measure is the absence of something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'Secure' means 'no successful attack occurred'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quiet year is consistent with excellent security and with being undetected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outcome is unobservable in the good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unlike almost every other engineering property.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base rate is low: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severe incidents are rare for any single organisation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there is no statistical signal in your own history.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leaves process and control metrics as proxies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proxy that is managed becomes a target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2 and is the central hazard.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MISLEADING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Metrics that mislead,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rewards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distortion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Vulnerability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looking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Scanning less improves the number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Patch compliance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Patching the easy fleet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hard 5% is where the risk 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Training completion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Clicking through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Measures attendance, not behaviour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Phishing click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Punishing clickers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Suppresses reporting (M11 §2)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Number of controls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Adding controls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Spends the compliance budget (M11 §1)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Alerts handled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Noisy rules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Rewards the volume problem (M09 §3)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Better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drive behaviour you want.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Metrics worth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Time from advisory to patched in production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at the median and the 95th percentile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tail is where the risk is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Mean time to detect, measured against injected test events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measurable without waiting for a real incident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09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Percentage of accounts on origin-bound second factors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specific, high-value, countable control (Module 02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Inventory query time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'can you locate a library version in five minutes' is a real capability test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tabletop findings closed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measures whether learning turns into change (Module 10 §4).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Each of these measures a capability rather than a count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each is hard to improve without actually improving.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Prefer metrics you cannot improve without improving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SELECTION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Ask of every candidate metric: what is the cheapest way to improve this number without improving security?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there is one, the metric will be gamed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through dishonesty, but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people optimise what is measured and that is what you asked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prefer measured capabilities over counted artefacts: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'we detected the injected event in 4 minutes' cannot be faked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'we have 40 detection rules' can.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633 §12's metric-choice discipline and CSCE 642 §12's honest reporting, in the subject where the incentive to look good is strongest.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Quantification, and its honest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Risk quantification is useful for comparison and not for absolute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Expected loss is probability times impact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a rare event you have no data on the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absolute figure is a guess with decimal places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presenting it as a measurement is misleading in a way that a stated range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comparative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estimates are genuinely useful: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'this risk is roughly ten times that one' is defensible and is enough to order a budget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the exercise is actually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discipline of estimating is valuable even when the number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forces explicit assumptions, which can then be argued with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§12 §4's sensitivity analysis).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Incentives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spending goes where it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INCENTIVES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incentive problems, named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Security spending is invisible when it works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it competes badly against features that are 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person who bears the cost is frequently not the person who bears the risk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which is the externality at the centre of Anderson's economics argument.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Compliance is measurable and security is not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budgets flow to compliance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and a compliant system can be insecure.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a prevented incident produces no evidence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the team that prevents them looks idle next to the team that responds well.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why Part 2's capability metrics matter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they give the invisible work something visible to point 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externality is the deepest of these: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 vendor's insecure default costs its users and not the vendor, which is why Module 11 §3's defaults needed regulation to change in some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about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Pick a small number of capability metrics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track them over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five is better than fifty.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State explicitly what they do not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dashboard is not mistaken for coverage.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Test capabilities rather than counting artefacts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injected events, tabletop exercises, and timed queries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all of which resist gaming.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report the threats you have accepted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alongside the controls you have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one piece of reporting that conveys the actual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Security's outcome is unobservable in the good case, and a quiet year is consistent with excellence and with being undetected.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common security metric is a Goodhart's law instance, and the table names the specific distortion each produces.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Vulnerability count rewards not looking, and patch compliance percentage rewards ignoring the hard tail where the risk 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Prefer metrics you cannot improve without improving — measured capabilities resist gaming and counted artefacts do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Risk quantification is defensible for comparison and not for absolute figures, and the estimating discipline is worth more than the number.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deepest incentive problem is the externality: a vendor's insecure default costs its users rather than the vendor.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