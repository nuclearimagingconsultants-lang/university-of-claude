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shared-kernel point decides most real architecture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browser renderer parallel makes it concrete.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tenant row is where the real architectural decisions 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701 — Cybersecurity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Platform and Isolation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What the operating system and the runtime actually separate.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701 · Module 05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isolation mechanisms and their boundaries.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Compare processes, containers, and virtual machines as boundaries.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privilege separation and sandboxing.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memory-safety classes at a defensive level.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Choose an isolation boundary proportionate to the threat.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boundaries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what each is worth.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701 · Cybersecurity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Isolation mechanisms, by strength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Boundary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4368" y="1901952"/>
            <a:ext cx="36576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19568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Enforced by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01968" y="1901952"/>
            <a:ext cx="49377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11696" y="1956816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Escapes via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Same process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44368" y="2377440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4096" y="24140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Nothing — language conventions only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1968" y="2377440"/>
            <a:ext cx="4937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11696" y="2414016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Any memory bug; not a boundary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Process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44368" y="2852928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889504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MMU and the kernel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01968" y="2852928"/>
            <a:ext cx="4937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11696" y="2889504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Kernel vulnerabilities; shared files; IPC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Container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44368" y="3328416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364992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Namespaces and cgroups — one kernel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01968" y="3328416"/>
            <a:ext cx="4937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11696" y="3364992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Kernel vulnerabilities; misconfiguration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Virtual machine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44368" y="3803904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54096" y="3840480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hypervisor — separate kernels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01968" y="3803904"/>
            <a:ext cx="4937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11696" y="3840480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Hypervisor vulnerabilities; side channels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Separate machine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44368" y="4279392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54096" y="4315968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Physics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01968" y="4279392"/>
            <a:ext cx="4937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11696" y="4315968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network, and your authorisation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05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boundary is only as strong as what enforces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REASONING TO APPLY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'Isolated' means 'isolated by a specific mechanism against a specific class of attack'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asking which mechanism is the whole analysis.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a container isolates a buggy process from another buggy process well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isolates hostile code from your kernel much less well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they share one kernel and the kernel's attack surface is enormous.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why running untrusted code requires a stronger boundary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virtual machine, a microVM, or a language-level sandbox with a small interface.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why 'we run it in a container' is not an answer to 'how do you isolate customer code'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is an answer to 'how do you keep deployments from interfering', which is a different question.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Privilege separation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Splitting a program so a compromise yields less.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701 · Cybersecurity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PRIVILEGE SEPARATION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design, and the canonical 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THE IDEA: split a program so that the part handling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untrusted input has the LEAST privilege, and the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privileged part has the SMALLEST interface.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THE CANONICAL EXAMPLE -- a network daemon: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a small privileged parent: binds the port, opens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  log files, holds the host key, and answers a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  handful of specific requests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an unprivileged child per connection: parses the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  protocol, handles the untrusted bytes, runs in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  a sandbox with no filesystem and no network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they communicate over a NARROW, WELL-DEFINED channel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SO A PARSER BUG YIELDS AN UNPRIVILEGED SANDBOXED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PROCESS, not root.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THE DESIGN RULES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the privileged part must be SMALL enough to review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the interface between them must be NARROW enough to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reason about, and must validate everything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the unprivileged part must hold NOTHING worth stealing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and drop privileges EARLY and IRREVERSIBLY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AND THE SAME SHAPE APPLIES ABOVE THE OS: a browser's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renderer per site, a microservice per trust level, a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separate process for untrusted media decoding.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parser is where untrusted input is handled, so the parser is what to isolate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which is the single most transferable instance of this design.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Memory safety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classes, and the defensive response.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701 · Cybersecurity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Memory-unsafe languages produce a predictable class of vulnerability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DEFENSIVE 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Out-of-bounds access, use after free, double free, and integer overflow leading to a short allocation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small, well-understood set of root causes.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they have accounted for the majority of severe vulnerabilities in large C and C++ codebases for decades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the major vendors' own published analyses agree 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mitigations help and do not solve it: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stack canaries, address space randomisation, and non-executable memory each remove one technique and not the underlying bug.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structural answers are a memory-safe language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(Rust, Go, Java, and anything managed)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for new code, and sanitisers and fuzzing for existing code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(CSCE 713's subject)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the language choice is the one with a large measured effect.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MITIGATIONS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platform mitigations, and what each costs the attacker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Non-executable data pages.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Removes injecting code directly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and reuse-of-existing-code techniques work around it.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Address space layout randomisation.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Requires the attacker to learn an address first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so it raises the cost and is defeated by any information leak.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Stack canaries.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Detect sequential stack overwrites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and not targeted writes or heap corruption.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Control-flow integrity and shadow stacks.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Restrict where execution may be redirected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currently the most effective of these.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compiler hardening flags, which are free.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Fortified library calls and bounds-checked containers cost almost nothing and are frequently off.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Turn on everything the toolchain offers and measure the cost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it is usually a few percent, and the default-off ones are default-off for historical reasons rather than good ones.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Choosing a boundary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Proportionate to what you are isolating.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701 · Cybersecurity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CHOOSING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boundary to use, by what you are running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4846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What you are running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413248" y="1901952"/>
            <a:ext cx="52120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22976" y="1956816"/>
            <a:ext cx="4992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Use at least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414016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Your own code, separate services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13248" y="2377440"/>
            <a:ext cx="5212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22976" y="2414016"/>
            <a:ext cx="4992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Processes, or containers for packaging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52928"/>
            <a:ext cx="4846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89504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Your own code handling untrusted input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13248" y="2852928"/>
            <a:ext cx="52120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22976" y="2889504"/>
            <a:ext cx="4992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Privilege separation plus a sandbox (Part 2)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28416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64992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third-party library you cannot audit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13248" y="3328416"/>
            <a:ext cx="5212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22976" y="3364992"/>
            <a:ext cx="4992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Process isolation; a sandbox if it parses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803904"/>
            <a:ext cx="4846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40480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Another tenant's code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13248" y="3803904"/>
            <a:ext cx="52120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22976" y="3840480"/>
            <a:ext cx="4992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virtual machine or microVM. Not a container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279392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315968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Deliberately hostile code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13248" y="4279392"/>
            <a:ext cx="5212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22976" y="4315968"/>
            <a:ext cx="4992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VM, on separate hardware, with no network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side channels cross every boundary in the 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CAVEAT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Shared caches, shared branch predictors, shared memory bandwidth, and power consumption leak information across process, container, and VM boundaries.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the Spectre and Meltdown family demonstrated at scale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architectural isolation was intact and microarchitectural state was shared.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mitigations are expensive: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cache partitioning, disabling shared predictors, and not co-scheduling different tenants on the same physical core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all cost real performance.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honest position is that if you share hardware with an adversary, some leakage is likely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why the highest-sensitivity workloads run on dedicated hardware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that is a proportionality judgement rather than paranoia.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Same-process separation is not a boundary at all — nothing enforces it but convention.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Containers share a kernel and virtual machines do not, which is the whole difference and decides multi-tenant architecture.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'Isolated' means isolated by a specific mechanism against a specific attack class, and asking which is the whole analysis.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Privilege separation puts the untrusted-input parser in the least-privileged part behind a narrow interface, so a parser bug yields a sandbox.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Platform mitigations each remove one technique rather than the underlying bug; a memory-safe language is the change with a measured effect.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Side channels cross every boundary, so sharing hardware with an adversary implies some leakage.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701 · Cybersecurity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