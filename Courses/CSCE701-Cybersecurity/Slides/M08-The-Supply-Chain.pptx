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Handover is the risk with the fewest good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build/release split is the highest-leverage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Supply 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Securing what you did not write.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dependency attack surface and its growth.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build pipeline as a target.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provenance, signing, and reproducible builds.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a project's dependency risk.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response to a dependency advisory.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Transitive, and larger than you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Your dependency tree is code you run with your privileges and did not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PLAIN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typical application has tens of direct dependencies and hundreds to thousands transitively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one of them runs with your process's privileges.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trust decision is not 'do I trust this library' but 'do I trust the transitive closure, and everyone who can publish to it'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much larger and less answerable question.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install-time code execution makes it worse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package whose install script runs is code executing on your build machine before any review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install scripts are the highest-risk feature in a package manager.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first control is reducing the tree.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dependency you removed cannot be compromised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01 §1's reduce-the-surface principle applies here more directly than anywhere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dependency risks, and what each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Known vulnerability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published advisory you have not acted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Scanning plus a patch cadence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Abandoned package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Nobody will fix the next 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Check maintenance before adopting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Maintainer handover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new publisher inherits your trust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Pin, review diffs, watch ownership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Typosquatting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near-name package installed by mistake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Lockfiles; verify names on adoption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Build-time execution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Install scripts run before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Disable scripts; build in a sandbox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privileged machine that touches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build system is the highest-value target in most organisations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IT IS USUALLY THE LEAST HARDENED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has credentials to the artefact registry, to production, and to the source repository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its output is trusted and deployed without review.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compromising the build compromises everything it produces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for as long as nobody notices — which is a far better position than compromising one server.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typically less hardened than production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is treated as developer infrastructure rather than as a production system holding production credentials.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treat the build as production.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Least privilege on its credentials, ephemeral runners, no secrets in logs, review of pipeline changes, and segmentation from developer workstations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build controls that matter most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EPHEMERAL RUNNERS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 fresh machine per build, destroyed after. A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compromise does not persist into the next build.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SCOPED, SHORT-LIVED CREDENTIALS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the build gets a token for THIS artefact, valid for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minutes -- not a standing deploy key.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PINNED, VERIFIED INPUTS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lockfiles with hashes, and pinned tool versions.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"latest" means "whatever was published since you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last looked".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SEPARATE THE BUILD FROM THE RELEASE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building is untrusted work on untrusted input;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signing and publishing is privileged. Different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stages, different credentials.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REVIEW PIPELINE CHANGES LIKE CODE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 pipeline definition is code with production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credentials, and it is frequently exempt from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Separating build from release is the structural one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means compromising the build does not give you a signature.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Knowing what you shipped and where it came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mechanisms, and what each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software bill of materials.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Answers 'what is in this artefact'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the question you cannot answer during an advisory response without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Artefact signing.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Answers 'did this come from my build'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it is only as good as the key handling (Module 07).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Build attestation.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Answers 'what source and what steps produced this'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signed by the build platform rather than by a human.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Reproducible builds.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Answers 'can anyone else get the same bytes from the same source'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makes a compromised build detectable by a third party.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an artefact registry you control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that what you deploy is what you built rather than what a public registry currently serves.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Reproducibility is the strongest of these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because it removes the need to trust the builder — and it is the hardest, because timestamps and paths leak into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SBOM's value is entirely in the response, not the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advisory lands on a library at 9am. The question is which of your hundred services contain it, at which version.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Without an inventory that takes days of grep and guesswork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during which you do not know your exposure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exactly the position every organisation was in during the major logging-library advisory.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one it is a query.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value is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query time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rather than the compliance artefact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an SBOM generated and filed unread is wasted effort.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test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can you answer 'where is version X of library Y deployed' in under five minutes?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not, the inventory does not work regardless of what documents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Responding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do when an advisory lands.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advisory response,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1 · Determine exposure.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artefacts, which versions, which are reachable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'present in the tree' is not 'reachable from your code'.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2 · Assess exploitability in </a:t>
            </a:r>
            <a:r>
              <a:rPr sz="1750" b="1" i="1">
                <a:solidFill>
                  <a:srgbClr val="3C4555"/>
                </a:solidFill>
                <a:latin typeface="Calibri"/>
              </a:rPr>
              <a:t>your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 configuration.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Most advisories do not apply to most users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triaging on the severity score alone wastes the budget.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3 · Mitigate if you cannot patch immediately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configuration change, feature disable, or a filter in front.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4 · Patch, and verify the patched version is actually deployed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where responses quietly fail.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5 · And record what you decided and why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same library will have another advisory.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 2 is where judgement earns its keep: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 programme that patches every advisory at the same urgency will exhaust itself and miss the one that mattered.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honest assessment of dependency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cannot review your dependency tree and you cannot do without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writing everything yourself trades a supply chain risk for a far larger quantity of your own bugs.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realistic programme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reduce the tree, pin and verify, scan continuously, maintain an inventory you can query, harden the build, and respond with judgement.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accept residual risk explicitly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'we depend on 1,400 packages and review none of them' is a true statement that belongs in the threat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more useful than a control nobody believes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accepted risk gets revisited, and an unacknowledged one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Your dependency tree is code running with your privileges that you did not review, so the trust decision covers the transitive closure and everyone who can publish to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Install-time script execution is the highest-risk package manager feature, because it runs before any review.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build system holds production credentials and produces trusted output, which makes it the highest-value target and usually the least hardened.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Separating build from release is the structural control: compromising the build then does not yield a signature.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 SBOM's value is the query time during an advisory, not the document — the test is whether you can locate a library version in five minutes.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Most advisories do not apply to most users, so triaging on severity score alone exhausts the budget and misses the one that mattered.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