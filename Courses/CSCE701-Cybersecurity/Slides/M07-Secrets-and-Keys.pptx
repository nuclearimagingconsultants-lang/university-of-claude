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never-leaves-the-HSM framing is the architectural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rotate-on-schedule-to-test-the-procedure point is the operational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701 — 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Secrets and Keys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hard part of applied cryptography.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701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key management rather than cryptography is the failure point.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Design secret storage for an application.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rotation and why it is the hard requirement.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hardware-backed options and what each buys.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Review a system for secret-handling failures.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Where it goes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Not in the algorithms.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primitives work; the key management does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DIVISION OF LABOUR WITH CSCE 711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Modern authenticated encryption, signatures, and key agreement are, used correctly, not the weak point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CSCE 711 covers them,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practical advice there is to use a high-level library and not to choose primitives.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failures are in the keys: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committed to a repository, logged, baked into a container image, shared between environments, never rotated, or held by a service that did not need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they are mostly detectable.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Secret scanning finds committed credentials, and the major platforms now do it by default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has turned a silent failure into a noisy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this module is about plumbing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where the incidents are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course that spent its cryptography time on cipher modes rather than on key handling would be addressing the wrong problem.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to put a secret, worst to best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Location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374903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628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 source 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 every clone, forever, in history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7628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Never. And rotate, not just delete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 a config file in the image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 every registry copy; readable by anyone with the image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601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Avoid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 an environment variable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Visible in process listings, crash dumps, and child processes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601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Acceptable; not ideal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 a mounted file, tmpfs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Readable by the process; not in the image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7628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8601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Good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Fetched at runtime from a secret manager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Requires an identity to fetch with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7628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8601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Better — and rotation becomes possible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Never leaves an HSM or KMS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27248" y="4754879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36976" y="4791455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Operations go to the device; latency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76288" y="4754879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86016" y="4791455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Best, for keys you can use remotely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bootstrap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secret you need to get the secrets.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Every secret management scheme has a bootstrap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AND THE ANSWER IS AN IDENTITY RATHER THAN A SECRET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To fetch a secret you must authenticate to the secret manager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requires a credential, which is a secret, which must be stored somewhere.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wrong answer is a long-lived token in a config file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has moved the problem rather than solved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right answer is 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platform-provided identity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cloud instance role, a Kubernetes service account, a TPM-attested device identity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where the platform attests to who you are and no stored secret is involved.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bootstrap is resolved by moving it into infrastructure that can attest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if you have no such infrastructure, the bootstrap secret is the one you protect hardest and rotate most carefully.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Rotation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requirement that shapes the design.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rotation is hard, and how to make it possible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WHY YOU NEED IT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a leaked key must be replaceable without an outage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a departing employee's access must end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and a key used for years accumulates exposure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WHY IT IS HARD: everything that holds the key must learn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the new one, and they do not all learn it at once. So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there is a window where BOTH are in use.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WHICH MEANS THE DESIGN MUST SUPPORT TWO VALID KEYS AT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ONCE: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verifiers accept old AND new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signers/encryptors move to new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then old is withdrawn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-- a three-phase rollout, and the system must be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built for it from the start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SO: KEY IDENTIFIERS EVERYWHERE. Every ciphertext, token,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and signature carries which key made it. Without that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you cannot roll over; you can only cut over, with an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outage.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AND TEST THE ROTATION. An untested rotation procedure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will be attempted for the first time during an incident,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which is the worst possible time -- so rotate on a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schedule even when nothing is wrong, which is the only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way to know the procedure works.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Key identifiers in every artefact are the design decision that makes rotation possible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retrofit them and you will have an outage.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Reviewing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to look.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secret-handling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Scan the repository history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not just the working tree.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deleted secret is still in the history and must be rotated.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Grep the logs for secret-shaped strings.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Secrets in logs is a large and quiet class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logs are copied widely and retained long.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Check whether any secret is shared between environments.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production key in a staging system inherits staging's security.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Ask when each secret was last rotated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whether the procedure has ever been executed.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ask who can read each secret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'everyone in engineering' is the common and wrong answer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Rotate rather than delete: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once a secret has been committed, logged, or shared, it must be treated as compromised — removing the text does not un-disclose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hardware-backed options, and what each buys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WHEN TO USE WHICH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cloud KMS: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keys never leave the service, and you call it to encrypt, decrypt, or sign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turns key secrecy into an authorisation and audit problem, and both are tractable.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HSM: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same, with a hardware tamper boundary and a compliance story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used where a regulator requires it or the key is extremely valuable.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TPM or secure element: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binds a key to a specific device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what makes device identity and disk encryption work.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hardware security key: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binds a key to a physical object a person holds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Module 02 §1's phishing resistance, and is the same mechanism at a different scale.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cryptographic primitives work; the failures are keys committed, logged, baked into images, shared between environments, or never rotated.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key that never leaves an HSM or KMS cannot be leaked by your process, which converts a secrecy problem into an authorisation problem.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Every secret management scheme has a bootstrap problem, and the answer is a platform-provided identity rather than a stored secret.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Rotation requires two keys valid at once, which requires key identifiers in every ciphertext, token, and signature.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Rotate on a schedule even when nothing is wrong, because an untested procedure will first be attempted during an incident.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Once a secret has been committed or logged it must be rotated — removing the text does not un-disclose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