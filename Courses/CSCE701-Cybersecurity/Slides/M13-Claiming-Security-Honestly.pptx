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no-breaches row is both the most common claim and the emptiest.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the three by failure source is the honest 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701 —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Claiming Security Honestly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an assessment establishes.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701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security assessment does and does not establish.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Avoid the standard overclaims.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security position that is checkable.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this course relative to CSCE 711 and CSCE 713.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programme that is proportionate for a real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an assessment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incomplete 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assessment is a bounded search, and the bound is the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penetration test, a code review, and a scan are all searches with a time budget, a scope, and a method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each finds what its method finds.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'no findings' means 'this method, in this time, on this scope, found nothing'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useful and is not a clean bill of health (Module 01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scope is where the real limitation usually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assessment that excluded the admin interface, the mobile client, or the third-party integration has excluded where the finding was.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report the scope, the method, the time spent, and what was not examined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makes the report a measurement rather than a verdict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the difference between a useful assessment and a reassuring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OVERCLAIMS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overclaims, corrected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3168" y="1901952"/>
            <a:ext cx="5852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1956816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system is secure'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3168" y="2377440"/>
            <a:ext cx="5852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2414016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a supportable statement. Against which adversary, for which assets?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'We passed the penetration test'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3168" y="2852928"/>
            <a:ext cx="5852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2889504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bounded search found nothing in scope in the time available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'We are compliant, so we are secure'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3168" y="3328416"/>
            <a:ext cx="5852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3364992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Compliance is auditable and security is not (M12 §4)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'We use encryption'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73168" y="3803904"/>
            <a:ext cx="5852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3840480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data, at rest or in transit, with keys held where? (M07)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'Military-grade encryption'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73168" y="4279392"/>
            <a:ext cx="5852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2896" y="4315968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Meaningless. The primitive was never the weak point (M07 §1)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'No breaches to date'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73168" y="4754879"/>
            <a:ext cx="5852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4791455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Consistent with no detection capability (M09)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honest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 security statement should contain.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can honestly assert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'Our threat model covers these adversaries; these threats are mitigated by these controls; these are accepted, with reasons.'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whole position, in one sentence.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'An external assessment of this scope, over ten days, found three issues, all remediated; it excluded the mobile client.'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Bounded and checkable.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'94% of accounts use origin-bound second factors; the remaining 6% are service accounts with scoped credentials.'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measured control.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'We detect injected test events in a median of 4 minutes and a 95th percentile of 40.'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tested capability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(M12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what you cannot say: 'we are secure'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unqualified, against no stated adversary.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first form is the one to aim for: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controls mapped to threats, with the acceptances stated — which is the deliverable of this entire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courses, one subject.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SEMESTER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course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honest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701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Systems, operations, people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Where the incidents 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711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Cryptographic primitives and protocols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part that works, used correctly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713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Finding and preventing code defects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Where the severe bugs 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 proportionate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For a real system, in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do, in order, with a finite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 · Threat model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(M01)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two days, and it determines everything after.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 · Authentication and authorisation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(M02–03)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origin-bound factors and chokepoint authorisation. The highest-value controls there are.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 · Patch and inventory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(M08)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unglamorous and consistently among the top initial-access vectors.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 · Logging, detection, and a tested response plan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(M09–10)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because the above will fail.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 · Then segmentation, egress filtering, and the rest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(M04–06),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remove controls people route around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(M11).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Steps 1 to 4 are where the evidence says the value is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step 5 is where most programmes start — which is the single most useful reordering in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build a threat model with correct trust boundaries, map controls to threats, and state what you have accepted.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review authentication, authorisation, platform isolation, web, secrets, and the supply chain against the failures that actually occur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practical skill.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design detection that would catch a control failure, test it, and run a response exercise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know that most programmes fail operationally rather than technically.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means naming the adversary and the scope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'secure' without those is not a claim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Every assessment is a bounded search, and the scope and method are the finding as much as the issues are.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'No findings' means this method, in this time, on this scope, found nothing — which is useful and is not a clean bill of health.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'No breaches to date' is consistent with having no detection capability, which makes a clean record evidence of nothing.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honest position is controls mapped to threats with the acceptances stated, which is this course's deliverable.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three security courses divide by where failures come from: operations, then code defects, and rarely the cryptography.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Threat model, identity, patching, and detection are where the evidence says the value is — and step five is where most programmes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