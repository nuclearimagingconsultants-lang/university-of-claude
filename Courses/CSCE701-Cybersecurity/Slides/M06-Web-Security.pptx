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single-cause framing is what makes six acronyms one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escape-at-use-not-at-input point is the one that changes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honest that CSP is hard to adopt is more useful than recommending it flatly.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701 —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Web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browser's security model, and the classes it does and does not cover.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701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same-origin policy and what an origin is.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injection classes and the one correct defence.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CSRF and the modern mitigations.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security headers and what each does.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Review a web application against the standard classes.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origin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unit the whole model is built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same-origin policy is the browser's one security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AND THE ORIGIN IS SCHEME, HOST, AND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origin is the triple (scheme, host, port).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Script from one origin cannot read responses from another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entire basis of web security.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Note what it does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not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prevent: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page can freely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send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requests cross-origin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images, forms, and scripts all load cross-origin by design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it is only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reading the response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that is blocked.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exactly why CSRF exists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3):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attacker's page can cause a request carrying your cookies, and cannot read the answer — and for a state-changing request, causing it is enough.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CORS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relaxes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the policy rather than enforcing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permissive CORS configuration is a hole you opened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common misconfiguration because the direction of the mechanism is counterintuitive.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cause, many names, one correct fix.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Injection 1/2: one cause, many parsers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THE CAUSE, EVERY TIME: data is concatenated into a string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that is then PARSED as code by some interpreter. The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parser cannot tell your data from your structure.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SQL injection      -&gt; the database's parser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command injection  -&gt; the shell's parser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XSS                -&gt; the browser's HTML/JS parser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LDAP, XPath, NoSQL -&gt; their respective parsers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template injection -&gt; the template engine's parser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log injection      -&gt; whatever reads the log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THE DEFENCE THAT WORKS: never build the string. Use an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interface that keeps data and structure SEPARATE.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SQL     -&gt; parameterised queries. Always.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shell   -&gt; pass an argument array, not a string;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better, do not invoke a shell at all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HTML    -&gt; contextual escaping by the template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engine, or a DOM API that takes text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JSON    -&gt; a serialiser, never string building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One cause and one correct defence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keep data and structure separate, rather than trying to make the data safe.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Injection 2/2: the defences that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THE DEFENCES THAT DO NOT WORK RELIABLY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blocklists -- you will miss an encoding, and the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attacker only needs the one you missed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input sanitisation at the boundary -- the right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escaping depends on the DESTINATION context,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which the boundary does not and cannot know.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The same value is safe in HTML text and unsafe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in an attribute, a URL, or a script block.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escaping by hand -- correct until the context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changes, and the context changes without the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  escaping being revisited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SO: ESCAPE AT THE POINT OF USE, BY CONTEXT, USING THE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INTERPRETER'S OWN PARAMETERISATION.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Escape at the point of use, by context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because the correct escaping depends on where the value lands, which the input boundary cannot know.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Cross-site scripting is injection into the browser, and context is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ONE WITH THE MOST CONTEXTS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same value needs different escaping depending on where it lands: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HTML text, an attribute value, inside a script, in a URL, or in CSS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five different escaping rules.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a single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escapeHtml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function is insufficient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correct for element text and wrong inside an attribute without quotes, and dangerous inside a script block.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use a template engine that escapes by context automatically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treat any manual escaping or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innerHTML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assignment as a finding to be justified.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Content Security Policy is the defence in depth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does not fix the injection and it substantially limits what an injection can do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CSRF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confused deputy, in the browser.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CSRF: the browser attaches your credentials to a request the attacker caused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AND THE MODERN MITIGATION IS MOSTLY 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attacker's page submits a form to your site. The browser attaches your session cookie. Your server acts on your authority.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Module 03 §2's confused deputy, exactly.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classical mitigation is a synchroniser token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 unpredictable value tied to the session, required on every state-changing request, which the attacker's page cannot read (Part 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modern one is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SameSite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cookies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Lax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now the browser default, which breaks the basic attack without any application change.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current position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rely on SameSite, add tokens for anything sensitive, never use GET for a state change, and check the Origin header on state-changing requests.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Defence in depth, because the cookie default can be overridden.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headers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each actually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security headers worth setting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Header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Content-Security-Policy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Restricts what sources may load and execute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highest-value one. Hard to deploy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Strict-Transport-Security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Forces HTTPS for this host, including the first visit after preload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Cheap and effective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X-Content-Type-Options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Stops content-type sniffing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line; prevents a real class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X-Frame-Options / frame-ancestors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Prevents framing — clickjacking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 the CSP directive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Referrer-Policy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Limits URL leakage to third parties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privacy and a secrets-in-URLs control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web review, briefly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Is every query parameterised?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Search the codebase for string concatenation into SQL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it takes ten minutes and it finds things.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Is every template auto-escaping, and is every escape bypass justified?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10" b="1" i="0">
                <a:solidFill>
                  <a:srgbClr val="3C4555"/>
                </a:solidFill>
                <a:latin typeface="Consolas"/>
              </a:rPr>
              <a:t>innerHTML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, </a:t>
            </a:r>
            <a:r>
              <a:rPr sz="1610" b="1" i="0">
                <a:solidFill>
                  <a:srgbClr val="3C4555"/>
                </a:solidFill>
                <a:latin typeface="Consolas"/>
              </a:rPr>
              <a:t>dangerouslySetInnerHTML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, and the equivalents are the list.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Is every state change a POST with SameSite and a token?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is there no state-changing GET anywhere?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Are the headers set?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Check with a scanner, and check every response rather than the home page.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is CORS as narrow as it can be?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wildcard origin with credentials is the finding to look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SQL concatenation search is the single highest-value ten minutes in a web review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it almost always finds at least one instance.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same-origin policy blocks reading a cross-origin response and does not block sending a cross-origin request — which is exactly why CSRF exists.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CORS relaxes the policy rather than enforcing it, so a permissive CORS configuration is a hole you opened.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Every injection class has one cause: data concatenated into a string that an interpreter then parses.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fix is to escape at the point of use, by context, using the interpreter's own parameterisation — input sanitisation cannot know the destination context.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CSRF is the confused deputy in the browser, and SameSite cookies now break the basic attack by default.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Content-Security-Policy is the highest-value header and the hardest to deploy, because a strict policy requires eliminating inline script.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