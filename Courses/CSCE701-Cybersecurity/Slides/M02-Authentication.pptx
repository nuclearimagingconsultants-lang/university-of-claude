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irrevocability of biometrics is the point to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'SHA-256 is wrong because it is fast' point lands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Authentication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Proving who you are, and the ways it actually fails.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three factors and what each resists.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password storage correctly and the reasoning behind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old password rules were wrong.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second factors by what attack each stops.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account recovery, which is the hard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each actually resists.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factors, by what they stop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Resists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Fails 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Something you know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Casual impersonation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Phishing, reuse, database breach, keylogging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Something you have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Remote attacks entirely, if bound to the origin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Theft, and SMS-based versions fail to SIM swap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Something you 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Casual access to a device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Cannot be revoked; usually a local unlock, not authentication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Phishing resistance is the property that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SORTING CRITERION FOR SECOND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second factor that the user can read out or type in can be relayed by a phishing site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asks for it and forwards it immediately.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SMS codes, authenticator app codes, and push approvals are all phishable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real-time relay phishing kits are commodity tooling.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factor cryptographically bound to the origin is 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WebAuthn and FIDO2 keys sign a challenge including the origin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signature produced for the phishing site is useless at the real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single most important distinction in authentication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'two-factor' is not a security level, and origin-bound against relayable is the line that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Password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part with a correct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PASSWORD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do, and why each part is there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STORE: a salted hash from a MEMORY-HARD algorithm.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Argon2id, scrypt, or bcrypt. Not SHA-256.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WHY EACH PIECE: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HASH      so a database read does not yield passwords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SALT      unique per user, so one table cannot crack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many accounts at once, and identical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passwords do not look identical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SLOW      so guessing costs the attacker real time.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SHA-256 is FAST, which is exactly wrong here: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a GPU computes billions per second.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MEMORY-   so specialised hardware (GPU, ASIC) loses its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HARD      advantage, because memory bandwidth does not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scale the way arithmetic does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AND: a PEPPER (a secret key, stored separately from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database, mixed into the hash) means a database dump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alone is not crackable at all. Underused, and cheap.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WHAT NOT TO DO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your own scheme, ever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encryption instead of hashing -- a decryptable store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means someone can decrypt it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a single global salt, which is not a salt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and truncating or normalising the password before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hashing, which quietly reduces the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Slowness is the feature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one place in this program where a fast algorithm is the wrong choice.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old password rules were wrong, and the evidence changed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RARE CASE OF GUIDANCE BEING CORRECTED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Complexity requirements and forced rotation produced predictable passwords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Password1!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becoming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Password2!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drove reuse and writing-down.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current guidance reverses them: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long minimum, no composition rules, no forced expiry, and a check against known-breached password lists.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human-factors result rather than a cryptographic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old rules maximised theoretical entropy and minimised actual entropy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people are predictable under constraint.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worth knowing as an example of security guidance being corrected by measurement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happens rarely and should happen more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Authentication happens once; authorisation happens constantly.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session must get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high-entropy, unpredictable identifier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from a cryptographic source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CSCE 658 §13 §2's weak-generator failure, in its most common form.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Transmitted and stored safely: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10" b="0" i="0">
                <a:solidFill>
                  <a:srgbClr val="3C4555"/>
                </a:solidFill>
                <a:latin typeface="Consolas"/>
              </a:rPr>
              <a:t>Secure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</a:t>
            </a:r>
            <a:r>
              <a:rPr sz="1610" b="0" i="0">
                <a:solidFill>
                  <a:srgbClr val="3C4555"/>
                </a:solidFill>
                <a:latin typeface="Consolas"/>
              </a:rPr>
              <a:t>HttpOnly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10" b="0" i="0">
                <a:solidFill>
                  <a:srgbClr val="3C4555"/>
                </a:solidFill>
                <a:latin typeface="Consolas"/>
              </a:rPr>
              <a:t>SameSite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on the cookie (Module 06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Rotated on privilege change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failing to issue a new identifier at login enables session fixation.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Revocable server-side.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stateless token that cannot be revoked is a credential with a fixed lifetime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a real trade and not a free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bounded in lifetime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with idle and absolute timeouts chosen from the threat model rather than from habit.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revocation point is the one that bites: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a self-contained token is convenient and cannot be withdrawn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so either keep the lifetime short or keep server-side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hardest part, and the usual way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Account recovery is the weakest link in most authentication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IT IS WHERE ATTACKS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Strong authentication with weak recovery is weak authentication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attacker simply uses the recovery path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whole point of Module 01's weakest-link observation.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classic failures are all recovery failures: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security questions whose answers are public, SMS reset defeated by SIM swap, and support staff who can be socially engineered into a reset.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design it deliberately: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multiple recovery factors, a delay with notification to the existing contact, and a documented support procedure that cannot be talked around.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accept that it is a trade against lockout.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Stronger recovery means more users permanently locked 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real cost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right point depends on what the account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Authentication, in priority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 · Use a well-maintained identity provider or library.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 not implement authentication yourself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failure modes are numerous and known.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 · Offer origin-bound second factors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(WebAuthn)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prefer them in the flow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 · Store passwords correctly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2)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check against breached lists.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 · Rate-limit and monitor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credential stuffing is the most common attack and it is detectable (Module 09).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 · And design recovery as carefully as login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that is where the attack will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Credential stuffing is the attack to design against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uses passwords breached elsewhere, which is why the breached-list check and the origin-bound factor matter more than password complexity.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biometric is a convenient local unlock rather than a secret, because it cannot be revoked and you leave copies everywhere.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Phishing resistance is the property that sorts second factors: anything a user can read out can be relayed, and origin-bound keys cannot.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Store passwords with a salted memory-hard hash, and slowness is the feature — SHA-256 is wrong precisely because it is fast.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old complexity-and-rotation rules maximised theoretical entropy and minimised actual entropy, and the guidance was corrected by measurement.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stateless token that cannot be revoked is a credential with a fixed lifetime, which is a real trade.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Strong authentication with weak recovery is weak authentication, and recovery is where attacks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