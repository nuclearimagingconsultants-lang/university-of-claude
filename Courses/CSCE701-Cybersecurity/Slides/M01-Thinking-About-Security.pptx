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no-vulnerabilities-found distinction is the professional habit to instil.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 on per-flow enumeration; brainstorming is the default and it misses things.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701 — Cybersecurity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Thinking About Security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asymmetry, and what follows from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701 · Module 01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defender's asymmetry and its consequences.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a threat model by a systematic method.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Specify an adversary rather than assuming one.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defence in depth, least privilege, and assume-breach as responses.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professional and legal constraints on this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asymmetry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One way in is enough.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defender must cover everything; the attacker needs one way 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FACT EVERY DESIGN PRINCIPLE FOLLOWS FROM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system is secure only if every path is secure. It is compromised if any path is not.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the defender faces a conjunction and the attacker a disjunction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those are not symmetric problems.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security does not compose like correctness.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Two correct components compose into a correct system; two secure components can compose into an insecure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through their interaction, their shared state, or the trust each places in the other.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means the work is never finished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attacker's set of options grows as the system grows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while the defender's budget does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response is not 'be secure' but 'raise the cost, reduce the surface, and detect the failures'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what defence in depth, least privilege, and assume-breach each do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follows from the asymmetry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Consequence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35661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1968" y="1901952"/>
            <a:ext cx="4937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19568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to 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Security does not compose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Interactions create paths neither component has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2377440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24140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Model the system, not the parts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Absence of evidence is weak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You cannot test for the absence of a path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2852928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2889504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Testing finds bugs, not security (CSCE 627 §07)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Complexity is the enemy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Surface grows faster than review capacity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3328416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3364992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Reduce surface before adding controls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weakest link decides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attacker picks 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01968" y="3803904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1696" y="3840480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Find yours before they do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And prevention will fail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35808" y="4279392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45536" y="4315968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Eventually, somewhere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01968" y="4279392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11696" y="4315968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Design detection (M09)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Threat modelling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four questions, and doing it systematically.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THREAT MODELLING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Four questions, in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1. WHAT ARE WE BUILDING?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A diagram, with TRUST BOUNDARIES marked.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Data flows crossing a boundary are where the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threats are. Getting the boundaries wrong is the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commonest failure.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2. WHAT CAN GO WRONG?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Enumerate systematically, not by brainstorming.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STRIDE per data flow: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    Spoofing          -&gt; authentication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    Tampering         -&gt; integrity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    Repudiation       -&gt; logging, signatures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    Information leak  -&gt; confidentiality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    Denial of service -&gt; availability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    Elevation         -&gt; authorisation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3. WHAT ARE WE GOING TO DO ABOUT IT?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Mitigate, eliminate (remove the feature),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transfer (insurance, a provider), or ACCEPT --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and accepting IN WRITING is a legitimate answer.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4. DID WE DO A GOOD JOB?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Review it, test the mitigations, and revisit when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the system changes.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THE VALUE IS IN STEP 2 BEING SYSTEMATIC. A brainstorm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finds the threats you already thought of; STRIDE per flow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finds the ones you did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Systematic enumeration is the whole value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and 'accept, in writing' is a real answer rather than a failure.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Specify the adversary, because different adversaries need different controls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STEP MOST OFTEN SKIPPED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'An attacker' is not a threat model.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bored stranger with a scanner, a motivated competitor, a criminal group, a current employee, and a state actor have different capabilities, budgets, and goals.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controls differ accordingly: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rate limiting stops the first and not the last; an insider defeats your network boundary entirely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requires authorisation and logging instead.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write down, for each adversary: their goal, their capability, their budget, and what they already have access to.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last is the one that changes the model most.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be realistic.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Most systems are not state-actor targets, and designing for one while leaving default credentials in place is the common failure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threat model should be proportionate.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Each a response to the asymmetry.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principles, and what each is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Least privilege.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Give every component the minimum access it needs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so a compromise yields less.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It reduces the </a:t>
            </a:r>
            <a:r>
              <a:rPr sz="1600" b="1" i="1">
                <a:solidFill>
                  <a:srgbClr val="3C4555"/>
                </a:solidFill>
                <a:latin typeface="Calibri"/>
              </a:rPr>
              <a:t>consequence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 rather than the probability.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Defence in depth.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Multiple independent controls, so one failure is not a compromise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and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independence is the load-bearing word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: three controls sharing a flaw are one control.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Assume breach.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Design for the case where an attacker is already inside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which produces segmentation, short-lived credentials, and logging.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Fail closed.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 error should deny rather than permit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and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getting this wrong is a frequent and severe bug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(an authorisation check that errors and returns true).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open design.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Security must not depend on the design being secret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because designs leak and keys can be rotated (CSCE 711 §01).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Least privilege and defence in depth address different things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consequence and probability — and a programme with only one of them is incomplete.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you may and may not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Authorisation is not optional, and it is the first 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PROFESSIONAL AND LEGAL 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Testing a system you are not authorised to test is unlawful in most jurisdictions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regardless of intent,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'I was only looking' is not a defence.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So: your own systems, your employer's with written authorisation and a defined scope, or a deliberately vulnerable training target.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Nothing else, ever.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if you find something unexpectedly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in a product you use, by accident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report it through a coordinated disclosure process and stop testing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rather than investigating further.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course teaches how systems fail so that you can build ones that do not.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Every technique here has a defensive purpose, and the material is scoped to that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right scope for an engineer rather than a limitation.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course goes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SHAPE OF THE SEMESTER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Modules 02–06: the controls.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Authentication, authorisation, network, platform, and web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where the real failures are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ordering is by how often each appears in an incident report.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Modules 07–08: secrets and supply chain.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Key management is the hard part of cryptography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711 supplies the rest)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dependencies are the fastest-growing attack surface.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Modules 09–11: detection, response, and people.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What you do when prevention fails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it will.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Modules 12–13: measurement and honest claims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harder here than in any other course in the program.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defender faces a conjunction and the attacker a disjunction, which is why security does not compose the way correctness does.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'We found no vulnerabilities' and 'there are no vulnerabilities' are completely different claims.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Threat modelling's value is in systematic enumeration — STRIDE per data flow finds the threats a brainstorm misses.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'An attacker' is not a threat model: specify the goal, capability, budget, and existing access of each adversary.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Least privilege reduces consequence and defence in depth reduces probability, so a programme needs both — and the controls must be independent.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Authorisation is the first requirement for any security testing, and it is not negotiable.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