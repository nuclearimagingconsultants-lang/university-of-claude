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701 —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Human Factors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 control people route around is not a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701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usability is a security property.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compliance budget and its consequences.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phishing defences that do not rely on vigilance.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secure defaults and why they dominate.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Review a control for the ways people will avoid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Usability is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a trade against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unusable control is not a strong control — it is an absent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CENTRAL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password policy people satisfy by writing passwords down has reduced security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§2)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policy looks stronger on paper.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usability and security are not opposed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usability of a control determines whether it is actually in place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makes it a component of the control's strength rather than a cost against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evidence is that people are rational.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route around controls whose cost exceeds the benefit they perceive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sensible response to a poorly-designed control.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design question is 'what will people actually do'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'what should they do'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same empirical turn as CSCE 671's, and is the reason the two courses share an argument.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compliance budget is finite and you are spending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 THAT REFRAMES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person has a limited willingness to absorb security friction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control spends from the same budget.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mandatory training module, a complex password rule, a VPN that drops, and a slow approval process compete with each other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spending the budget on low-value controls means the high-value one is ignored.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explains a common pattern: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organisation with many controls and poor security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budget was exhausted before anything important was asked.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remove controls deliberately.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Dropping three low-value requirements to buy compliance with one high-value one is a net gain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it is a decision almost nobody makes because removing a control looks like weakening security.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Phishing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training is not the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Design so that being phished does not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ONLY RELIABLE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Phishing training reduces click rates and does not eliminate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sufficiently good lure will catch a careful person on a bad day.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goal is not a zero click rate but a harmless click.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Origin-bound second factors mean a phished credential is unusable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§1) — which removes the entire attack rather than reducing its frequency.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supporting controls are all consequence-reducing: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least privilege, so the stolen account yields little; segmentation, so it does not spread; and detection, so the use is noticed.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phishing is an authentication and architecture problem rather than a training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treating it as a training problem puts the burden on the person least able to carry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make reporting easy and safe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one-click report button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that reaches someone who acts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because a reported phish lets you find everyone else who received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Thank the reporter, always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including for false alarms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cost of a false report is a minute and the cost of a silent one is an incident.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never penalise clicking.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person who clicked and is afraid to say so is the worst outcome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it is exactly what a punitive simulated-phishing programme produces.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Module 10 §4's blamelessness, applied before the incident rather than after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metric should be reporting rate, not click rate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first is what you want to increase.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Measuring click rate incentivises punishing clickers, which suppresses reporting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so the metric choice determines the programme's effect (Module 12).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Defaults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control that needs no cooperation.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default is the setting almost everyone has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DEFAULTS DOMINATE EVERYTHING ELSE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small minority of users change any given setting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default is, in practice, the configuration of your system.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secure-by-default worth more than any amount of documentation, guidance, or hardening guide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it is the one intervention that requires no user action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examples are large: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HTTPS by default, SameSite cookies by default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 §3),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automatic updates, and encrypted disks by default each eliminated a class at scale.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if you ship software, the highest-leverage security work available is changing a default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cost is usually a compatibility argument rather than an engineering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Reviewing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For the ways people will avoid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Questions to ask of a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What is the cheapest way to avoid this?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Someone will find it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shared account, a personal device, an exception request, a screenshot.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How often must a person comply, and what does it cost them?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Daily friction is spent from the budget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(Part 1) and is remembered.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What happens when it fails?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If a failure blocks work, there will be a documented workaround within a month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the workaround becomes the real process.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Does it require vigilance?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If the control is 'notice something unusual', it will fail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sustained vigilance is not available.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could a default, an architecture change, or a tool do this instead of a person?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last question is the one to ask first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 control a person must perform is the weakest kind, and moving it into the system is almost always possible.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this module adds to the rest of the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control in Modules 02 through 09 is implemented by people and avoided by people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design that ignores that is incomplete rather than merely optimistic.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direction of the fix is consistent: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move the control into the system, the default, or the architecture, and away from a person's attention.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also the most reliable way to make security cheaper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control that requires no ongoing human effort has no ongoing cost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does not degrade.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question 'who has to do something for this to work, and how often' is the most useful single question to ask of a security design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best answer is 'nobody, never'.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 unusable control is an absent control, so usability is a component of a control's strength rather than a cost against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compliance budget is finite and every control spends from it, which explains organisations with many controls and poor security.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Removing three low-value controls to buy compliance with one high-value one is a net gain, and almost nobody does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Phishing is an authentication and architecture problem rather than a training problem — design so that being phished does not matter.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Measure reporting rate rather than click rate, because measuring clicks incentivises punishing clickers and suppresses reporting.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default is the configuration of your system, which makes changing a default the highest-leverage security work available to a vendor.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