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citations as the core benefit changes how people build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practically useful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Retrieval-Augmented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Giving the model the information it does not have.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architecture and what each stage contributes.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retrieval quality dominates.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chunking and its trade-offs.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failure modes specific to this design.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the retrieval and the generation separately.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Retrieve, then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stages, and what each decides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INDEXING (once)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split documents into chunks (Part 3)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embed each chunk, or index for lexical search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store with the metadata you will filter 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RETRIEVAL (per query)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embed the query, or build a lexical query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retrieve the top N candidates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optionally rerank them with a stronger model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(CSCE 670 Module 07)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GENERATION (per query)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place the retrieved chunks in the prompt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instruct the model to answer FROM them and to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say so when they do not suffice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return the answer with its citations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THE CITATIONS ARE NOT OPTIONAL. They are what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makes the answer checkable, which is the whole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advantage of this design over asking the model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directly (Module 12 section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Citations are the point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retrieved answer that cannot be traced to a source has given up the design's main benefit.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This is the answer to “the model does not know my data”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SOLVES, AND WHAT IT DOES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solves currency, privacy, and attribution: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information can postdate training, can stay in your infrastructure, and the answer can be traced to a document.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far cheaper than fine-tuning for injecting knowledge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updating the knowledge means updating an index rather than retraining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does not solve is reasoning across many documents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question requiring the synthesis of twenty sources retrieves a handful and answers from those.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Nor does it solve aggregation.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'How many of our contracts expire this year' is a database query pretending to be a retrieval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routing it to retrieval produces a confident wrong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Retrieval dominates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determines where to spend effort.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the right passage is not retrieved, no model can answer correctly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ORDERING OF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generation step can only work with what it is given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retrieval recall is a hard ceiling on the whole system's accuracy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 prompt improvement raises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measuring retrieval separately is essential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system reported only end-to-end cannot tell you which half to fix.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practical finding is that hybrid retrieval beats either alone: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lexical search handles exact terms, identifiers, and rare words; dense search handles paraphrase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670 §06).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effort order is: retrieval first, reranking second, prompt third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reverse of how these systems are usually debugged.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actually improves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Hybrid lexical plus dense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the single largest improvement available and is cheap.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reranker over the top fifty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more accurate than retrieval and too slow to apply to everything (CSCE 670 §07).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Query rewriting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expanding, decomposing, or resolving pronouns against the conversation — which matters a great deal in multi-turn use.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Metadata filtering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that date, source, and permission constraints are applied before relevance rather than after.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checking that the answer is in the corpus at all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the diagnosis people skip.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Permission filtering before retrieval is a security requirement, not a feature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retrieving a document the user may not read and then summarising it is a disclosure (CSCE 701 Module 03).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unglamorous decision with large effects.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trade, and what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Small chunks retrieve precisely and lose context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retrieved passage may be accurate and unintelligible without its surroundings.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Large chunks preserve context and retrieve imprecisely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embedding averages over several topics and matches none of them well.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So: split on structure where it exists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sections, paragraphs, list items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rather than on a fixed token count, which cuts mid-sentence and mid-table.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Overlap adjacent chunks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that a fact spanning a boundary appears whole in one of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retrieve the chunk, then expand to its neighbours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for generation — which gets precision in retrieval and context in the prompt.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Retrieve small, generate large is the pattern worth adopting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resolves the trade rather than compromising on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failure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Specific to this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goes wrong, and the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Missing passage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Retrieval 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Hybrid search, reranking (Part 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Answers anyway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abstention instruction or no training for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Instruct and measure abstention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Ignores the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Parametric knowledge overriding the passage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Instruct to prefer the source; cite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Lost in the middle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Position effects in long contexts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Fewer, better chunks; order by rank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Contradicting sources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corpus disagrees with itself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Surface the conflict rather than picking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Stale index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Documents changed, index did not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Treat reindexing as an operation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evaluate the two stages separately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Retrieval: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recall at k on a set of query-document pairs you labelled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requires building that set, and is the work people avoid.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Generation, given correct context: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is the answer right when the passage is right?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isolates the generation quality.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Abstention: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does it decline when the passage does not contain the answer?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tested by deliberately retrieving irrelevant context.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attribution: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 the citations actually support the claims?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must be checked by reading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where these systems most often fail quietly.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Citations are the point of this design — an untraceable retrieved answer has given up its main advantage over asking the model directly.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 solves currency, privacy, and attribution, and does not solve multi-document reasoning or aggregation.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Retrieval recall is a hard ceiling on the whole system, so measure the stages separately and fix retrieval first.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Permission filtering must happen before retrieval, because summarising a document the user may not read is a disclosure.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Retrieve small and generate large — which resolves the chunking trade rather than compromising on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'Answers anyway' is the most dangerous failure, and abstention has to be measured rather than assumed.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