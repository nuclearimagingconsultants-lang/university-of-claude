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bias as entering at six stages prevents the single-cause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638 — Natural Language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Bias, Failure, and Fabrication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How these systems fail people.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638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where bias enters and why it is not one thing.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distributional and dialectal failure.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fabrication and its mechanism.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mitigations do and do not achieve.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 failure analysis into a system's evaluation.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bias enters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At every stage, differently.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stages, and the bias each introduces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enters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Corpus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Who writes, and about whom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Web text skews by language, region, and voice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Tokeniser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languages are efficient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Several times more tokens for some scripts (M02 §3)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Objective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is treated as normal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majority pattern becomes the prediction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Annotation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Whose judgement is the label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Raters disagree systematically by group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Evaluation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failures are visible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Aggregate metrics hide subgroup failure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Deployment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52928" y="4754879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62656" y="4791455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Who bears the error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01968" y="4754879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1696" y="4791455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same error rate, unequal consequences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“Bias” names several different things, and conflating them prevents fixing any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WORTH MAKING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representational association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embedding geometry linking occupations to genders (Module 04 §3) — is a property of the representation.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performance disparity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higher error rates for one dialect or language — is a property of the model's accuracy, and is measurable per group.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allocation harm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system's decisions distributing opportunity unequally — is a property of the deployment, not of the model.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need different responses.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Measuring the first tells you little about the third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a debiased embedding can sit inside a system that allocates unfairly.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Distributional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Who the system works less well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DISPARITIES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measured disparities, and their causes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Dialect.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Error rates are measurably higher for non-standard varieties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because the training data contains less of them and the annotation often treats them as errors.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Language.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Quality falls sharply outside the best-resourced languages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and the tokenisation penalty compounds the data scarcity (Module 02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Names and entities.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Recognition is worse for names underrepresented in the corpus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which affects exactly the people least able to work around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Domain and register.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Clinical, legal, and informal text all differ from the pretraining mixture.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the common cause is the training distribution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which means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the fix is data, and data is expensive.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'The fix is data and data is expensive' is the honest statement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why these disparities persist across model generations and are not solved by scale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makes disaggregated evaluation the minimum requirement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PRACTICE THAT FOLLOWS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Report performance by subgroup, not only in aggregate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aggregate number averages over exactly the disparity you need to see.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subgroups have to be chosen from who uses the system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requires knowing that — and is a question to ask at design time rather than after deployment.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the sample size per group large enough to measure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frequently means deliberately collecting more data for small groups rather than sampling proportionally.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CSCE 633 §12's subgroup argument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it is the single most actionable thing in this module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converts a concern into a number somebody can be accountable for.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Fabrication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 it is structural rather than a bug.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model was trained to produce plausible text, and false text can be plausible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Next-token prediction optimises for what text looks like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03 §1)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well-formed false statement looks exactly like a well-formed true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There is no internal mechanism separating them.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model has no representation of 'I do not know this'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reliably governs its output, because nothing in training required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preference training makes it worse in a specific way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08 §4):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confident fluent answers rate better than hedged ones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training rewards exactly the dangerous behaviour.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fabrication is structural rather than a bug to be fixed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why it is most dangerous precisely where the model is most fluent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also where people trust it most.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the mitigations actually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Retrieval with citations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11)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most effective, because it makes the claim checkable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rather than making it true.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Abstention training and instruction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reduces the rate and does not eliminate it — and must be measured (Module 11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Calibration and confidence reporting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helps a reader weight the answer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these models are poorly calibrated on open-ended output.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Verification against a source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works and costs a second system.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designing so that a wrong answer is recoverable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the only mitigation that does not depend on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last one is the architectural answer: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put the output where a person checks it before it matters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which is CSCE 701 Module 11's consequence-reduction argument.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Building it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As part of the evaluation, not after.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failure analysis should contain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Performance disaggregated by the subgroups who will use it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with sample sizes stated.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input types on which it fails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found by error analysis (Module 10 §4) rather than predicted.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fabrication rate on questions your sources cannot answer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measured deliberately.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confident-error rate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separately — because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wrong answer the system is sure about is the one that causes harm.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what happens downstream when it is wrong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who notices, how quickly, and what it costs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last item is the one that turns this from an ethics section into an engineering requirement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is a design question rather than a measurement.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honest framing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These systems are useful and they fail unevenly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both halves have to be stated together, because either one alone is misleading.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failures are not random: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they concentrate on the data the training distribution underrepresented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means they concentrate on particular people.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mitigations are partial.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Nothing in Part 3 eliminates fabrication, and nothing in Part 2 equalises performance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deployment has to assume both continue.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the design question 'what happens when this is wrong, and to whom'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a system deployed without an answer to that has not been evaluated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13's position.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Bias enters at six stages, and the evaluation stage is the one that makes the others invisible.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Representational association, performance disparity, and allocation harm are different things needing different responses.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common cause of the disparities is the training distribution, so the fix is data and data is expensive.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Disaggregated evaluation is the minimum requirement and the most actionable thing in the module, because it produces a number.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Fabrication is structural: the objective rewards plausible text, and preference training rewards confident fluent answers specifically.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Retrieval with citations works by making the claim checkable rather than by making it true.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