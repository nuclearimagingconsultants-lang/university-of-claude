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adapts-to-shape argument is what makes top-p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reporting requirement is the module's practical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Generation and Decoding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model gives a distribution. You still have to choose.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decoding strategies and their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most likely sequence is not the best output.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degeneration failure and its cause.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constrained and structured generation.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strategy for a stated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separate from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 gives P(next token). Decoding is a separate algorithm with its own behaviour.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IS FREQUENTLY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language model outputs a distribution at each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turning a sequence of distributions into one sequence of text requires a search or a sampling procedure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design decision independent of the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two systems with the identical model can differ substantially in output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reports that omit the decoding configuration are not reproducible.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right strategy depends on the task.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translation wants the single best rendering; a story wants variety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no single setting serves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decoding a parameter of your system rather than a detail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one of the few places where a large quality change costs no training whatsoever.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strategies, and what each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GREEDY      take the argmax at every step.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Deterministic, fast, and myopic -- one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early mistake is unrecoverable.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BEAM SEARCH keep the k best partial sequences.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Better for tasks with one right answer.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Needs length normalisation, or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prefers short outputs.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SAMPLING    draw from the distribution. Diverse,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and it occasionally draws something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absurd from the tail.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TOP-k       sample from the k most likely tokens.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Fixed k is wrong when the distribution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is very peaked or very flat.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TOP-p       sample from the smallest set whose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probability mass exceeds p. Adapts to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the distribution's shape, which is why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it displaced top-k.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TEMPERATURE scales the logits before the softmax.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Low -&gt; sharper, high -&gt; flatter.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Orthogonal to the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Top-p adapts to the distribution's shape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exactly the property fixed-k lacks, and the reason it won.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likelihood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maximising probability produces bad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most likely sequence is repetitive and dull, which is a real and surprising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PURE SEARCH FAILS FOR OPEN-ENDED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Increasing the beam width past a modest size makes output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worse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on open-ended tasks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backwards if you believe the model's probability is a quality score.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explanation is that human text is not the maximum of the distribution it came from.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People produce surprising text; the mode is bland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high-probability continuations include degenerate loops.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repetition is the characteristic failure: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once a phrase repeats, its probability rises, which makes repeating it again more likely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positive feedback loop in the decoding, not in the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sampling-based methods win for open-ended 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beam search still wins for translation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translation genuinely does have one right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mode is the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fixes, with their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Sampling with top-p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avoids the mode entirely — the standard answer for open-ended text.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repetition penalty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reduces the probability of already-used tokens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effective and crude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some repetition is correct.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Blocking repeated n-grams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cruder still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breaks legitimately repeated names and terms.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contrastive methods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penalise tokens that are too similar to the recent context — better quality for more computation.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Note that all four are decoding-time fixes to a decoding-time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none requires retraining.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repetition penalty's crudeness is worth stating: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it also penalises the correct repetition of a proper noun, which produces its own characteristic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Structured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output must parse.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Constrained decoding makes invalid output impossible rather than unlikely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RIGHT ANSWER WHEN THE FORMAT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output must be valid JSON, matching a schema, or drawn from a fixed set, enforce it during decoding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masking the tokens that would make the output invalid at each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strictly better than generating and then validating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retry loop is slower, sometimes unbounded, and silently biases toward whatever the model happens to produce.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same argument as CSCE 713 Module 10 §2's: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make the invalid state unrepresentable rather than detecting it afterwards.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caveat worth measuring: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constraining the output can degrade content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model is pushed off its preferred distribution — so compare against the unconstrained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By what the task requires.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Strategy by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correct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Beam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 is the target (translation, parsing)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Open-ended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Top-p sampling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 is degenerate (Part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Determinism required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Greedy, or temperature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Reproducibility, at a quality cost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Valid 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Constrained decoding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Invalid output made impossible (Part 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Diversity wanted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Higher temperature or 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And measure the quality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Sweep temperature and p against your task metric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curve is usually non-monotonic with a clear best region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finding it costs an hour and no training.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 variance, not only the mean.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sampling strategy produces a distribution of outputs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reporting one sample's score is reporting a draw rather than a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measure the failure rate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repetition, truncation, and invalid format are different failures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respond to different fixes.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cheapest available quality improvement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training, no data, and frequently a larger effect than a model upgrade.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Decoding is an algorithm separate from the model, so two systems with the same weights can differ substantially in output quality.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Top-p adapts to the distribution's shape, which is the property fixed-k lacks and the reason it won.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most likely sequence is repetitive and dull, because human text is not the maximum of the distribution it came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Repetition is a positive feedback loop in the decoding rather than a flaw in the model, which is why decoding-time fixes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Constrained decoding makes invalid output impossible, which beats generate-and-retry — and can degrade content quality, so measure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Report your decoding configuration with every result; it is as much part of the system as the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