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bidirectional-versus-generative trade is the organising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Pretraining and Transfer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training on everything beats training on your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pretraining objectives and what each suits.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transfer works unusually well 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contextual representations and what they fixed.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scaling and what it does and does not deliver.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pretrained model for a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Three, and the choice determines the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pretraining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Causal 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Predict the next token from the left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Generation; decoder-only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Masked 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Predict masked tokens from both sides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Understanding; encoder-only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Span corruption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Reconstruct deleted spans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Both; encoder-decoder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objective is a means, and the representations are the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PRETRAINING IS ACTUALLY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Nobody wants a model that fills in masked words.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objective exists because solving it requires learning syntax, semantics, and world knowledge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useful output is the internal representations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measure of a pretraining objective is how useful the representations it produces are, not how well the objective is solved.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explains why masked language modelling uses a 15% masking 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similar apparently arbitrary choices: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are tuned for representation quality, not for the proxy task.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explains why causal models dominated: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objective is harder, uses every token as a prediction target, and the resulting model can also generate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turned out to matter more than bidirectionality.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Contextual representations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Module 04's limitation, finally fixed.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pretrained model gives a different vector for each occurrence of a 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DECISIVE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'Bank' in a financial sentence and 'bank' by a river receive different representations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the representation is computed from the whole sentence rather than looked up by word identity.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04 §3's decisive limitation removed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why pretrained models improved essentially every task at once rather than one task at a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layers differ in what they encode: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lower layers carry more surface and syntactic information, higher layers more semantic and task-relevant information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robust finding across probing studies.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which layer to use is a real decision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'the last one' is frequently not the best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a task that needs syntax.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transfer works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Better than in most of machine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reasons, which are specific to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pretraining data covers the target distribution.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Nearly any text task involves text like the pretraining text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unusually true here and is the main reason.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required knowledge is shared.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Syntax, word senses, and factual knowledge are needed by every task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learning them once serves all of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objective is genuinely hard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it forces rich representations rather than shortcuts — which is not true of every self-supervised objective.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scale is available.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Text is abundant in a way that labelled examples are not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01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gain is largest where labelled data is smallest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most real applications.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distribution-coverage reason is the one that does not transfer to other domains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why pretraining worked so much better in language than in tabular settings (CSCE 633).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Scaling works, and it is worth being precise about what it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Loss falls predictably with parameters, data, and compute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smooth power law over several orders of magnitude, which is an unusually clean empirical result.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compute-optimal allocation matters: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early large models were substantially undertrained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training a smaller model on more data turned out to be better for the same budget.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scaling delivers is lower loss, and capability follows imperfectly.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Some abilities improve smoothly, and some appear to improve sharply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though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apparent sharpness depends substantially on the metric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10's concern.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what it does not deliver is reliability.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Larger models are more capable and still fabricate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12 §3) — so scale moves the average and not the worst case.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mostly a constraints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pick a pretrained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Start from the task shape.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Classification or extraction favours an encoder; generation requires a decoder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; sequence-to-sequence suits an encoder-decoder.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Then the domain.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model pretrained on text like yours beats a larger general one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on specialised vocabulary — clinical, legal, and code especially.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Then the constraints: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latency, memory, cost per request, and whether the data can leave your infrastructure.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Then the licence and the provenance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a real constraint and is routinely discovered late.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start with the smallest model that could work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iteration speed matters more than capability while you are still learning what the task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'Smallest model that could work' is the advice most often ignored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a fast feedback loop finds data problems that a slow one hides.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pretraining does not give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Knowledge of your specific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your schema, your customers, your product's terminology, and anything after the training cutoff (Module 11).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Reliable factuality.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model learned what text looks like, which includes what false text looks like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has no mechanism separating the two.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Alignment with your task's definition.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Your notion of a 'relevant' document or a 'serious' complaint is not in the pretraining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Module 08 adapts.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freedom from the corpus's biases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it represents faithfully (Module 04 §3's sentence, and Module 12 §2).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Causal models generate and see only the left context; masked models see both sides and cannot generate — that is the trade.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objective is a means and the representations are the product, which is why the hyperparameters are tuned for representation quality.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pretrained model gives a different vector per occurrence, which removes Module 04's decisive limitation.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Lower layers carry surface and syntax, higher layers semantics — so 'the last layer' is often the wrong choice.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Transfer works unusually well here mainly because the pretraining data covers the target distribution, which does not generalise to other domains.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Scaling lowers loss predictably and does not deliver reliability — it moves the average rather than the worst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