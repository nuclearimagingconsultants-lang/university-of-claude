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the probe first is the practical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adapters-share-a-base-model property is what changed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Adaptation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Getting a pretrained model to do your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adaptation methods and their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parameter-efficient fine-tuning.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in-context learning and its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instruction tuning and preference training.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method against real constraints.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spectrum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nothing to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options, by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 it fits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Prompting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 — only the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training data; fast iteration; prototyping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Few-shot prompting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Nothing; examples in the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handful of examples; no training budget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probe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classifier on frozen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 data; a strong cheap 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Parameter-efficient (LoRA)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small added set of weights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usual answer — see Part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Full fine-tuning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 weight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Ample data and compute; a large domain shift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Continued pretraining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 weight, on raw domain text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genuinely different domain, lots of 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Run the cheapest method first, because it tells you what the task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ORDERING THAT SAVES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linear probe on frozen features takes minutes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it works, the pretrained representations already contain the signal and you are done.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it does not, that is informative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either the task needs information the representations lack, or it needs a nonlinear decision boundary, and you can test which.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Whereas starting with full fine-tuning gives you a number and no diagnosis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do not know whether the gain came from the task adaptation or from the extra capacity.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633 Module 04's ablation discipline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cheap method is both a baseline and an experiment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skipping it forfeits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Parameter-efficient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they work, and they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Low-rank adaptation, which is the one to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INSTEAD OF updating W (d x d), learn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W' = W + BA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where B is d x r and A is r x d, with r &lt;&lt; d.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 the trainable parameters go from d^2 to 2dr --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frequently under 1% of the model.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 IT WORKS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weight UPDATE needed for a task appears to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be approximately low rank, even though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weights themselves are not. Adaptation is 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small correction, not a new function.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WHAT IT BUYS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trains on much less memory, since optimiser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state scales with trainable parameters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many task adapters share one base model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it can be merged into W at inference, so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there is no added latency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QUALITY IS CLOSE TO FULL FINE-TUNING 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most tasks -- which is the empirical result that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made it the default.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low-rank-update hypothesis is the insight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the merge-at-inference property is what makes it free in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In-context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not learning, and is useful.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Few-shot prompting changes the model's behaviour without changing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IS ACTUALLY HAPPENING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Examples in the context condition the prediction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weights are unchanged, so nothing is retained between requests, which is why 'learning' is a misleading word for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examples do two things: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specify the task format, and they supply some information about the mapping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evidence is that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format contribution is the larger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results are sensitive to things that should not matter: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example order, label wording, and formatting all move the output measurably.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treat it as a fast, high-variance method.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Excellent for prototyping and for tasks with no training data, and a poor choice where consistency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Module 10 asks you to measure rather than assume.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specific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Context costs money and latency on every request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forever — whereas fine-tuning pays once.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examples consume the context window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competing with the actual input and with retrieved material (Module 11).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does not scale with data.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Twenty examples help; two thousand do not fit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the method cannot use data you have.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 sensitivity makes evaluation harder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result from one prompt is a result about that prompt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report variance across several.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is a specific instance of Module 10 §1's single-number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'A result from one prompt is a result about that prompt'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is the discipline to adopt — and reporting across several prompts is cheap and almost never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Instruction and preference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a predictor becomes an assistant.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Instruction tuning aligns the model's behaviour with the task framing, and preference training with human judgement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 STAGES AFTER PRETRAINING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Instruction tuning is supervised fine-tuning on (instruction, response) pairs across many tasks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teaches the model to treat an instruction as something to follow rather than as text to continue.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Preference training then optimises against human comparisons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reward model fitted to preferences, then reinforcement learning (CSCE 642), or a direct preference objective that skips the reward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what this changes is behaviour rather than knowledge.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model does not learn new facts 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it learns which of its possible continuations to produce.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worth being clear about: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preference training makes outputs more acceptable to raters, and acceptability is not accuracy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confident wrong answer rates well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12 §3's mechanism.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a method, concretely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training data → prompting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with the variance measured.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Tens of examples → few-shot prompting, or a linear probe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you have features.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Hundreds to thousands → parameter-efficient fine-tuning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the usual answer.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Tens of thousands and a domain shift → full fine-tuning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if the compute is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 genuinely different domain with abundant raw text → continued pretraining first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then one of the above.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middle row covers most real cases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parameter-efficient fine-tuning on a few thousand examples is the modal correct answer, and it is cheap enough to do several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Run the linear probe first: it is a legitimate baseline and it diagnoses whether the pretrained features already contain the signal.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LoRA works because the weight update needed for a task is approximately low rank even though the weights are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LoRA merges into the base weights at inference, so there is no added latency, and many adapters share one base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Few-shot examples mostly specify the format rather than the mapping, which is why order and wording move the output.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result from one prompt is a result about that prompt — report variance across several.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Preference training makes outputs more acceptable to raters, and acceptability is not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