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input-ablation check has invalidated several famous benchmarks.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all-miss-factuality observation is the honest 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638 — Natural Language 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Evaluation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hard part, and usually the weakest part.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638 · Module 10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Design an evaluation from the decision it supports.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and justify a baseline.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generation metrics mislead.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benchmark contamination and leakage.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Run an error analysis that changes decisions.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From the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Backwards, like Module 01's logging.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638 · Natural Language Processing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Start from what someone will do differently, and derive the metric from that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DESIGN DIRECTION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metric chosen because it is standard measures what was convenient to measure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may correlate with what you care about, and the correlation is an empirical claim rather than an assumption.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ask: what decision does this output support?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If a person will read the top three results, measure the top three; if a system will act automatically on one, measure precision at 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error costs are usually asymmetric.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false positive and a false negative rarely cost the same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a single accuracy number averages over a distinction that matters.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CSCE 633 §12's choose-the-metric-from-the-use argument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CSCE 701 Module 09 §1's design-backwards direction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applied to measurement.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SPLITS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splits, which determine whether the number means anything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Look at the test set once.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Every look is a decision informed by it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and after a dozen looks you have fitted the test set with your own judgement.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Split by the unit you will generalise over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by document, user, or time, not by sentence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if sentences from one document would otherwise span the split.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split by time if your data is temporal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because a random split lets the model see the future (CSCE 633 §11).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Check for near-duplicates across splits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are extremely common in scraped text and inflate every score.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report the confidence interval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because a difference of half a point on a thousand examples is noise.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Near-duplicate leakage is the one that silently ruins text experiments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web-derived corpora are full of reposted and templated content, and a hash check is not enough.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Baselines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where most claims fail.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638 · Natural Language Processing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BASELINES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baselines you must beat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MAJORITY CLASS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the single most common label. On a skewed task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this is embarrassingly strong, and reporting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accuracy without it is uninformative.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RANDOM, AND HUMAN AGREEMENT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the floor and a realistic ceiling. If annotators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agree only 80% of the time, 85% accuracy is not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obviously improvable.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LEXICAL / RETRIEVAL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TF-IDF or BM25 plus logistic regression. Cheap,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and it beats a surprising number of published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neural systems (CSCE 670).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EMBEDDINGS + LOGISTIC REGRESSION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Module 04 section 4's baseline. One hour.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THE PREVIOUS SIMPLEST THING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whatever the system you are replacing does,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measured on the same split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AND A SHORTCUT CHECK: train on a corrupted version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of the input (shuffled words, labels only, the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question without the passage). If it still scores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well, the task has an artefact.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shortcut check is the most informative single experiment here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it tells you whether your benchmark measures the ability you named.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system that beats a strawman has established nothing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REQUIREMENT, AND WHY IT IS RESISTED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baseline has to be the best cheap alternative, tuned with the same effort as your system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 untuned baseline against a tuned system is not a comparison.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resisted because a strong baseline sometimes wins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that is a result worth having, since it saves the cost of the complicated system.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replication literature is unambiguous: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substantial share of reported gains disappear when baselines are tuned equally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across several subfields.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Project 2 grades the baseline first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because an unbeaten strong baseline is a finding and a beaten weak one is not.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Generation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the measurement is genuinely unsolved.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638 · Natural Language Processing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generation metrics, and what each misses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35661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Measures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10528" y="1901952"/>
            <a:ext cx="4663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0256" y="19568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Misses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BLEU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N-gram overlap with references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10528" y="2377440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0256" y="24140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Any correct paraphrase; meaning entirely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ROUGE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35661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Overlap, recall-oriented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10528" y="2852928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0256" y="2889504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same, plus factual correctness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BERTScore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Embedding similarity to references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10528" y="3328416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0256" y="3364992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Factuality; and it inherits the model's biases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Perplexity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803904"/>
            <a:ext cx="35661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840480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Model fit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10528" y="3803904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20256" y="3840480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Usefulness (M03 §3)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LLM-as-judge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44368" y="4279392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54096" y="4315968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Another model's preference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10528" y="4279392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20256" y="4315968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Calibration; and it prefers its own style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Human rating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44368" y="4754879"/>
            <a:ext cx="35661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054096" y="4791455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What a rater thought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10528" y="4754879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20256" y="4791455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Consistency, unless the protocol is tight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10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judge-model problem deserves naming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 SPECIFIC CAUTION ABOUT A POPULAR METHOD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Using a strong model to score outputs is cheap, fast, and correlates with human judgement better than overlap metrics do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why it spread quickly, and the correlation is real.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has specific biases: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preference for longer answers, for its own stylistic conventions, and for the first option presented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all measured, and all correctable only partially.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means it cannot evaluate a competitor fairly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if that competitor writes differently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certainly cannot evaluate factuality it does not itself know.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use it for development and triage, calibrate it against human judgement on a sample, and report that calibration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almost nobody does and which is what would make the method trustworthy.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Error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step that changes decisions.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638 · Natural Language Processing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to do it so it is worth the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Read at least twenty errors individually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, with the input, the prediction, and the correct answer side by side.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Let the categories come from the data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, not from your expectations —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which is the whole point, and the step people skip by starting with a taxonomy.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Count the categories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, so you know which is worth fixing — and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the distribution is usually much more skewed than anticipated.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Check the labels while you are there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, because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a meaningful fraction of 'errors' are annotation mistakes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in most datasets.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And look at the </a:t>
            </a:r>
            <a:r>
              <a:rPr sz="1650" b="1" i="1">
                <a:solidFill>
                  <a:srgbClr val="3C4555"/>
                </a:solidFill>
                <a:latin typeface="Calibri"/>
              </a:rPr>
              <a:t>confident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 errors specifically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, which are the dangerous ones and the most diagnostic.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Reading twenty errors is a better use of an hour than any hyperparameter sweep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and it is the only method that finds a mislabelled test set.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benchmark contamination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pretrained model may have seen your test set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it was trained on a crawl of the web and your benchmark is published on the web.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inflates scores in a way that is hard to detect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impossible to rule out without access to the training data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you generally do not have.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prefer a test set you constructed, from data after the training cutoff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or at minimum check for verbatim overlap and report what you checked.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treat public benchmark scores as weak evidence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ranking may reflect exposure rather than capability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your own held-out data is worth more than a leaderboard position.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Derive the metric from the decision the output supports, because a standard metric measures what was convenient to measure.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Split by the unit you generalise over, and check for near-duplicates — which silently ruin text experiments.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Train on corrupted input: if the score holds up, the task has an artefact rather than requiring the ability you named.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 substantial share of reported gains disappear when baselines are tuned equally, so an unbeaten strong baseline is a finding.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Every generation metric misses factual correctness, which is the thing that matters for most applications.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Reading twenty errors is a better use of an hour than any hyperparameter sweep, and it is the only way to find a mislabelled test set.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638 · Natural Language Processing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