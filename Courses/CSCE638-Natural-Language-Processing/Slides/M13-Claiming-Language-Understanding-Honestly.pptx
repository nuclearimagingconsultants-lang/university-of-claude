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human-level overclaim does the most damage in public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shared-concern framing is the semester's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Language Understanding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model's performance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benchmark result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defensible system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676 and CSCE 670.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you would need to claim understanding.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score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it is narrow.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benchmark score is a statement about that dataset, that metric, and that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establishes that this model, under this decoding configuration, scored this on these examples by this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four clauses, and none of them optional.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establish generalisation to your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unless your data is distributed like the benchmark's — which is an empirical question with a usually negative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does not establish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ability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the benchmark is named after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benchmark may be solvable by an artefact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§2's shortcut check).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Nor does it rule out contamination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high score on a public benchmark is weak evidence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your own held-out data is stronger.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model understands X'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produces text consistent with understanding X on these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achieves human-level performance'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this dataset, by this metric, against these annotators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can reason'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produces reasoning-shaped text; check whether the steps are load-bearing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knows that P'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asserts P here; check whether it asserts ¬P when asked differently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'Hallucination is being solved'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Rates fall; the mechanism is structural (M12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scored 90%'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 which decoding, which prompt, and what variance? (M09, M08 §3)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Claims you can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form to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Defensible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'On 2,000 held-out examples from our own data, F1 is 0.84 against a tuned BM25 baseline of 0.71, with a 95% interval of ±0.02.'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Checkable in every clause.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'Performance on dialectal inputs is 7 points lower; the sample is 300 examples.'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Disaggregated, with the sample stated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'On questions our corpus cannot answer, it abstains 62% of the time and fabricates 38%.'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measured failure 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'Results are with top-p 0.9 at temperature 0.7, averaged over five prompts; variance across prompts is 3 points.'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And: 'we have not evaluated on inputs longer than 500 tokens, or in any language but English.'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one is the limitation statement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what distinguishes a system report from a demonstration — which is Project 2's hardest-graded requirement.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question, treated carefully.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position on understanding is that the question is not settled and the evidence is specific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BOTH OVERCLAIM AND DISMISSAL ARE UNSUPPORTED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'It is just predicting the next token' understates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Predicting text well requires representations that support generalisation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probing finds structure — syntax, factual relations, and spatial information — in the activations.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'It understands language' overstates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Performance is brittle to paraphrase, sensitive to formatting, and inconsistent under rephrasing of the same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not the profile of robust understanding.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useful move is to stop asking the general question and test specific capabilities: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the behaviour consistent under paraphrase? does it transfer to a novel composition? are the reasoning steps load-bearing?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of those is measurable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measuring them is more informative than any position on the general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this course asks you to put the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tests that discriminate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Paraphrase consistency.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Ask the same question five ways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a model that answers differently has not represented the question.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Counterfactual sensitivity.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Change the fact the answer depends 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and check the answer changes.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Compositional generalisation.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Test a novel combination of familiar parts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where systems reliably break.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Load-bearing reasoning.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Corrupt an intermediate step and see whether the answer changes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if not, the steps were decoration.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contamination control: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construct the test after the training cutoff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or accept that you cannot rule it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load-bearing test is the sharpest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reasoning-shaped text that does not affect the answer is a presentation, and the test is cheap.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where this course 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Shared concern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Language as input and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Evaluation that measures the right 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Finding structure at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Patterns that are real versus found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Satisfying an information need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Relevance as a judgement, not a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explain the arc from counting to attention to pretraining, and say what each step bought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more durable than any current architecture.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build a system: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choose and adapt a pretrained model, decode deliberately, retrieve when the knowledge is external, and evaluate against a baseline that is hard to beat.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the characteristic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fluent, confident, and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along with why it is structural and what reduces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dataset, the metric, the decoding, and the inputs you did not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'it understands' names none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benchmark score is a statement about that dataset, metric, split, and decoding configuration — all four clauses.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'Human-level performance' is the most consequential overclaim, because the human comparison was on the same narrow distribution.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'It is just predicting the next token' understates it and 'it understands language' overstates it; both are unsupported.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Stop asking the general question and test specific capabilities, each of which is measurable.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load-bearing test is the sharpest: corrupt an intermediate step and see whether the answer changes.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All three Semester 10 courses are about measurement, because in each the thing you want is a human judgement and the thing you have is a proxy.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