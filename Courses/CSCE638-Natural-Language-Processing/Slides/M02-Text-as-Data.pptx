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both-at-once property is why subwords took 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frequency-only point is what produces every failure in Part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638 — Natural Language 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Text as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Tokenisation, and why it is not a solved detail.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638 · Module 02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tokenisation is a modelling decision.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subword algorithms and what they buy.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failure modes tokenisation causes.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normalisation and what it destroys.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Inspect a tokeniser's actual output.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There is no language-independent notion of a word.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Whitespace is not a word boundary, and a word is not a unit of meaning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THE OBVIOUS APPROACH FAILS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Chinese and Japanese are written without spaces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whitespace splitting produces nothing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German compounds and Turkish agglutination produce single 'words' carrying a sentence's worth of meaning.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even in English: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'New York' is one concept in two words; 'don't' is two words in one; and 'state-of-the-art' is anyone's guess.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question 'what is a word' has no language-independent answer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means tokenisation is a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modelling decision with consequences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rather than a preprocessing detail.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the decision made earliest and revisited least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every model in this course inherits its tokeniser's limitations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Part 3 covers what those turn out to be.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granularities, and what each trades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Unit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Advantage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Characters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unknown tokens ever; tiny vocabulary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Very long sequences; little meaning per unit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Words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Units carry meaning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Huge vocabulary; unknown tokens guaranteed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Subwords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unknowns, bounded vocabulary, frequent words intact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Splits are statistical, not morphological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Bytes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Universal; handles any script and any encoding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94576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Longest sequences; no linguistic alignment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Subword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How the vocabulary is learned.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Byte-pair encoding, which is the one to understand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TRAINING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1. start with the vocabulary of single characters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2. count every adjacent pair in the corpus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3. merge the most frequent pair into one token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4. record the merge; repeat to the target size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INFERENCE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apply the recorded merges in the same order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SO: frequent sequences become single tokens, and rare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ones remain split into pieces. "the" is one token;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an unusual surname is five.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THE VARIANTS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WordPiece    merges by likelihood gain rather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         than raw frequency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Unigram      starts large and prunes, keeping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         the most probable segmentation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SentencePiece treats the input as raw bytes, so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         no pre-tokenisation is needed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AND FREQUENCY IS THE ONLY CRITERION -- which is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Part 3's whole problem.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Frequency is the only criterion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so the segmentation reflects the training corpus rather than the language's structure.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it breaks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Real failures traceable to tokenisation.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FAILURES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consequences, which are not minor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Arithmetic.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Numbers split inconsistently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— '1234' may be one token or three, depending on frequency —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which makes digit-level reasoning hard for reasons that have nothing to do with arithmetic.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Character-level tasks.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A model that never sees individual letters struggles to count them or reverse a word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, which looks like a reasoning failure and is a representation failure.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Low-resource languages.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A tokeniser trained mostly on English splits other scripts into many more tokens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— so the same meaning costs more context and more money (Module 12 §2).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Spelling and morphology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— related words get unrelated token sequences, so the model must learn the relation from scratch.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And prompt sensitivity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a trailing space changes the tokenisation and therefore the output.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low-resource point is the one with the clearest equity consequence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identical content costs several times more tokens in some languages than in English.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Which means some apparent reasoning failures are tokenisation failures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 DIAGNOSTIC HABIT WORTH HAVING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When a model fails at counting characters, comparing numbers, or manipulating spelling, check the tokenisation before concluding anything about reasoning.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Because the model may genuinely not have access to the information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if '1234' is a single opaque token, the digits are not separately represented at all.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fix is frequently a representation change rather than a model change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splitting digits individually, or restating the task.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a specific instance of a general habit: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before attributing a failure to the model's capability, check whether the input representation made the task possible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13 §1).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Normalisation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what each step throws away.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NORMALISATION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steps, and what each destroys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Lowercasing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loses the distinction between 'Apple' and 'apple', 'US' and 'us'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matters for entity recognition and barely at all for topic classification.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Unicode normalisation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is nearly always right, since visually identical strings should be one thing — and it is the step most often omitted.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Stripping punctuation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loses sentence boundaries, negation cues, and the difference between a statement and a question.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Stemming and lemmatisation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conflate inflections, which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helps a sparse count-based model and is unnecessary for a model with learned subwords.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removing stopwords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destroys exactly the function words that carry syntax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appropriate for retrieval, harmful for anything compositional.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Every step is lossy, and the right choice depends on the task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is why the classical preprocessing recipe is wrong for neural models and was right for the models it was designed for.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practical instruction: read your tokeniser's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Print the tokens for twenty inputs from your actual data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including the longest, the shortest, the numeric, the non-English, and the badly formatted ones.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will find something surprising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word split into six pieces, a number tokenised inconsistently, an emoji consuming four tokens, or your domain's key term fragmented.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that finding changes decisions: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sequence length budgets, cost estimates, and whether a domain-specific vocabulary is worth training.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five minutes of work that nobody does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the cheapest diagnostic in this course.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There is no language-independent notion of a word, so tokenisation is a modelling decision rather than a preprocessing detail.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Subwords won because they bound the vocabulary and eliminate unknown tokens at the same time, which was previously a trade.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Frequency is BPE's only criterion, so the segmentation reflects the training corpus rather than the language's structure.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Some apparent reasoning failures are tokenisation failures — check the representation before concluding anything about capability.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 tokeniser trained mostly on English makes identical content cost several times more tokens in other languages.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Every normalisation step is lossy, which is why the classical recipe is wrong for neural models and was right for count-based ones.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