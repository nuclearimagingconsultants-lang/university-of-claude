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Returning to this table at each module is the course's organising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critique motivates everything from Module 05 onward.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638 — Natural Language Processing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What Is Hard About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Four properties, and the whole course as a response.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638 · Module 01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discreteness and what it costs.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compositionality and ambiguity.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structure is not given.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Map each course technique to the property it addresses.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some tasks are harder than their framing suggests.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Four properties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Each of which forces a technique.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four properties, and the response to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Why it is hard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663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The response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Discrete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No natural distance between words; the vocabulary is open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Learned embeddings and subwords (M02, M04)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Compositional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Meaning depends on combination, not on the bag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Sequence models and attention (M05, M06)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Ambiguous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At every level, and resolved by context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663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Contextual representations (M07)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Unstructured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The syntax and semantics are latent, not labelled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663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4439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Pretraining on raw text (M07)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Discreteness is the one that shapes everything downstream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FIRST PROBLEM IS REPRESENTATION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Pixels have a natural metric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two similar colours are numerically close, so a convolution over them means something (CSCE 636 §05).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Words do not.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'Cat' and 'dog' are no closer than 'cat' and 'thermodynamics' under any encoding you get for free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a one-hot vector makes every pair exactly equidistant, which discards all the structure you needed.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vocabulary is open.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New words appear constantly, so a fixed vocabulary guarantees unknown tokens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at inference — which is Module 02's subword answer.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first problem in NLP is representation rather than modelling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nearly all of the field's progress has come from better representations rather than better classifiers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single most useful generalisation about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Ambiguity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At every level, simultaneously.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AMBIGUITY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levels, with an example at each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LEXICAL     "bank" -- financial or riverside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MORPHOLOGICAL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"unlockable" -- cannot be locked, or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able to be unlocked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SYNTACTIC   "I saw the man with the telescope"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-- who had it?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SCOPE       "every student read a book" -- one book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or one each?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REFERENCE   "the trophy did not fit in the suitcase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because it was too large" -- which?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PRAGMATIC   "can you pass the salt?" -- not a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question about ability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AND THEY INTERACT. Resolving the syntax may require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knowing the word sense; knowing the sense may require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the syntax.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WHICH IS WHY the pipeline architecture (tokenise,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tag, parse, then interpret) loses to joint models: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each stage needs information the later stages have.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interaction is the real difficulty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the argument against the classical pipeline and for end-to-end models.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Ambiguity is resolved by context, which is why context length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CONNECTION TO THE ARCHITECTURES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Nearly every ambiguity above is resolved by surrounding text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sometimes a word away, sometimes a paragraph away, and sometimes by knowledge not in the text at 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sets the architectural requirement: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representation of a word must depend on its context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fixed vector per word type cannot disambiguate 'bank' (Module 04 §4).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explains why context length is a headline number.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model that can only see five words cannot resolve a reference twenty words back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however good its parameters.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Module 04's static embeddings, Module 05's recurrence, and Module 06's attention are three successive answers to the same requirement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the course is ordered historically.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missing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where the supervision comes from.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Language has rich structure and almost no labels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PROPERTY THAT MADE PRETRAINING INEVITABLE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Syntax, semantics, discourse, and world knowledge are all present in text and none of them are annotated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hand-annotating them is expensive, slow, and produces datasets of thousands rather than billions of examples.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the text itself is abundant.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makes self-supervision the obvious move: construct a prediction task from the text alone, and the structure has to be learned to solve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'Predict the next word' requires syntax, semantics, and a great deal of world knowledge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a model trained only on that acquires representations useful for tasks it never saw (Module 07).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single most consequential idea in modern NLP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follows directly from this property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from any architectural insight.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Harder than it looks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Tasks whose framing understates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Where a simple framing hides the difficulty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Sentiment classification sounds easy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and includes sarcasm, negation at a distance, mixed sentiment, and comparative statements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each of which needs composition rather than keywords.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Named entity recognition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requires knowing that a sequence of ordinary words is a title, which is world knowledge rather than a pattern.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Coreference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requires the physical and social reasoning of the trophy example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not in the sentence.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Translation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requires choices the source language did not make: grammatical gender, formality, and definiteness, all unspecified in the input.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summarisation has no single correct answer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which makes it an evaluation problem as much as a modelling one (Module 10 §3).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pattern is that each task needs information not present in its input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why pretraining on everything helps more than task-specific architecture.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to read this course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ORIENTATION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02 to 04 address representation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tokenisation, counting, and learned dense vectors, which is the discreteness row.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05 to 07 address composition and context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recurrence, attention, the transformer, and pretraining, which is the middle two rows and the fourth.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Modules 08 to 11 are practice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adaptation, decoding, evaluation, and retrieval, which is where a real system is built.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Modules 12 and 13 are about failure and about honest claims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are not an appendix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a fluent wrong answer is the characteristic failure of everything built in this course.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638 · Natural Language Processing  —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Language is discrete, compositional, ambiguous, and unstructured, and every technique in the course answers one of those four.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Words have no natural metric and one-hot encoding makes every pair equidistant, which discards exactly the structure you needed.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Nearly all of the field's progress came from better representations rather than better classifiers.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Ambiguity levels interact, which is the argument against the classical pipeline and for joint, end-to-end models.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Language has rich structure and almost no labels, which is why self-supervision was inevitable rather than clever.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Each apparently simple task needs information not present in its input, which is why pretraining on everything beats task-specific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638 · Natural Language Processing  —  Module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