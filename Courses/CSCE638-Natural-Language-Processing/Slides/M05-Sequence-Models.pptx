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CSCE 636's convolution weight sharing — same idea, different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residual-connection parallel makes gating 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copy task is the cleanest demonstration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Sequence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Recurrence, and the problem it could not solve.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recurrent formulation and its appeal.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vanishing gradients and why depth in time is different.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gating and what it buys.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remaining limitations that attention fixed.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Demonstrate a long-range failure experimentally.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Recurrence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obvious idea, and it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hₜ = σ(W_h hₜ₋₁ + W_x xₜ +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hidden state, updated by the same weights at every step. The state is the entire memory.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yₜ = g(W_y hₜ)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Output from the current state, so a prediction is available at every position.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parameters independent of sequence 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the appeal: one set of weights handles any length, and shares statistical strength across positions.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Weight sharing across time is the point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same parameters apply at position 3 and position 300, which is what makes variable length tractable.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state is a fixed-size summary of an unbounded past, which is the whole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THE LIMITATION COMES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Everything the model knows about the first 300 tokens must fit in one vector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vector is overwritten, partially, at every step.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hard information bottleneck.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fixed-dimensional state cannot retain arbitrary amounts of detail about an arbitrarily long prefix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something must be discarded.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model has to learn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what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to discard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it does imperfectly, and which depends on information about the future it does not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recurrence is theoretically sufficient and practically limited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recurrent network is a universal sequence approximator and still cannot be trained to use its own capacity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Vanishing gradients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depth in time is worse than depth in layers.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signal dies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Backpropagating from step t to step t-k multiplies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by the recurrent Jacobian k times: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dL/dh_{t-k} ~ (W_h)^k  x  (activation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               derivatives)^k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SO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largest eigenvalue &lt; 1  -&gt;  vanishes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largest eigenvalue &gt; 1  -&gt;  explodes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NEITHER IS A STABLE MIDDLE. The exponent is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distance in time, so a 100-step dependency needs 100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multiplications to survive.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PARTIAL FIXES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gradient clipping          stops exploding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careful initialisation     delays vanishing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shorter truncation windows cheaper, and gives up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               the long range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and gating (Part 3), which is the real one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COMPARE CSCE 636 Module 04: a residual connection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fixes depth in LAYERS by adding an identity path.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Gating is the same move, along the time axis.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exponent is the distance in time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why this is qualitatively worse than ordinary depth.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additive path through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LSTM adds a cell state the network can carry forward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GATES ACTUALLY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forget gate decides what to drop from the cell state, the input gate what to add, and the output gate what to expose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learned, and all conditioned on the input and the previous state.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cell state's update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additive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gives the gradient a path with multiplier near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can travel far without vanishing.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the residual connection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636 §04)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applied along the time axis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recognising that is what makes gating memorable rather than arbitrary.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GRUs do the same with fewer gates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perform comparably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suggests the additive path mattered and the specific gate arrangement mattered less.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gating still did not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Sequential computation.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Step t needs step t−1, so the sequence cannot be parallelised during training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caps the model and data size you can afford.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bottleneck is relieved, not removed.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Long dependencies still degrade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just more slowly — and the degradation is gradual rather than cliff-edged, which makes it easy to miss.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path length between two positions is still O(distance)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so the model must route information through every intervening step.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specific thing attention fixes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06):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constant-length path between any two positions.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parallelism, as a second unrelated benefit.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two benefits of attention are independent: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constant path length addresses quality, and parallelism addresses scale — and the second is arguably why it won.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Demonstrating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you should see the failure yourself.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task that isolates long-range dependence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COPY TASK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input:  a random sequence, a delimiter, then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    blanks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target: reproduce the sequence after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    delimiter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vary the gap. Accuracy against gap length is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measurement.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WHY IT ISOLATES THE PROPERTY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nothing about the task is hard except carrying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information across the gap. No syntax, no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semantics, no ambiguity.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WHAT YOU SHOULD SEE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 plain RNN fails at modest gaps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an LSTM succeeds much further and then degrades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 single attention layer handles it flatly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THIS IS PROJECT 1's REQUIREMENT -- construct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task, measure the curve, and report where each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model breaks. Asserting the failure is not enough.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Isolating one property is what makes an experiment informative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is a transferable experimental habit.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where recurrence still appears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Streaming and online settings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you cannot see the whole sequence — recurrence is naturally incremental and attention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Very long sequences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attention's quadratic cost is prohibitive — which is why the state-space and linear-attention families revived recurrent ideas.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Small models on constrained hardware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the parameter and memory cost matters more than the last increment of quality.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 that attention replaced recurrence for the dominant case rather than for all cases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recurrent formulation is worth understanding because the arguments recur.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Weight sharing across time is recurrence's appeal — one parameter set for any length, which is the same move as convolution on a different axis.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hidden state is a fixed-size summary of an unbounded past, which is a hard information bottleneck.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gradient's exponent is the distance in time, which makes depth in time qualitatively worse than depth in layers.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Gating gives the gradient an additive path, which is the residual connection argument applied along the time axis.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Attention's two benefits are independent: constant path length addresses quality, and parallelism addresses scale.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Isolate one property in an experiment — the copy task is hard only in carrying information across a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