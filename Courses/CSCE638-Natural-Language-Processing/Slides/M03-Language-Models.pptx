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 that the chain rule is not the approximation.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Francisco example is what makes Kneser-Ney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incomparability point is what people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focus on sharing rather than on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Language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Predicting the next token, and why that is enough.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language model and state what it is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n-gram models, sparsity, and smoothing.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perplexity and its limitations.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neural formulation generalises.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evaluate both kinds.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distribution over continuations.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language model computes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P(w₁ … wₙ) = ∏ᵢ P(wᵢ | w₁ … wᵢ₋₁)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chain rule. A distribution over sequences, factored into next-token predictions.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n-gram: P(wᵢ | w₁ … wᵢ₋₁) ≈ P(wᵢ | wᵢ₋ₖ … wᵢ₋₁)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Markov assumption: only the last k tokens matter. False, and tractable.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neural: P(wᵢ | context) = softmax(f(context))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learned function of the whole context, so no independence assumption is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factorisation is exact; the approximation is in how much context you condition 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whole difference between the two families.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language model is a model of the data, and it turns out to be a model of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OBJECT IS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Nothing about predicting the next token mentions translation, summarisation, or question answering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yet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sufficiently good next-token predictor can do all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each can be phrased as a continuation.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observation the field was built 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'Translate to French: hello →' has a correct continuation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model that predicts continuations well translates.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training signal is 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§3) — any text is a labelled example of 'what comes next', which is why these models scaled when supervised ones could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is worth being precise about what follows: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model is optimised for plausible continuation, not for correctness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distinction is Module 12 §3's whole subject.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Counting, and its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n-grams plateau.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SPARSITY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problem that smoothing exists to manage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P(w | context) = count(context, w) / count(context)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MOST COUNTS ARE ZERO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20,000-word vocabulary gives 8 x 10^12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possible trigrams. No corpus covers them.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So an unseen trigram gets probability 0,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whole sequence gets probability 0.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SMOOTHING, in increasing sophistication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add-one         simple, and badly biased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back-off        use the shorter context when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the longer one is unseen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interpolation   mix all orders with learned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weights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Kneser-Ney      back off by how many DISTINCT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contexts a word appears in,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not by its raw frequency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KNESER-NEY'S INSIGHT: "Francisco" is frequent but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appears almost only after "San", so it is a poor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back-off candidate. Diversity of context beats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frequency.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Kneser-Ney's insight is the best idea in classical language modelling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a statement about generalisation rather than about counting.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real limit is that counting cannot generalise across similar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NEURAL MODELS REPLACED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Having seen 'the cat sat on the mat' a thousand times tells an n-gram model nothing about 'the dog sat on the rug'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contexts are different strings, so the counts are unrelated.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§1's discreteness arriving as a concrete modelling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is no notion of similarity between contexts, so every context must be observed.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smoothing does not fix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Smoothing redistributes probability mass to unseen events; it does not transfer what was learned about one word to a similar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neural formulation's advantage is sharing: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'cat' and 'dog' get nearby vectors, so evidence about one informs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04's subject and the reason for the whole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standard metric, and what it does not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PERPLEXITY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metric, and how to read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PP = exp( −(1/N) Σᵢ log P(wᵢ | context)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exponentiated average negative log likelihood per token on held-out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PP = 100  ⟺  as uncertain as choosing uniformly among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interpretation: an effective branching factor. Lower is better.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PP depends on the tokenisation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two models with different tokenisers are not comparable by perplexity at all (Module 02).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tokenisation dependence is the trap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perplexity numbers are comparable only within a fixed vocabulary and a fixed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perplexity does not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measure usefulness.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model with lower perplexity can be worse at your task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correlation is positive and far from perfect.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dominated by the frequent, easy tokens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function words and punctuation — so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large improvement there can mask no improvement on content.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incomparable across tokenisers and across test sets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makes most published comparisons harder to read than they appear.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rewards hedging.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model that spreads probability broadly scores better than one that commits and is occasionally wrong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not always what you want.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use it for development and report task metrics for claims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'Dominated by the easy tokens' is the limitation that matters most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means perplexity improvements can be real and irrelevant at the same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neural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it fixed.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NEURAL 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architecture, in its simplest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1. look up an embedding for each context token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2. combine them somehow (concatenate, average, or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a sequence model -- Modules 05 and 06)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3. a hidden layer or several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4. a softmax over the vocabulary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WHAT THIS BUYS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similar words share parameters, so evidence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transfers between them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the context can be arbitrarily long, in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principle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and the model size does not grow with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number of observed contexts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WHAT IT COSTS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the softmax over a large vocabulary is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expensive part -- which is why sampled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softmax, hierarchical softmax, and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subword vocabularies all exist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and it needs much more computation per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prediction than a table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Parameter sharing between similar words is the whole gain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everything else here is machinery to make it affordable.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where the course's arc begins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04 asks where the embeddings come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finds that they can be learned from co-occurrence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05 asks how to combine a variable-length context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finds that recurrence works and forgets.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06 replaces recurrence with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fixes the forgetting and parallelises.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Module 07 observes that the resulting model, trained at scale on this same objective, is useful for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where the field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chain rule factorisation is exact; the approximation is in how much context you condition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Nothing about next-token prediction mentions any task, and a sufficiently good predictor does all of them — which is the observation the field was built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model is optimised for plausible continuation rather than for correctness, which is the source of its characteristic failure.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Counting cannot generalise across similar words, and smoothing redistributes mass rather than transferring evidence.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Perplexity is dominated by frequent easy tokens and is incomparable across tokenisers, so improvements can be real and irrelevant.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Parameter sharing between similar words is the entire gain of the neural formulation.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