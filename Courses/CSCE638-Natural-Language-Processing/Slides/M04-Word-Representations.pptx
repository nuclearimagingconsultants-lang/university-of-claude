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Levy and Goldberg's result is the one to cite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Word Representations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Meaning from co-occurrence, and the limits of one vector.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distributional hypothesis and its scope.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the embedding objectives work.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the geometry does and does not encode.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one vector per word is insufficient.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Train and probe embeddings.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empirical claim that turned out to be productive.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Words appearing in similar contexts tend to have similar meanings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DISTRIBUTIONAL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an empirical claim rather than a definition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true enough to be extremely useful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only standard that matters 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converts an apparently semantic problem into a counting problem: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represent a word by the distribution of contexts it occurs in, and similar words get similar representations.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solves Module 03 §2's generalisation failure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'cat' and 'dog' now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are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close, so evidence transfers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does so without any labelled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limit is in the word 'tend'.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Antonyms occur in near-identical contexts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'hot' and 'cold' come out similar — which is correct distributionally and wrong semantically, and is Part 3's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ways to get there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COUNT AND FACTORISE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build a word x context count matrix, reweight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it (PPMI), and reduce the dimension (SVD).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Classical, interpretable, and it works.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PREDICT (word2vec)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skip-gram: given a word, predict its context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CBOW:      given the context, predict the word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trained with negative sampling, so the softmax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over the vocabulary is avoided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GLOBAL + LOCAL (GloVe)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fit the vectors so that the dot product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predicts the log co-occurrence count directly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THEY ARE CLOSELY RELATED: skip-gram with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negative sampling is implicitly factorising a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shifted PMI matrix. The prediction framing and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counting framing are the same thing viewed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differently.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equivalence result matters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means the neural framing was a better optimiser rather than a different idea.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space encodes.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get, and what to be careful about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Nearest neighbours are genuinely meaningful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the neighbours of 'Paris' are other cities, which is a real and useful result from counting alone.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Directions encode relations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approximately — the vector offset between a country and its capital is roughly consistent across pairs.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analogy arithmetic works, with caveats: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standard evaluation excludes the three input words from the answer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without which many analogies return an input instead.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the structure is real and weaker than the famous demonstrations suggest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worth knowing before building on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space has no notion of negation, quantification, or composition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it is a similarity space, not a semantics.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excluded-inputs caveat is the honest footnote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on the most-cited result in the area — and it is routinely omitted.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gets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failures, all structural.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One vector per word type cannot represent a word with two meanings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DECISIVE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'Bank' has a single vector, which must serve both the financial and the riverside sense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it ends up somewhere between them, representing neither.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01 §2's lexical ambiguity, unresolved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resolution requires the representation to depend on the sentence rather than only on the word.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same applies to any word whose meaning shifts by domain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'cell', 'charge', 'model' — which is most interesting vocabulary.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is the limitation that forced contextual representations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a limitation of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object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not of the training method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no better objective fixes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other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Antonyms are distributionally similar.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'Hot' and 'cold' appear in nearly identical contexts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they are near neighbours — which is catastrophic for sentiment and for entailment.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embeddings encode the corpus's social biases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measurably — occupational, gendered, and racial associations appear in the geometry because they appear in the text (Module 12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not a bug in the method: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method faithfully represents the distribution it was given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distribution contains the bias.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debiasing the vectors treats a symptom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measured result is that it hides the association rather than removing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a general warning about post-hoc corrections.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'Faithfully represents the distribution it was given' is the sentence to remember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applies to every model in this course, not only to embeddings.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when they are still the right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static embeddings still earn their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When you need speed.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lookup table is approximately free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a contextual model is not — which matters at retrieval scale (CSCE 670).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When you have little data.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Pretrained embeddings plus a simple classifier is a strong, cheap baseline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Module 10 §2 requires you to beat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 analysis.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Measuring semantic change over time, or bias in a corpus, is easier with one vector per word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than with a contextual model.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for initialisation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was their original role and is now largely superseded.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But for anything compositional or ambiguous, use contextual representations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baseline role is the one to remember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embeddings plus logistic regression is the baseline a great many published systems fail to beat convincingly.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distributional hypothesis is an empirical claim that is true enough to be useful, which converts a semantic problem into a counting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Skip-gram with negative sampling implicitly factorises a shifted PMI matrix, so the prediction and counting framings are the same 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analogy result requires excluding the three input words, and that caveat is routinely omitted.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One vector per word type cannot represent two senses, and that is a limitation of the object rather than of the training method.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Antonyms are distributionally similar, which is catastrophic for sentiment and entailment.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method faithfully represents the distribution it was given, which is why debiasing the vectors hides rather than removes the association.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