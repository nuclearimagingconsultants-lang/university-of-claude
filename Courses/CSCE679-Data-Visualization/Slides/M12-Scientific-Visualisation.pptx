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threshold-is-a-choice point connects this module to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the 647 connection explicit is the point of the module in this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Scientific Visualisation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Fields, volumes, and the return to rendering.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scientific from information visualisation.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scalar field techniques and the transfer function.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volume rendering and its connection to CSCE 647.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vector and tensor field visualisation.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technique for a field and a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about whether the spatial layout is given.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scientific visualisation the positions are given by the data, so the design question is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ORGANISES THIS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information visualisation you choose where the marks go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whole subject of Modules 01 to 07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position channel is yours to assign.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scientific visualisation the positions are given by the physics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temperature field, a flow, a scan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position is already used and the design question is what to do with the remaining channels.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colour, opacity, and geometry carry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04's colour rules become the central design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one among several.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central problem is occlusion: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three-dimensional field has interior structure, and anything in front hides what is behind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3's subject and is what volume rendering exists to solve.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Scalar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value per point, in two or three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techniques, and what each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2D FIELDS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colour map            the whole field, with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Module 04's rules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contour lines         specific level sets,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precisely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both together         the standard and usually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the right answer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3D FIELDS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slices                a 2D field at a chosen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plane. Simple, exact,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it shows only the plane.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isosurfaces           the surface where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field equals a chosen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value. Shows one level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crisply; hides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everything else.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direct volume         accumulate colour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rendering             opacity along a ray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through the whole volume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(Part 3)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THE ISOSURFACE'S THRESHOLD IS THE WHOLE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PICTURE. Change it and the structure changes, which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makes it the same kind of undisclosed choice as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bin size (Module 11 section 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An isosurface's threshold is the whole picture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makes it the same kind of undisclosed analytical choice as a bin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Contours and colour together, because they answer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STANDARD COMBINATION IS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colour map shows the whole field at once and reads the values imprecisely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rank six (Module 02 §1) — which suits seeing the overall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Contour lines show specific levels exactly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labelled contour is a position-encoded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they show nothing between the levels.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combination gives the overall shape and the precise levels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topographic maps have used both for two centuries.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contour spacing is a choice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evenly spaced contours convey the gradient through their density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 elegant free channel and is lost if the spacing is irregular.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Volume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CSCE 647's ray marching, applied to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VOLUME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integral, and where you have seen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 = ∫ c(s) · α(s) · exp(−∫₀ˢ α(t) dt) 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Accumulate emitted colour along the ray, attenuated by the opacity in front of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discretised: C ≈ Σᵢ cᵢ αᵢ ∏ⱼ&lt;ᵢ (1 − αⱼ)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front-to-back compositing — exactly the same recurrence as alpha blending.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this is CSCE 647's participating-media integral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same equation, with a measured scalar field in place of a physical density.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This is CSCE 647's volume rendering equation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same ray marching, with measured data in place of a physical medium.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transfer function is the design, which makes it the hard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VOLUME RENDERING IS DIFFICULT TO USE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transfer function maps the scalar value to colour and opacity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determines what is visible, what is transparent, and therefore what the image shows.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picture is a function of a choice nobody can see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transfer functions on the same volume produce images with different apparent structures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both of them renderings of the same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designing one is genuinely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mapping from a one-dimensional value to four output channels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opacity's effect being non-local because of the accumulation.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requirement is to publish the transfer function alongside the image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this module's version of Module 11 §4's four statements, and is equally rarely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Vector and tensor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data has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techniques, and what each loses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Arrow glyphs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direction and magnitude per sample point.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Simple, and it clutters immediately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has a sampling artefact: the glyph positions are a grid you chose.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Streamlines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curves tangent to the field, which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show the structure far better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lose the magnitude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unless it is encoded on colour or width.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Line integral convolution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texture smeared along the field, which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shows the direction everywhere densely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is beautiful and is hard to read quantitatively.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seed placement is the design for streamlines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uniform seeds give uneven coverage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field concentrates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With tensor fields harder still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usually reduced to glyphs or to derived scalars.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Seed placement is the streamline design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uniform seeds produce dense bundles and empty regions, which is a picture of the seeding rather than of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connection back to the graphics 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Volume rendering is CSCE 647's ray marching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isosurface extraction is a geometry problem CSCE 620's computational geometry addresses, and the whole pipeline is a rendering pipeline.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this module's techniques are implemented with the tools of that track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performance work is the same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acceleration structures, early ray termination, and GPU parallelism.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difference is entirely in the objective: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647 wants the image to be physically correct, and this module wants it to be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readable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different and sometimes conflicting goal.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scientifically useful volume rendering may look physically wrong on purpose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exaggerated opacity, non-physical colour, clipped regions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correct, because the objective is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 scientific visualisation the positions are given by the physics, so position is already used and colour carries everything.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central problem is occlusion, which is what volume rendering exists to solve.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 isosurface's threshold is the whole picture, which makes it the same kind of undisclosed choice as a bin size.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Evenly spaced contours convey the gradient through their density, which is a free channel lost by irregular spacing.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volume rendering integral is CSCE 647's participating-media equation with measured data in place of a physical medium.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transfer function determines what the image shows, so it should be published alongside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