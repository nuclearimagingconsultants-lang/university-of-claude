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don't-draw-the-graph option is underused and belongs in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679 — Data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Networks and Hierarchies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Structure the plane does not naturally hold.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679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node-link layout and its limits.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matrix alternative and its trade.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hierarchy layouts and what each preserves.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when a network should not be drawn at all.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representation from the task.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Node-link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obvious representation, and it scales badly.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force-directed layout has no principled reading, and it is the default everywhere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POSITION ON THE FAMILIAR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layout minimises an energy function with no relationship to the data's meaning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position encodes nothing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wastes the highest-ranked channel entirely (Module 02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non-deterministic: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two runs give different pictures of the same graph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means any apparent cluster may be an artefact of the initialisation.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Beyond a few hundred nodes it becomes a hairball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dense region conveying only that the graph is dense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fact better stated as a number.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it is genuinely good for small graphs where the topology is the point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up to perhaps a hundred nodes, where the reader can trace paths and see the 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NODE-LINK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makes one readable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Few enough nodes to trace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the binding constraint, and is roughly one to two hundred.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Position encoding something, where you can.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layered layout for a DAG, or geography, or a computed attribute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all better than a force layout's nothing.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Minimal edge crossings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what most layout algorithms actually optimise and is measurably helpful.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 deterministic layout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the picture is stable across runs and comparable across versions.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together mean: use a force layout for exploration and something principled for publication.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 force layout for exploration and something principled for publication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because a figure that changes between runs cannot support a claim about 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trades path-following for density reading.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adjacency matrix scales where node-link does not, and loses path-following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TRADE, STATED DIRECTLY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Rows and columns are nodes; a cell encodes an edge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layout is deterministic, there is no occlusion, and it scales to thousands of nodes legibly.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row and column ordering is the design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well-ordered matrix makes clusters appear as blocks on the diagonal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readable and quantitative view of community structure (CSCE 676 §07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While an alphabetically ordered matrix shows nothing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03 §4's sorting point with unusually high stakes.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you cannot trace a path in a matrix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following a three-hop connection requires three separate lookups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task node-link does well and the matrix does not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representation, by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764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Trace a 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Node-link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matrix requires a lookup per hop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Find clusters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Ordered matrix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Blocks on the diagonal, quantitatively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Find a high-degree node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Either, or a bar chart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764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737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Degree is a value; a chart beats both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Judge overall density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Matrix, or a number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2764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hairball conveys only density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Compare two graphs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Matrices, same ordering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2764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3737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Node-link layouts are not comparable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Hierarchies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have more options and clearer trades.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HIERARCHIES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layouts, and what each preserves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 node-link tree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depth on position, which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makes the structure clearest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and uses space poorly for wide trees.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 icicle or sunburst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depth on position and size on length or angle, which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shows structure and quantity together.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 treemap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quantity on area, which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uses space efficiently and reads the quantity badly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(rank five) and the structure worse.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an indented list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which is a node-link tree with better space efficiency and no visual overview.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So: a tree for structure, an icicle for both, and a treemap only when the space constraint dominates.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 treemap puts quantity on area, which is rank five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so it is chosen for space efficiency and pays for it in reading accuracy, which should be a deliberate trade.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When not to draw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more often than it is 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Most network questions are about a derived quantity, which belongs on a quantitative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CONCLUSION OF THE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degree distribution, the centrality ranking, the component sizes, the clustering coefficient, and the path length distribution are all numbers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676 §07)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numbers go on position, which is rank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degree distribution on log-log axes answers 'is this heavy-tailed' far better than any picture of the graph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sorted bar chart answers 'who is central' better than a layout.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network diagram is for the questions that are genuinely topological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'how are these connected', 'is there a path', 'what does this neighbourhood look like'.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hairball is a strong signal that the question was not topological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a figure that survived the choice of representation without passing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State the question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check whether it is about the topology or about a derived quantity.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If it is a quantity, plot the quantity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Module 03 §3's derivation argument applied to graphs.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If it is topological and the graph is small, use node-link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with a principled layout.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If it is topological and the graph is large, use an ordered matrix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or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extract and draw the relevant subgraph.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if none of those work, say that the graph is too large to show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an honest finding rather than a failure.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'Too large to show' is an honest finding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the alternative is a figure that implies a structure nobody can verify.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force-directed layout has no principled reading, so position encodes nothing and the highest-ranked channel is wasted.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It is non-deterministic, so any apparent cluster may be an artefact of the initialisation.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An adjacency matrix is deterministic and scales, and the row ordering is the design — clusters appear as diagonal blocks.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You cannot trace a path in a matrix, which is the task node-link does well.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treemap puts quantity on area, which is rank five, so it is a deliberate trade for space efficiency.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hairball is a strong signal that the question was not topological in the first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