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interpolated-gap failure is specific and worth naming.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Uncertainty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thing almost always omitted and almost always decisive.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kinds of uncertainty and their sources.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representations and what each communicates.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error bars are misread.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frequency framings that work better.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Show uncertainty in a figure and test the reading.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is omitted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reasons, which are worth naming.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Uncertainty is omitted because it is harder to draw and because it weakens the figure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ACCOUNT OF A WIDESPREAD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point estimate is one mark and a distribution is several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showing the uncertainty costs channels, space, and clarity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cluttered figure is a real cost.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weakens the apparent finding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uncomfortable half: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trend with its interval shown is visibly less convincing than the same trend alone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author knows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omission is frequently an honest decision with a dishonest effect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author was simplifying and the reader concluded something unsupported.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position this module takes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point estimate drawn without its uncertainty invites a conclusion the data does not support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makes showing it a requirement rather than a refinement.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kinds, which need different treatment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Shown 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measured a sample, not everybody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confidence or credible interval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Measurement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instrument is imprecise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 error bar, or a band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fit could have been different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band, or several fitted draws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Missing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 values are absent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Explicitly — a gap, not an interpolation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Forecast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future has not happened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widening fan, with the width honest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Error bars are misread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Measurably, and in several directions.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Readers do not know what an error bar means, and the convention does not say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STANDARD REPRESENTATION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error bar may show a standard deviation, a standard error, a 95% confidence interval, or a range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these differ by factors of several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the same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figure with unlabelled error bars is not interpretable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large fraction of published figures do not say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which they used.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readers misread even labelled ones: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treat non-overlapping bars as significant and overlapping ones as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wrong in both directions and is a measured finding.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within-the-bar bias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readers judge points inside the bar as more likely than points just outside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as though the interval had a hard boundary, which it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representations that read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gradient or a violin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shows that the density falls off smoothly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rather than implying a boundary.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Several draws from the posterior or from the bootstrap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spaghetti plots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show what plausible alternatives actually look like.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Hypothetical outcome plots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animate through individual plausible datasets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readers interpret measurably better than static intervals.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Quantile dotplots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twenty dots, so the reader counts rather than estimates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Part 3's frequency framing.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explicit gaps for missing data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cheapest and most often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Quantile dotplots let the reader count rather than estimate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counting is a far more reliable operation than reading a density.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Frequency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read more accurately than probability.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People read frequencies better than probabilities, which is a design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FINDING, AND WHAT TO DO WITH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'3 out of 20' is understood more accurately than '15%'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consistently and across populations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figure showing twenty dots with three highlighted is understood better still.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quantile dotplots work: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twenty dots positioned at the quantiles of the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reader counts how many fall beyond a threshold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integrating a density.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transfers to any threshold question: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'will this exceed the limit' becomes 'how many of these twenty are above the line'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counting task rather than an estimation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where the reader has a decision to make, frame the uncertainty as a frequency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671 §01's task-first framing applied to uncertainty.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do, and what to say.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Showing uncertainty usefully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Say which quantity the interval represents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always — which costs a caption clause and is omitted constantly.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Prefer a representation without a hard boundary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(Part 2), since the boundary is the thing readers over-read.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Show the sample size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per group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a box plot and an error bar both hide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which determines how much the interval means.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Never interpolate across missing data silently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asserts measurements that do not exist.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for small denominators, show the uncertainty rather than the point estimate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08 §3).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Showing the sample size per group is the cheapest uncertainty information available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both the box plot and the error bar conceal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Showing uncertainty makes a figure less persuasive and more honest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those pull in opposite directions whenever somebody wants the figure to persuade.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it is omitted, and why omitting it is the subject's commonest honest failure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as distinct from Module 10's dishonest ones.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representations have improved: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gradients, draws, dotplots, and animated outcomes all read better than error bars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were a convention rather than a design.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there is no longer a good excuse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techniques exist, they are implemented in every library, and they read better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leaves only the persuasiveness argument.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point estimate drawn without its uncertainty invites a conclusion the data does not support.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omission is frequently an honest simplification with a dishonest effect.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An error bar may be a standard deviation, a standard error, an interval, or a range, and these differ by factors of several.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Readers treat non-overlapping bars as significant and overlapping ones as not, which is wrong in both directions.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People read frequencies better than probabilities, which is why quantile dotplots let them count rather than estimate.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Showing the sample size per group is the cheapest uncertainty information available, and both box plots and error bars hide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