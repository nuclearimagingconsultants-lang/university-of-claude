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vocabulary makes interaction designable rather than improvised.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679 — Data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Multiple Views and Interaction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More than fits in one figure.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679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small multiples and when to use them.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coordinated views and linked selection.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interaction vocabulary.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interaction costs.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a multi-view figure for a stated task.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Small multiples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strongest technique in the course.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Small multiples put a categorical variable on spatial region, which is the most accurate channel for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WORKS SO WELL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Repeat the same chart once per category, in a grid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puts the category on spatial region,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rank one for categorical data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 §2), with no capacity limit.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comparison works because every panel shares the encoding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same axes, the same scales, the same marks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a reader learns the chart once and reads it n times.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requires the scales to be shared.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Panels with independent axes cannot be compared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are a common and self-defeating default in plotting libraries.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ordering of the panels is a free channel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sort them by something meaningful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the grid itself carries information (Module 03 §4's sorting argument).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SMALL MULTIPLES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when they beat a single dense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When you have more than five to seven categories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past colour's capacity (Module 02 §2).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When the series overlap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would occlude one another in a single panel.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When the task is 'which of these is different'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the grid supports directly and a superimposed chart does not.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But not when the task is a precise pairwise comparison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position on unaligned scales is rank two rather than rank one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so superimposing wins there.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Which is the trade: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superimpose for precise comparison, facet for everything else.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Superimpose for precise comparison, facet for everything else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follows directly from ranks one and two of the quantitative ranking.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Coordinated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Different encodings of the same data, linked.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Several views with linked selection show what no single encoding can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TECHNIQUE, AND THE REASON FOR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 single encoding supports every task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 §2)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show several, each good at a different one, and link the selection between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selecting points in a scatter plot highlights the same records in a histogram, a map, and a 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reader sees how the selection sits in every other distribution.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brushing is the operation that makes it work: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select a region in one view and see the corresponding marks everywhere else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answers 'what are those outliers' directly.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one design requirement: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views must be visible simultaneously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linked view behind a tab is not linked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comparison requires both to be seen at once.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interaction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SELECT      mark a subset, persistently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BRUSH       select by dragging a region, and see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    the selection reflected in other views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FILTER      remove data from view, which changes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    the scales unless you fix them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ZOOM / PAN  change the spatial extent shown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AGGREGATE   change the level of detail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REORDER     change the arrangement of a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    categorical axis (Module 03 section 4)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ENCODE      change the channel assignment itself,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    which is the most powerful and the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    least used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AND NAVIGATE: overview first, zoom and filter, then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details on demand -- which is the classical sequence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and is still the right default for an unfamiliar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dataset.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Overview first, zoom and filter, details on demand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 classical sequence, and still the right default for exploring something unfamiliar.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interaction costs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more than it appears.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costs, which are usually unstated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Nothing is seen until somebody acts.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 interaction is a question the reader has to think to ask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most will not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so the default view carries almost all of the communication.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does not survive the medium.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printed, pasted, or screenshotted figure is its default state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how most figures are actually seen.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discoverability is a real problem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 unsignified interaction is not there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(CSCE 671 §01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Plus the implementation and maintenance cost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large compared with a static figure.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So: make the default view answer the main question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let interaction answer the follow-ups.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Make the default view answer the main question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because the default is what most readers will ever see, which is CSCE 671 §05 §3's default argument.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animation is a weak channel for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SPECIFIC CAUTION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Animating between two states requires the reader to remember the first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CSCE 671 §03 §2's four-chunk limit,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means an animated transition cannot support a precise comparison.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small multiples beat animation for comparing states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reliably and in measured studies — because the states are simultaneously visible.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animation is good for showing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transition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object constancy, so the reader can follow which mark went where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no static figure conveys.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gives the rule: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animate to show how something changed, and facet to compare what it was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two different tasks, and the common mistake is animating for comparison.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Designing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From the task, as always.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design a multi-view figure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List the reader's tasks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assign each to a view whose encoding suits it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Module 01 §2 applied several times.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Share the scales where comparison across views is intended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say so where they are not shared.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Link the selection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an unlinked set of views is a dashboard rather than a tool.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Keep the number of views small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four is already a lot, and each one costs attention (CSCE 671 §03 §1).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test what readers extract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13), because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multi-view figure is much easier to misread than a single chart.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An unlinked set of views is a dashboard rather than a tool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a dashboard answers whatever questions its designer anticipated, which is the limitation worth knowing.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honest position on dashboards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dashboard is a set of views chosen in advance for questions anticipated in advance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useful for monitoring and poor for investigation.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it answers 'is anything unusual' well and 'why is this unusual' badly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follow-up question was not anticipated.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linked selection and the ability to re-encode matter so much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they are what turn a dashboard into something you can investigate with.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CSCE 701 §12's measurement problem in visual form: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dashboard makes the measured portion look like the whole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what was not charted is invisible rather than absent.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Small multiples put the category on spatial region, which is rank one for categorical data and has no capacity limit.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Panels with independent axes cannot be compared, and that is a common library default.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Superimpose for precise comparison and facet for everything else, which follows from ranks one and two.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linked view behind a tab is not linked, because the comparison requires both to be visible.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An interaction is a question the reader has to think to ask, and most will not — so the default view carries the communication.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Animate to show how something changed and facet to compare what it was; animating for comparison is the common mistake.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