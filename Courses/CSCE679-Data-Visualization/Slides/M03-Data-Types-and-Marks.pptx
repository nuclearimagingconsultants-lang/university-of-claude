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Celsius example settles the interval/ratio question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scatter-plot-is-rank-one-twice observation is worth making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Data Types and 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data is determines what the channel can 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attributes by measurement type.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which channels each type permits.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keys against values and why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derived attributes and when to compute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type-channel mismatch.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Measurement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Four, and each permits different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types, and what each permits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Nominal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Equality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Country, product 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Equality and order, not distance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Small/medium/large; survey agreement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 and differences, no true zero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Temperature in Celsius; 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Ratio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of the above, plus ratios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Count, mass, revenue, duration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type determines which channels are even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PRECEDES THE CHART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nominal attribute cannot go on a quantitative channel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putting country codes on a numeric axis implies an order and a spacing that do not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readers will read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ordinal attribute can go on an ordered channel and must not go on a continuous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spacing between 'small' and 'medium' is undefined, so a position encoding asserts something false.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ratio attribute is the only type for which length and area are meaningful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both channels are read as ratios from a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diagnostic: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bar chart of an interval variable is a type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bar's length asserts a ratio from zero, and an interval scale has no meaningful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Keys and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distinction that organises every chart.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key identifies an item; a value is measured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DETERMINES THE CHART'S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key is independent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thing you are looking at, and usually what you are indexing or grouping by.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value is dependent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measurement.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chart's structure follows: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keys typically go on spatial position or on faceting; values go on the quantitative channels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most charts look the way they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number of keys determining the chart family: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key gives a bar chart or a line; two give a heatmap or a grouped chart; three or more give a faceted arrangement.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counting the keys and the values is the first step in choosing an encoding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more informative than knowing the chart types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narrows the choice before any aesthetic question arises.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count determines the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1 KEY, 1 VALUE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bar chart (key on position, value on length)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or a line if the key is ordered and continuous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1 KEY, SEVERAL VALUES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grouped or stacked bars; a parallel coordinates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plot; a radar chart (and radar charts have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angle problem of Module 02)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2 KEYS, 1 VALUE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heatmap (both keys on position, value 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colour) or a grouped bar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0 KEYS, 2 VALUES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scatter plot -- both values on position,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which is why it is the most accurate chart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there is (Module 02 section 1)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0 KEYS, 3+ VALUES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scatter plot matrix, or dimensionality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reduction first (CSCE 676 Module 05)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SO: count first, then choose.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scatter plot puts both values on position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it is the most accurate chart available and should be the default for two quantities.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Derived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Computing the thing the reader actually wants.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to compute rather than to encode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the reader's task is a difference, plot the difference.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Two lines and a mental subtraction is far worse than one line of the difference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subtraction is not a visual channel.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the task is a ratio or a rate, compute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per capita, per unit time, as a proportion of a total.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the task is a change, plot the change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two snapshots — which is the commonest missed derivation.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if the task is a rank, plot the rank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rather than the value, if the ordering is what matters.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a restatement of Module 01 §2: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task determines the data, not only the encoding.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Plot the difference rather than two lines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subtraction is not a visual channel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a reader asked to perform one will estimate it badly.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normalisation is a derivation with a large effect on the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WHICH MAKES IT A REPORTABLE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Raw counts, per capita, per unit area, and year-on-year change can each produce a different and defensible picture of the same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map of raw counts is largely a map of population.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normalisation is an analytical choice that has to be 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formatting step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reader cannot infer it from the figure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unless the label says so.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wrong normalisation is a common honest error: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dividing by the wrong denominator produces a confident and wrong conclusion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Module 08 §3 treats for maps specifically.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axis label is load-bearing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'cases' and 'cases per 100,000' are different claims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figure that does not say which is not interpretable.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Diagnosing mismatches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errors this module exists to catch.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type-channel errors, and what each implies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Nominal on a position axis without a stated order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implies an order the data does not have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readers will read the order as meaningful.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Ordinal spaced as though it were continuous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asserts distances that are undefined.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Interval encoded on length or area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asserts a ratio from a zero that does not exist.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Quantitative on hue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02 §1's rank seven, and is Module 04's main subject.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continuous variable binned without saying so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where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bin boundaries then do work the data did not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05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Sorting a nominal axis by value is the fix for the first row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gives the reader a meaningful order instead of an arbitrary one, and costs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sorting is the cheapest improvement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bar chart with categories in alphabetical or source order makes the reader 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chart sorted by value makes the ranking, the extremes, and the distribution readable at a glance.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costs one line of code and improves every task except looking up a named category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task is better served by a table (Module 01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sort by value unless there is a meaningful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there is a meaningful order, respect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ordinal case above.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 good illustration of the module's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data's type determined that sorting was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task determined that it was worth doing.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interval/ratio distinction decides whether a ratio statement is meaningful, which is why a bar chart of an interval variable is a type error.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nominal attribute on a numeric axis implies an order and a spacing that do not exist, and readers will read both.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Counting the keys and the values narrows the chart choice before any aesthetic question arises.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scatter plot puts both values on position, which makes it the most accurate chart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Plot the difference rather than two lines, because subtraction is not a visual channel.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Normalisation is an analytical choice the reader cannot infer, which is why the axis label is load-bearing.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