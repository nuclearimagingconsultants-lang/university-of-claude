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inversion is the module's practical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is the whole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Visualisation as Encoding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mapping decides what can be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visualisation as a data-to-channel mapping.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what-why-how framing and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encoding determines the readable questions.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visualisation is and is not good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Specify an encoding rather than choosing a chart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Marks, and the channels that vary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visualisation is a set of marks whose visual channels encode data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EVERYTHING FOLLOWS FROM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mark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a geometric primitive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point, a line, an area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channel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a visual property that can vary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position, length, angle, area, colour, shape, texture.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scatter plot is: point marks, with x position encoding one variable and y position encoding another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bar chart is line or area marks with length encoding the value and position encoding the category.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'bar chart' and 'scatter plot' are names for common mark-and-channel combinations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primitives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thinking in combinations rather than in named charts is what lets you design one nobody has named.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channel choice is the design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channels differ enormously in how accurately they are 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 — which is measured, and is what makes this subject empirical.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specification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INSTEAD OF "a grouped bar chart", write: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mark:     bar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x:        month          (ordered key)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y:        revenue        (quantitative value)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colour:   product line   (categorical key)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MAKES THE DECISIONS VISIBLE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why is product line on colour rather than on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second axis?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why is revenue on length rather than on area?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is month ordered, and does the encoding respect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the order?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IT MAKES THE ALTERNATIVES ENUMERABLE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put product line on a small-multiple facet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put revenue on position rather than length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put month on a continuous axis as a line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SO: specify the encoding, then look at the chart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produces -- rather than choosing the chart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inheriting its encoding.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Specify the encoding and inherit the chart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rather than choosing the chart and inheriting its encoding, which is the usual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What, why,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questions, in that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framing that keeps the design honest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comes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is the data? Types, scale,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constrains which channels are available (M03)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task is the reader performing?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determines which channel must be accurate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marks, channels, and interaction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follows from the other two, and nothing 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reader's task determines which channel has to be accurate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'WHY' IS THE QUESTION PEOPLE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Looking up one value, comparing two, finding an extreme, judging a trend, and estimating a total are different tasks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encoding good for one is frequently poor for another.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pie chart supports 'is this roughly half' and fails at 'which of these two is larger'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a bar chart is the reverse of a stacked area for judging a total against a component.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naming the task is what makes an encoding arguable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'this chart is bad' is a preference and 'this chart does not support the comparison the reader needs' is a claim.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figure supporting several tasks is a compromise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frequently correct and should be a decision rather than an accident (Module 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where a table or a number is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visualisation does that other representations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Reveals structure nobody specified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clusters, outliers, gaps, and shapes that no summary statistic names, which is the strongest argument for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Supports comparison across many items at once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a table requires serial reading (CSCE 671 §03 §2's memory limit).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uses the visual system's parallelism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finds a differing item in constant time (CSCE 671 §02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a table is better for looking up exact values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single number is better when there is one number.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So: a chart for pattern, a table for lookup, and a sentence for a conclusion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most reports need all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'A chart for pattern, a table for lookup, a sentence for a conclusion'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 figure used for lookup is a table drawn badly.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strongest case for visualisation is the structure a statistic hides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NOT MERELY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Datasets with identical means, variances, and correlations can have completely different shapes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linear, one curved, one a single outlier dragging a line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summary statistics cannot distinguish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constructed demonstration and a real phenomenon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thing happens in real data whenever a relationship is non-linear or a subgroup behaves differently.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visualisation is part of the analysis rather than a presentation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676 §01's two-problem framing, with the picture as a tool for the second.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'look at the data first' is methodological advice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aesthetic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model fitted without looking is fitted to something you did not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this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structure, and the one module to internalise.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the course is organised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Modules 02 to 05 are the measurements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channel ranking, data types, colour, and the chart types that follow from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Modules 06 to 08 are the hard structures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multiple views and interaction, networks and hierarchies, and geography.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 09 is uncertainty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most often omitted and most often decisive.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Modules 10 to 12 are deception, scale, and scientific visualisation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including the direct link back to CSCE 647's rendering.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Module 02 is the one to internalise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channel ranking turns chart choice from taste into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If you take one thing from this course, take the channel ranking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short, it is empirical, and it decides most design questions before they are arguments.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visualisation is marks whose visual channels encode data attributes, and 'bar chart' is a name for a common combination.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Specify the encoding and inherit the chart, rather than choosing the chart and inheriting its encoding.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'How' is the only question most people start with, and a chart chosen before the task is optimised for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Naming the reader's task is what makes an encoding arguable rather than a preference.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chart for pattern, a table for lookup, and a sentence for a conclusion — and a figure used for lookup is a table drawn badly.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Datasets with identical summary statistics can have completely different shapes, which makes visualisation part of the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