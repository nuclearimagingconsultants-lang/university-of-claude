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invented-midpoint error is common and easy to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false-boundary point is the one that persuades scientists.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Colour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most published figures go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 scale types and when each applies.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rainbow scale misleads.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perceptual uniformity and luminance ordering.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accessibility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and check a colour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kinds of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Matched to the three kinds of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scale types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Built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Categorical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Nominal data; no order implied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Distinguishable hues, similar luminance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Ordered data from a low to a 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Monotonic luminance, one or two hues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Diverging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with a meaningful midpoint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sequential ramps meeting at a 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Luminance carries the ordering, which is why sequential scales must be monotonic in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PRINCIPLE BEHIND EVERY CORRECT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Hue is not ordered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§1's rank seven) — there is no perceptual sense in which green is between blue and yellow, whatever the wavelengths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luminance is ordered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reliably so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means a sequential scale must increase monotonically in luminance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hue is then decoration.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convert the scale to greyscale, and it should run smoothly from dark to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five-second check and is CSCE 671 §02 §2's greyscale rule applied to a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immediately condemns the rainbow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luminance goes up and down several times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therefore encodes no consistent order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rainbow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Specifically, and it is worth being precise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RAINBOW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specific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1. NON-MONOTONIC LUMINANCE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it is bright at yellow and dark at blue and red,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so the apparent ordering reverses mid-scale.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2. PERCEPTUALLY NON-UNIFORM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equal steps in the data are unequal steps in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perceived difference. The green region is a wide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band of near-identical colour;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cyan-to-blue transition is a sharp edge.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3. IT CREATES FALSE BOUNDARIES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those sharp transitions read as contours in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data. Readers see structure that is in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colour map, not in the measurement.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4. AND IT FAILS FOR COLOUR VISION DEFICIENCY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the red-green axis carries much of the range.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SO: the rainbow scale invents boundaries and hides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real gradients, which is the worst possible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combination for a quantitative encoding.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It invents boundaries and hides real gradients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worst possible combination, and is why this is a defect rather than a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replacements are designed to fix exactly those 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PERCEPTUAL UNIFORMITY BUYS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viridis family and its relatives are constructed to be monotonic in luminance and approximately uniform in perceived difference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equal data steps look equally different.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no false boundaries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there are no sharp transitions to be mistaken for contours.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designed to remain ordered under the common colour vision deficiencies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luminance ramp survives when the hue discrimination does not (CSCE 632 §03).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switch is free and strictly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continuing to use a rainbow scale a decision rather than a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one worth flagging in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Categorical colour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problem with a capacity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CATEGORICAL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categorical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Keep the luminance similar across the categories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luminance difference implies an order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that nominal data does not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at most five to seven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02 §2)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if you have more categories, group them or facet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adding colours.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Reserve grey for the unimportant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the most effective single technique in categorical colour: colour the one series that matters and grey the rest.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Respect existing conventions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where they exist,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beware the ones that are cultural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red for loss and green for gain is not universal.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label directly rather than using a legend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where you can, since a legend is a memory task (CSCE 671 §03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Direct labelling beats a legend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because it removes the lookup — and it is almost always possible for a small number of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tests, all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run on every figure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greyscale test.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Convert to greyscale: a sequential scale must still be ordered, and a categorical one must still be distinguishable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or must have a second channel.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colour-vision simulation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for the common deficiencies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takes seconds and catches the red-green encoding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632 §03).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print test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figures are still printed and photocopied, which is the greyscale test with worse contrast.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Plus: never use colour as the only channel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add shape, pattern, position, or a direct label.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together take under a minute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catch most of the colour errors in published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Under a minute, and it catches most published colour errors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omitting the checks hard to defend.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 of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Colour is the channel people reach for first and the one with the most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it is perceptually complicated and because it is the easiest thing to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rules reduce to three: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match the scale type to the data type, make the ordering carried by luminance, and never let colour be the only channel.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checks reduce to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convert to greyscale and see whether it still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subsumes most of the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small enough set to apply every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rainbow scale persists in published science precisely because nobody applied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diverging scale asserts that the midpoint means something, so using one without a natural midpoint invents a reference.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Hue is not ordered and luminance is, so a sequential scale must be monotonic in luminance and the hue is decoration.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rainbow scale invents boundaries and hides real gradients, which is the worst possible combination.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Keep luminance similar across categorical colours, because a luminance difference implies an order nominal data does not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Reserve grey for the unimportant — colouring the one series that matters is the most effective single technique.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Convert to greyscale and see whether it still works; that one check subsumes most of the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