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reproduce this from memory; it is that load-bearing.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four-question review is the course's most portable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Channel Ranking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Measured accuracy, which decides most design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ranking for quantitative and categorical data.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position dominates.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separability and the channels that interfere.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popout and its single-dimension limit.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ranking as a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Empirical, and short enough to memorise.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QUANTITATIVE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ranking for quantitative data, most accurate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554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901952"/>
            <a:ext cx="5212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19568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113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Position on a common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2377440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24140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By a wide margin. Use it for your most important variable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1554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Position on unaligned scales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3248" y="2852928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2889504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Still good; the comparison is harder across panels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140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113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Length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8" y="3328416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3364992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is why bars work, and why they must start at zero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1554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3113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Angle and slope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3803904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2976" y="3840480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Slope judgement depends on the aspect ratio (M05 §4)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2140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3113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13248" y="4279392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22976" y="4315968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Systematically underestimated; doubling looks like 1.5×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1554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2140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3113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Luminance and colour saturation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13248" y="4754879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22976" y="4791455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Ordered but imprecise; fine for a few levels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1335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5230367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31136" y="5266943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Colour hue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13248" y="5230367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22976" y="5266943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ordered at all — do not use it for quantity (M04)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Position dominates because it is judged against a shared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RANKING HAS THIS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position on a common axis can be compared against a gridline, against the axis itself, and against every other mark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judgement is relative and supported.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Length is next because it also has a zero 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exactly why a truncated bar axis is a deception rather than a stylistic choice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§2): it removes the reference the channel depends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area is poor because there is no reference and the perceptual exponent is below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people systematically underestimate area ratios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bubble twice the value looks about one and a half times as big.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ranking is not arbitrary: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channels with a shared reference beat channels without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explains the order rather than merely stating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Categorical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different ranking, and a capacity limit.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CATEGORICAL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ranking for categories, and how many each 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Spatial region first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small multiples, or separate panels.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Effectively unlimited, and the most accurate.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colour hue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holds about five to seven categories before the reader has to consult the legend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(CSCE 671 §03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motion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extremely salient and holds very few — and is intrusive.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shape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holds a moderate number and is poor at small sizes.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note the inversion: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hue is second for categories and last for quantity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clearest demonstration that the channel ranking depends on the data type (Module 03).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Hue is second for categories and last for quantity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'is colour good' is not a question with an answer until the data type is named.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Separability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Channels that interfere with each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Some channel pairs are read independently and some interfere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PROPERTY THAT LIMITS HOW MANY VARIABLES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Position and colour hue are fully separable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reader can judge one without the other affecting it, which is why a coloured scatter plot works.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size and colour interfere: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small patch of colour is harder to identify, so encoding one variable on size and another on hue degrades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width and height are not separable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reader perceives the resulting area and aspect ratio rather than two independent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a two-variable rectangle encoding read as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number of variables you can encode is bounded by separability rather than by the number of channels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argument for small multiples and linked views (Module 06) over one dense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follows for multivariate figures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Three or four encoded variables is a practical limit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for one set of marks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beyond that, use faceting rather than more channels.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Put the most important variable on position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always — which is the single decision the ranking most clearly settles.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Avoid size-plus-hue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on the same marks,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never encode two variables on the two dimensions of a rectangle.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check for unintended encoding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if marks differ in a channel for an incidental reason, readers will attribute meaning to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CSCE 671 §02 §1's spacing-wins result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the visual system groups and orders whether you intended it or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Readers attribute meaning to any channel that varies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an incidental difference in size or colour is a claim you did not mean to make.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 as a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what makes it worth knowing.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ranking predicts which questions a figure will answer 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POINT OF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Before showing anybody a figure, you can predict which comparisons will be read accurately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ones on position, then length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which will be guessed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 ones on area or hue.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design review becomes: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reader's main task is comparing these two values, and they are encoded on area, which is rank five'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statement about accuracy rather than taste.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testable: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ask five readers the comparison and measure their accuracy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Project 1 and which reliably confirms the ranking.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module is the one to internalise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converts an aesthetic argument into a prediction that can be checked in an afternoon.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design review in four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1. WHAT IS THE READER'S MAIN TASK?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a lookup, a comparison, a trend, a total, or a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search for an extreme (Module 01 section 2)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2. WHICH VARIABLE DOES THAT TASK CONCERN?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3. WHICH CHANNEL IS IT ENCODED ON, AND WHAT RANK IS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THAT?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4. IF IT IS NOT NEAR THE TOP, WHY NOT?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there are legitimate reasons -- the position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channels are already used, the figure serves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several tasks, the data has more dimensions than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channels -- and the answer should be one of them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rather than "it looked better".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THAT IS THE WHOLE REVIEW. It takes two minutes and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it catches the large errors, which are nearly always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a channel mismatch rather than a styling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Two minutes, and it catches the large errors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are nearly always a channel mismatch rather than a styling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Position on a common scale dominates by a wide margin, so the most important variable goes there.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Channels with a shared reference beat channels without one, which explains the ranking's shape rather than merely stating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Area is systematically underestimated, so doubling the value looks like about one and a half times.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Hue is second for categories and last for quantity, so 'is colour good' has no answer until the data type is named.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Width and height are not separable, so a two-variable rectangle reads as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Readers attribute meaning to any channel that varies, so an incidental difference is a claim you did not mean to make.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