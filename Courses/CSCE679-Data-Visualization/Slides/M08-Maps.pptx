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does-the-reader-need-geography question is the module's practical core.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679 — Data Visualization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Maps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Where position is taken, and every projection lies.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679 · Module 08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projection distortion and the choice it forces.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area encodings on maps mislead.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normalisation for spatial data.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alternatives to a choropleth.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Choose a spatial representation for a task.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679 · Data Visualization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Projection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You cannot have everything, and must choose.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679 · Data Visualization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No projection preserves area, angle, and distance together — this is a theorem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CONSTRAINT, WHICH IS MATHEMATICAL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sphere cannot be mapped to a plane without distortion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it has intrinsic curvature and the plane does not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Gauss's result and is not an engineering limitation.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every projection chooses what to preserve: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conformal keeps angles and distorts areas; equal-area keeps areas and distorts shapes; and compromise projections do neither exactly.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means the choice is determined by the task: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navigation wants angles, and any figure encoding a quantity on area wants equal area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using a conformal projection for the latter is a measurable error.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familiar world projection is conformal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so it inflates high latitudes severely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matters whenever a reader compares the visual sizes of countries.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679 · Data Visualization  —  Module 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CHOOSING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Which projection, by purpose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Equal-area for anything quantitative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because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 reader comparing two regions' shaded areas is making an area judgement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and the projection must not already have distorted it.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Conformal for navigation and for local detail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where angles and shapes matter and the extent is small enough that area distortion is negligible.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 compromise projection for general reference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which is what most atlases use and is a reasonable default for a non-quantitative map.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 a local projection for local data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 country-scale map should use that country's standard projection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not a world one.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With the projection named in the caption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which almost never happens and should.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Name the projection in the caption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which almost never happens, and which is the only way a reader can know what the areas mean.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679 · Data Visualization  —  Module 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choropleth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default map, and its two defects.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679 · Data Visualization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 choropleth encodes a value on colour and a region's importance on its area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TWO PROBLEMS AT ONCE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value is on colour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rank six or seven (Module 02 §1) — so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quantity is read imprecisely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tolerable and is the lesser problem.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region's visual prominence is its geographic area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has nothing to do with its importance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so a large sparsely populated region dominates the figure and a dense city is invisible.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means a choropleth of a per-capita quantity systematically overweights rural areas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this is a structural property rather than a styling problem.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two defects are: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 imprecise quantitative channel, and an irrelevant weighting by area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the second is the one that changes conclusions.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679 · Data Visualization  —  Module 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ALTERNATIVES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to use instead, and when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CARTOGRAM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distort the regions so area encodes the value.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Fixes the weighting; destroys recognisability,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and the distortion is itself hard to read.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DOT DENSITY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one dot per n units, placed within the region.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Area then correctly reflects the total, and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density reflects the rate. Good, and it needs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care about placement.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PROPORTIONAL SYMBOLS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a circle per region, area encoding the value.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Still rank five (Module 02), and at least the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geography is undistorted.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SMALL MULTIPLES OF NON-MAPS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a sorted bar chart of the regions, which puts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the value on position -- rank one.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AND THAT LAST ONE IS USUALLY BEST, unless the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spatial pattern IS the finding. Which is the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question to ask: does the reader need the geography?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Does the reader need the geography?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and if not, a sorted bar chart puts the value on position, which is rank one.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679 · Data Visualization  —  Module 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Normalisation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Which is where maps mislead most often and most honestly.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679 · Data Visualization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 map of raw counts is a map of population, almost without exception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COMMONEST HONEST ERROR IN THE SUBJECT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Any count of people-related events — cases, crimes, sales, votes — is roughly proportional to the number of people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so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map shows where people are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and nothing else.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looks like a finding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because the pattern is strong and spatially coherent — and it is a finding about population.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normalise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by population, by area, by exposure, or by whatever the relevant denominator is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is Module 03 §3's derivation argument where it matters most.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then the small-denominator problem appears: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rate computed over a small population is extremely noisy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so the extreme values are all small regions — which is Module 09's subject and requires showing the uncertainty.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679 · Data Visualization  —  Module 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NORMALISATION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And the specific traps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The small-denominator problem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the highest and lowest rates are both in the smallest regions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by construction, and a naive map highlights noise.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The modifiable areal unit problem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the same data aggregated to different boundaries gives different patterns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and the boundaries were chosen for administrative reasons.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Which means the units are an analytical choice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and aggregating to a different level is a legitimate and reportable decision.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 the binning of the colour scale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quantiles, equal intervals, and natural breaks give visibly different maps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from identical data.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So state the denominator, the units, and the binning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all three.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Quantile, equal-interval, and natural-break binnings give visibly different maps from the same data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which makes the binning choice as consequential as the normalisation.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679 · Data Visualization  —  Module 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Choosing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By whether the geography is the point.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679 · Data Visualization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questions, in order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Is the spatial pattern the finding?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If not, do not use a map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use a chart that puts the value on position.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Is the quantity a rate or a count?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If a count, normalise or use dot density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where area correctly reflects the total.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Does the reader need to recognise the places?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If yes, a cartogram is out.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Is the denominator small anywhere?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If so, the uncertainty has to be shown (Module 09).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And which projection does the task require?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(Part 1) — equal-area for anything quantitative.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'Is the spatial pattern the finding' is the first question and the one that eliminates most maps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a great many maps exist because the data had a location column.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679 · Data Visualization  —  Module 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And a map is unusually persuasive, which raises the standard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CLOSING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map is read as authoritative and concrete in a way a bar chart is not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it looks like a photograph of the world rather than an encoding of a table.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means its errors are believed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badly normalised choropleth produces confident wrong conclusions about places and the people in them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normalisation, the units, the binning, and the projection all have to be stated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four things, and a typical published map states none of them.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this module's version of the program's rule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the four statements are the difference between a figure a reader can assess and one they can only believe.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679 · Data Visualization  —  Module 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No projection preserves area, angle, and distance together, which is a theorem rather than an engineering limitation.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Use an equal-area projection for anything quantitative, and name the projection in the caption.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A choropleth weights each region by its geographic area, which has nothing to do with its importance.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A map of raw counts of people-related events is a map of population, almost without exception.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Quantile, equal-interval, and natural-break binnings give visibly different maps from identical data.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'Is the spatial pattern the finding' is the first question, and it eliminates a great many maps.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679 · Data Visualization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