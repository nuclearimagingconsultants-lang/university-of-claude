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data-speaks-for-itself claim is the most common and the emptiest.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caption template is the course's most immediately usable artefact.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replace-taste-with-measurement framing is the semester's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679 — Data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Claiming a Visualisation Shows Something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a figure establishes.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679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figure establishes.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standard overclaims.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 caption that makes a figure assessable.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this course relative to CSCE 671 and CSCE 632.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 proportionate practice for making figures.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 figure establishes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reading, by a reader, of an encoding of a derivation.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figure establishes that this encoding of this derivation reads this way to this reader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READING, IN FOUR PARTS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derivation: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data, normalised how, aggregated to what units, binned how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four choices before any encoding happens (Modules 03, 08, 11).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encoding: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channels, which scales, which axis conventions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each of which changes what can be read (Modules 02, 10).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reading: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what somebody who is not you extracts from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CSCE 671 §01 §2's designer blindness, and is the part never tested.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'the chart shows a clear trend' is a claim about all four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fourth is the only one you cannot determine by looking at your own figure.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OVERCLAIMS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overclaims, corrected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0288" y="1901952"/>
            <a:ext cx="60350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56816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Correction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'The chart shows a clear trend'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0288" y="2377440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2414016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Over which window, with what uncertainty? (M09, M10 §2)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'The data speaks for itself'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0288" y="2852928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2889504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 was normalised, binned, and encoded by you (M03 §3)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'The map shows a regional pattern'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3328416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3364992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Normalised how? A count map is a population map (M08 §3)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'The clusters are visible'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0288" y="3803904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3840480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 a t-SNE or force layout? Those are not readable that way (M07 §1)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'This visualisation is intuitive'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0288" y="4279392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4315968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Tested with whom? (CSCE 671 §13 §2)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'The correlation is obvious'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4754879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4791455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From the figure, or from the fitted line you drew on it?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caption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where a figure becomes assessable.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caption has to carry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WHAT IS PLOTTED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 variable, with its units, and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normalisation (Module 03 section 3)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OVER WHAT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 population, the time window, and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spatial or categorical units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(Modules 08, 10)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HOW IT WAS DERIVED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 aggregation, the bin size or bandwidth, any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smoothing, and any sampling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(Modules 05, 11)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UNCERTAINTY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what the intervals or bands represent, and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sample size (Module 09)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THE ENCODING, where it is unusual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 projection for a map, the transfer function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for a volume, the layout algorithm for a graph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WHICH IS FIVE CLAUSES, AND MOST CAPTIONS HAVE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Five clauses, and most captions have one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gap between a figure a reader can assess and one they can only believe.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Because the figure cannot carry those choices and the caption can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IS THE RIGHT PLACE FOR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None of the five is visible in the figure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normalisation, a bin size, a projection, and a sampling all leave no trace, which is what makes them dangerous.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each change the picture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demonstrably — this course has shown that for every one of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caption is not a label but the figure's method section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figure separated from its caption is uninterpretable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matters because figures circulate alone.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argues for putting the critical ones in the figure itself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axis label carrying the normalisation, an annotation naming the window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that survives being screenshotted.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courses, one correction.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SEMESTER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sits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Its subject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6188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7161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Its correction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Interaction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188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cannot judge your own design; watch somebody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679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Visual encoding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6188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channel decides what can be read, and it is measured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Access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188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7161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Designing for a constraint improves it for everyone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 proportionate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actually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 order of return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 · Put the main variable on position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02 §1)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which costs nothing and is the single largest improvement available.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 · Sort, and fix the colour scale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(Modules 03 §4, 04) — both cheap, both high-return.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 · Show the uncertainty and the sample size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09) — which is the honest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 · Write the five-clause caption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(Part 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5 · And show it to three people and ask what it says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before telling them, which is the only test of the fourth part of Part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Step 5 is the one that is never done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is the only step that addresses the part of the claim you cannot assess yourself.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specify an encoding rather than choosing a chart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justify it from a measured ranking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turns a design argument into a prediction.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handle the hard structures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networks, hierarchies, geography, volumes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say what each representation discards.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show uncertainty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most published figures do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you know why they do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closing rule is the program's: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measured, state what you assumed, and never claim more than you established.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Here it means the five-clause caption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figure without its derivation is a picture, and the derivation is where the claim lives.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figure establishes that this encoding of this derivation reads this way to this reader — and the fourth part is the one you cannot assess yourself.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'The data speaks for itself' is the claim to refuse, because every figure is the result of a chain of choices.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caption is the figure's method section, and a figure separated from its caption is uninterpretable.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Put the critical statements in the figure itself, because that survives being screenshotted.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All three Semester 11 courses replace an argument about taste with a measurement.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Showing the figure to three people before telling them what it says is the step that is never 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