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Emphasise that this module is a consequence rather than a catalogue.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Distinguish the merely weak from the actively misleading.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679 — Data Visualization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Chart Types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Which follow from the earlier modules rather than preceding them.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679 · Module 05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Choose a chart from the data and the task.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distributions and why histograms mislead.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specific chart controversies with evidence.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aspect ratio and axis conventions.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Justify a chart choice from the ranking.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choice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is now nearly determined.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679 · Data Visualization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CHOOSING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decision, from Modules 01 to 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1. COUNT keys and values (Module 03 section 2),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which gives the chart family.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2. NAME the reader's task (Module 01 section 2),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which says which variable must be accurate.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3. ASSIGN that variable to position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(Module 02 section 1), and work down the ranking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for the others.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4. CHECK the types permit the channels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(Module 03 section 1).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5. CHECK the colour (Module 04 section 4).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AND THE CHART TYPE IS WHATEVER THAT PRODUCED.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WHICH IS THE POINT OF THE ORDERING: by this module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the choice is nearly determined, and the remaining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decisions are the ones in sections 2 to 4.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By this module the choice is nearly determined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which is why the chart types come fifth rather than first.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Which is why there is no chart-type decision tree worth memorising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METHODOLOGICAL 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decision tree from data shape to chart name encodes somebody's answers to Modules 01 to 04 without showing the reasoning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it works on the cases they considered and fails silently on yours.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cannot produce a chart nobody has named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real data frequently requires (Module 01 §1).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five steps above are the method, and the chart-type galleries are a source of ideas rather than of answers.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worth saying because the galleries are excellent and are used wrongly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as a menu to choose from rather than as examples of encodings to learn.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Distributions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Where the standard chart is the weakest.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679 · Data Visualization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DISTRIBUTIONS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Showing a distribution, in increasing honesty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A histogram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— and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the bin width changes the shape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, sometimes dramatically, which makes the bin choice an undisclosed analytical decision (Module 03 §4).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A density estimate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— which replaces the bin width with a bandwidth and has the same problem, more smoothly.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A box plot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— compact and comparable across groups, and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it hides multimodality entirely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: two very different distributions can give identical boxes.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A violin or a beeswarm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— which shows the shape, and is the right default for a moderate number of points.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And the points themselves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, jittered, which is the most honest and only works below a few hundred.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Show the points where you can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every summary above discards the thing you were looking for, which is the shape.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box plot hides exactly the structure you were looking for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SPECIFIC CASE WORTH KNOWING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box plot shows five numbers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bimodality, clustering, gaps, and unequal sample sizes are all invisible in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two groups with identical boxes can have completely different distributions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one unimodal, one split into two separated clusters — and the figure says they are the same.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CSCE 679 §01 §3's identical-statistics problem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arriving in the chart most commonly used to compare groups.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So: overlay the points on the box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where the sample size permits, which costs nothing and restores what the summary removed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state the n per group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a box plot never shows.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controversies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With the evidence, which is more mixed than the arguments.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679 · Data Visualization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CONTESTED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contested charts, assessed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1031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Chart</a:t>
            </a:r>
          </a:p>
        </p:txBody>
      </p:sp>
      <p:sp>
        <p:nvSpPr>
          <p:cNvPr id="8" name="Rectangle 7"/>
          <p:cNvSpPr/>
          <p:nvPr/>
        </p:nvSpPr>
        <p:spPr>
          <a:xfrm>
            <a:off x="2670048" y="1901952"/>
            <a:ext cx="35661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79776" y="1956816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The objection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6208" y="1901952"/>
            <a:ext cx="4754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45936" y="1956816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The honest position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Pie chart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70048" y="2377440"/>
            <a:ext cx="3566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79776" y="2414016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Angle is rank four (M02 §1)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6208" y="2377440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45936" y="2414016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Poor for comparison; acceptable for part-of-whole with few slices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103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Stacked bar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70048" y="2852928"/>
            <a:ext cx="35661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79776" y="2889504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Only the bottom series has a baseline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6208" y="2852928"/>
            <a:ext cx="4754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45936" y="2889504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Fine for the total, poor for the middle series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Dual axis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70048" y="3328416"/>
            <a:ext cx="3566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79776" y="3364992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crossing point is arbitrary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36208" y="3328416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45936" y="3364992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Genuinely misleading; use two panels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103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3D bar chart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70048" y="3803904"/>
            <a:ext cx="35661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79776" y="3840480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Occlusion and foreshortening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36208" y="3803904"/>
            <a:ext cx="4754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45936" y="3840480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 defence; it is strictly worse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Radar chart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70048" y="4279392"/>
            <a:ext cx="3566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79776" y="4315968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Area scales as the square; axis order matters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36208" y="4279392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45936" y="4315968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Hard to read; a parallel coordinates plot is better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05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the data-ink argument did not survive measurement intact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A CASE WHERE THE INFLUENTIAL ADVICE WAS PARTLY WRONG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claim was that non-data elements should be minimised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gridlines, frames, redundant labels, decoration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that chart junk harms reading.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direction is right for genuine clutter: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heavy gridlines, 3D effects, and background images do measurably interfere.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But the stronger version did not replicate: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some redundancy aids reading, gridlines aid value estimation, and memorable decoration improved recall in controlled studies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without harming accuracy.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honest position is: remove what interferes, and keep what helps a stated task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less quotable and more defensible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is a good illustration of why this course states mechanisms.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Axes and aspect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Two decisions with large perceptual effects.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679 · Data Visualization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conventions, with their reasons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A bar chart's value axis must include zero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, because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length is read as a ratio from the baseline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(Module 02 §1) — so truncating it misstates every comparison.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A line chart's axis need not include zero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, because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position is read against the scale and not against a baseline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— which is why the two conventions differ.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And the aspect ratio changes the perceived trend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— the same data looks flat or steep depending on it, which makes it a reportable choice.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Banking to 45 degrees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is the classical answer: slopes are judged most accurately near that angle.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And a log axis must be labelled as such prominently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, because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readers extrapolate linearly from a log plot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if they do not notice.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bar-versus-line zero distinction is the one people get wrong in both directions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and the reason is the channel, not a convention.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Which is the module's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Every rule in this module is a consequence of the channel ranking or of the data types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including the ones that are usually stated as conventions.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means you can derive them rather than remembering them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can decide a case the conventions do not cover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where the evidence is mixed, say so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data-ink case shows that confident design advice can be partly wrong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mechanism is what survives.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So: derive the choice, state the task it serves, and test it on readers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13) — which is this course's whole method in one line.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679 · Data Visualization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By this module the chart choice is nearly determined, which is why the chart types come fifth rather than first.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A chart-type decision tree encodes somebody else's reasoning without showing it, and cannot produce a chart nobody has named.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A histogram's bin width changes the shape, which makes it an undisclosed analytical decision.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A box plot hides bimodality, clustering, and gaps — exactly the structure you were looking for.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The dual axis is the contested chart that actually deceives, because the crossing point is a function of two chosen scalings.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A bar's axis must include zero and a line's need not, because length is read from a baseline and position is not.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679 · Data Visualization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