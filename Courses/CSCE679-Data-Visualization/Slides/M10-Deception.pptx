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four-glance check is the practical artefact.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checklist is the module's deliverable.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679 — Data Visualization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Deception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The deliberate failures, and the conventions that prevent them.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679 · Module 10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Recognise the standard deceptive techniques.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axis conventions and their reasons.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selective framing and aggregation.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Distinguish deception from a design mistake.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Review a figure for deception.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679 · Data Visualization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Axis manipulation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commonest, and the easiest to check.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679 · Data Visualization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AXES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axis techniques and what each does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4688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Technique</a:t>
            </a:r>
          </a:p>
        </p:txBody>
      </p:sp>
      <p:sp>
        <p:nvSpPr>
          <p:cNvPr id="8" name="Rectangle 7"/>
          <p:cNvSpPr/>
          <p:nvPr/>
        </p:nvSpPr>
        <p:spPr>
          <a:xfrm>
            <a:off x="3035808" y="1901952"/>
            <a:ext cx="3749039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45536" y="1956816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Effect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84848" y="1901952"/>
            <a:ext cx="45720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94576" y="1956816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The convention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Truncated bar axis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35808" y="2377440"/>
            <a:ext cx="3749039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45536" y="2414016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Exaggerates every difference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84848" y="2377440"/>
            <a:ext cx="4572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94576" y="2414016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Bars start at zero (M05 §4)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468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Inverted axis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35808" y="2852928"/>
            <a:ext cx="3749039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45536" y="2889504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Reverses the apparent trend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84848" y="2852928"/>
            <a:ext cx="4572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94576" y="2889504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Up means more, unless labelled loudly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Dual axis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35808" y="3328416"/>
            <a:ext cx="3749039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45536" y="3364992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Any crossing can be manufactured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84848" y="3328416"/>
            <a:ext cx="4572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94576" y="3364992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Use two panels (M05 §3)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468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Unlabelled log scale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35808" y="3803904"/>
            <a:ext cx="3749039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145536" y="3840480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Linear extrapolation from a log plot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84848" y="3803904"/>
            <a:ext cx="4572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94576" y="3840480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Label it prominently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Irregular tick spacing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35808" y="4279392"/>
            <a:ext cx="3749039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145536" y="4315968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Distorts the apparent rate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784848" y="4279392"/>
            <a:ext cx="4572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94576" y="4315968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Uniform spacing, or a stated break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4754879"/>
            <a:ext cx="2468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" y="4791455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Aspect ratio choice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035808" y="4754879"/>
            <a:ext cx="3749039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145536" y="4791455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Makes a trend flat or steep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784848" y="4754879"/>
            <a:ext cx="4572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94576" y="4791455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Bank to 45°, or state the choice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679 · Data Visualization  —  Module 10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 truncated bar axis is a deception and a truncated line axis is not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DISTINCTION, FROM THE CHANNEL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bar's length is read as a ratio from the baseline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02 §1) — so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truncating the axis makes a 2% difference look like a 50% one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by an amount the reader cannot recover.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line's position is read against the scale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labelled — so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line chart with a non-zero axis is showing the variation at the resolution it occurs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frequently the correct choice.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means the rule has a reason rather than being a convention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the reason tells you the exception: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line chart whose axis is truncated so far that the variation is noise is also deceptive.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test is not 'does the axis start at zero' but 'does the encoding depend on the baseline'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a question about the channel and settles both cases.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679 · Data Visualization  —  Module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Selective framing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Where no axis is touched and the figure still lies.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679 · Data Visualization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FRAMING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techniques that need no chart manipulation at all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Choosing the time window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any trend can be found in a long enough series by choosing the endpoints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and the figure is entirely accurate.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Choosing the comparison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against last month, last year, the forecast, or a competitor, each of which gives a different story.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Choosing the aggregation level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which is CSCE 679 §08 §3's areal unit problem applied to time and to categories.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Omitting a series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which is invisible —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 reader cannot see what is not plotted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choosing the denominator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(Module 03 §3), which can reverse a conclusion without any number being wrong.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A reader cannot see what is not plotted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which makes omission the most effective and least detectable technique in the module.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679 · Data Visualization  —  Module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Which makes selective framing harder to detect than axis manipulation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THE CONVENTIONS ARE NOT SUFFICIENT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Every number in a selectively framed figure is correct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every axis is conventional,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deception is entirely in what was left out.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no inspection of the figure detects it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you have to know the data, or ask what the other windows and comparisons would show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a reader generally cannot.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means the defence is procedural rather than visual: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ask for the longer series, the other comparison, and the missing category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treat an unusual window as a question.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in your own work, the defence is to show the alternatives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if three windows tell the same story, show one and say so; if they do not, that is the finding.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679 · Data Visualization  —  Module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Deception and mistake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 distinction worth being careful about.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679 · Data Visualization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Most bad charts are mistakes, and the techniques are identical either way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FAIR READING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truncated axis produced by a library default is a mistake; the same axis chosen to exaggerate a difference is a deception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figure is identical.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you cannot infer intent from a figure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attempting to is both unfair and unnecessary: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correction is the same either way.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the useful position: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name the technique and its effect, not the motive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'this axis exaggerates the difference by a factor of ten' is checkable and 'this is misleading' is an accusation.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 is CSCE 671 §12's dual-use point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same techniques serve honest simplification and deliberate deception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why the review looks for effects rather than for intentions.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679 · Data Visualization  —  Module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Reviewing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 checklist, since this is checkable.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679 · Data Visualization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review, in order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THE FOUR GLANCES (Part 1)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does the bar axis start at zero?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which direction is "more"?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is the scale linear or log, and is it labelled?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are the ticks evenly spaced?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THEN THE FRAMING (Part 2)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what time window, and why that one?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compared against what, and why that?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what aggregation level?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what is not shown?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what is the denominator?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THEN THE UNCERTAINTY (Module 09)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is there any, and is it shown?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what is the sample size?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AND THEN THE ENCODING (Module 02 section 4)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is the main variable on a high-ranked channel?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WHICH IS FOUR PASSES, AND TAKES A FEW MINUTES.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Four passes, a few minutes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and it covers the deliberate deceptions, the honest omissions, and the encoding errors in one pass each.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679 · Data Visualization  —  Module 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the asymmetry worth stating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CLOSING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figure is much easier to make misleading than to make honest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because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honest version requires stating the window, the denominator, the units, the uncertainty, and what is not shown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five things, each of which weakens the impression.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incentive runs toward the misleading version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wherever a figure is meant to persuade — which is CSCE 671 §12 §4's measurement argument in this subject.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defence is the same: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figure that states its choices is checkable, and a reader who knows the checklist can ask.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why this module is a checklist rather than an ethics lecture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technique names and the four passes are what actually transfer.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679 · Data Visualization  —  Module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The axis techniques are checkable in four glances: baseline, direction, scale type, and tick spacing.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A truncated bar axis is a deception and a truncated line axis may not be, and the reason is the channel rather than a convention.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Selective framing needs no chart manipulation at all: every number is correct and the deception is in what was omitted.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A reader cannot see what is not plotted, which makes omission the most effective and least detectable technique.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You cannot infer intent from a figure, and the correction is the same either way — so name the effect rather than the motive.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A figure is much easier to make misleading than honest, because the honest version requires five statements that each weaken the impression.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679 · Data Visualization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