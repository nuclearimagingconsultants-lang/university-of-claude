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count-scaling point is what distinguishes a good density plot from a dark smudge.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When there are more data points than pixels.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overplotting and its consequences.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binning and density as the general answer.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sampling and when it is acceptable.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rendering and interaction constraints.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Visualise a dataset larger than the display.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Overplotting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failure, and it is worse than it looks.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Overplotting destroys the density information, which was usually the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PROBLEM, STATED PRECISELY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marks overlap, the figure saturates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region with a hundred points and a region with ten thousand look identical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densest part of the data is where the figure conveys least.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order-dependent: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last points drawn are visible and the first are hidden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figure depends on the row order of the file, which is arbitrary.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apparent outliers are the only reliable feature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they are the points with nothing on top of them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main mass is uninterpretable.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partial transparency is the first fix and is not sufficient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saturates too, at a higher threshold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threshold depends on the alpha value you happened to choose.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general answer: draw the density, not the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BINNING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Aggregate before drawing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IDEA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there are more data points than pixels, so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aggregate to the pixel grid and encode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count on colour. One mark per bin, not per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point.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WHICH GIVES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2D histogram / heatmap    rectangular bins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hexbin                    hexagonal bins, with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        more uniform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        neighbour distances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datashader-style          one bin per pixel,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        with the count scaled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        carefully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THE SCALING OF THE COUNT MATTERS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linear colour hides the structure outside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densest region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log or a rank-based scale reveals it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which is Module 08 section 3's binning choice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again, with the same consequence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SO: the colour scale on a density plot is as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consequential as the bin size, and both should be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stated.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colour scale on a density plot is as consequential as the bin size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linear scale hides everything outside the mode.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binning is a derivation, so the bins are an analytical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SAME WARNING AS EVERYWHERE ELSE IN THIS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bin size changes the apparent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too fine and it is noise; too coarse and the structure is averaged away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05 §2's histogram problem in two dimensions.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bin boundaries can create or destroy apparent features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particularly where the data has a natural grid or a rounding artefact.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report the bin size and the count scaling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check the figure at two or three bin sizes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before trusting a feature.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discipline this whole course repeats: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any choice that changes the picture is an analytical decision and belongs in the caption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works, with a caveat.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a sample is enough, and when it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For the overall shape, a sample is sufficient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ten thousand points show the same distribution as ten million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far more legibly.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is much cheaper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in rendering, in transfer, and in interaction latency (CSCE 671 §11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But it loses the rare cases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rare cases are frequently the point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outliers, anomalies, and small subgroups all disappear from a uniform sample.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So: sample for the shape and keep the extremes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stratified sample that over-represents the tails, which is explicit and effective.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state the sampling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reader will assume they are seeing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reader will assume they are seeing everything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an unstated sample is a figure about data the reader does not know was selected.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system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shape what is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limits a large-data visualisation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Pixels.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display has a few million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anything beyond that is aggregated whether you chose to or not — the question is only whether you chose the aggregation.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Transfer.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Sending a billion points to a browser is not possible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the aggregation has to happen server-side — which is why the architecture is the design.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Interaction latency.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Under 100 ms for a brush to feel direct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671 §11 §3), which bounds what can be recomputed on each interaction.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So: precompute the aggregations you will need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a data cube, and is how interactive large-data visualisation actually works.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degrade deliberately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show a sample while dragging and the full aggregate on release.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Precompute the aggregations you will need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turns an interactive query into a lookup, and is the only way the latency budget is met.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summary of this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scale you are always showing a summary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binned, sampled, or aggregated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question is which summary and whether you said so.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676 §01 §2's framing exactly: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approximation with a stated bound is a result, and an exact answer you cannot compute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state the aggregation, the bin size, the count scaling, and any sampling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four things, and the figure is then assessable.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risk is specific: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density plot looks authoritative and is a function of four choices the reader cannot see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same problem as Module 08's map and has the same fix.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Overplotting destroys the density information, so a region with a hundred points and one with ten thousand look identical.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It is order-dependent, so the figure depends on the arbitrary row order of the file.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Transparency saturates too, at a higher threshold that depends on the alpha you chose.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colour scale on a density plot is as consequential as the bin size, and a linear scale hides everything outside the mode.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sample shows the shape and loses the rare cases, which are frequently the point — so stratify and keep the extremes.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At scale you are always showing a summary, so the question is which one and whether you said 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