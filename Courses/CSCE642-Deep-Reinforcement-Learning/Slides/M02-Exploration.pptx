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UCB/MCTS identity is the connection to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corridor example makes the exponential cost unmistakable.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the common structure beats listing four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642 — Deep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Exploration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You cannot learn about what you never 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642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bandit problem and why it is the right starting point.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the standard exploration strategies.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optimism in the face of uncertainty.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deep exploration is harder than action noise.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intrinsic motivation and its failure mode.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Bandits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problem with exploration and nothing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bandit is reinforcement learning with the sequential part removed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START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 actions, each with an unknown reward distribution, no state, and no consequences.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Pull, observe, repeat.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only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difficulty is exploration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makes it the right place to study exploration in isolation, with actual theory available.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measure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regret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cumulative difference between what you got and what the best fixed action would have given.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great deal of real work is a bandit rather than an MDP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advert to show, which layout to serve.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your actions have no lasting consequences, do not use an MDP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(M01 §4).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exploration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ε-greedy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Random with probability 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regret at fixed ε; decay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Optimistic init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Start every value too 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Free, and surprisingly effective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UCB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Mean + c·√(ln N / 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Logarithmic regret — provably near-optimal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Thompson sampling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Sample from the posterior, act greedily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Logarithmic regret; often best in practice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Boltzmann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Sample proportional to exp(Q/τ)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Temperature is hard to set across scales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Optimism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principle behind the good strategies.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Optimism in the face of uncertainty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ONE IDEA WORTH CARRYING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Act as though every uncertain option is as good as it plausibly could be.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Then either it is good (you gain) or you learn it is not (you gain information).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Either way the optimism is self-correcting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agent never persistently avoids something it has not tried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ε-greedy's actual failure.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UCB implements it explicitly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through the confidence-width term: rarely-tried actions get a large bonus that shrinks as they are sampled.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optimistic initialisation works at all: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value function initialised too high makes every unvisited state attractive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exploration is driven by the value function rather than bolted on beside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Deep 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random actions are not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DEEP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corridor: what action noise cannot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831335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557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A CORRIDOR of length n. Reward only at the far end.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Actions: left, right.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WITH EPSILON-GREEDY from a zero-initialised Q: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the agent performs a RANDOM WALK until it stumbles on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the reward. Expected time is O(2^n) -- exponential in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the corridor length.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THE PROBLEM IS NOT INSUFFICIENT RANDOMNESS. It is that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REACHING THE REWARD REQUIRES A LONG COHERENT SEQUENCE of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the same choice, and independent per-step noise destroys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coherence by construction. MORE NOISE MAKES IT WORSE.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This is called DEEP EXPLORATION, and it is the open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problem of the 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978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Randomness must be coherent over time to explore deeply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per-step action noise is coherent over exactly one step.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PARTIAL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partly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BOOTSTRAPPED DQN / RANDOMISED VALUE FUNCTIONS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sample a Q-function from an approximate posterior at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the START OF EACH EPISODE and follow it greedily.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The randomness is now PER-EPISODE, so behaviour is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coherent within an episode. Thompson sampling,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lifted to MDPs.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PARAMETER-SPACE NOISE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perturb the policy's WEIGHTS rather than its actions.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One perturbation, one coherent behaviour.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COUNT-BASED OR CURIOSITY BONUSES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reward visiting rarely-seen states (Part 4), so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exploration becomes DIRECTED rather than random.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OPTIONS / TEMPORALLY EXTENDED ACTIONS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make the coherent sequence a SINGLE action, so no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coherence has to be maintained at all.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NONE OF THEM SOLVES MONTEZUMA'S REVENGE WITHOUT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DEMONSTRATIONS OR HAND-DESIGNED HELP, which is the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honest status of the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Every one of the four makes the randomness coherent over a longer span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the common structure and the thing to remember.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Intrinsic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Rewarding novelty, and what goes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Intrinsic reward, and the noisy-TV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APPROACH AND ITS CHARACTERISTIC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Add a bonus for visiting states that are novel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measured by a visit count, a hash-based pseudo-count, or the prediction error of a learned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works, and it is the best available answer for sparse-reward tasks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curiosity-driven agents reach rewards that ε-greedy never finds.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failure is the noisy TV: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source of genuine randomness is permanently 'novel', because the prediction error never falls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agent sits in front of it forever.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Random network distillation addresses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predicting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fixed random network's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output, which is deterministic given the state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error falls with familiarity and not with predictability.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neat fix for a specific, real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Exploration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Start with ε-greedy decayed to a small floor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or with the entropy bonus of Module 07.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It is usually enough.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Diagnose before escalating: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plot state visitation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.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If the agent never reaches the rewarding region, exploration is the problem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; if it reaches it and does not learn, it is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Prefer fixing the reward over fixing the exploration.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denser reward is usually cheaper than a better explorer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with Module 10's warning attached.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Then try per-episode coherent noise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before count-based bonuses, which add a hyperparameter and a failure mode.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log the exploration parameter.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collapsed entropy or a decayed ε explains a plateau immediately.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visitation plot is the diagnostic.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It separates 'cannot find the reward' from 'cannot learn from it', which call for completely different fixes.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bandit is reinforcement learning with the sequential part removed, so exploration can be studied with actual theory — and a great deal of real work is a bandit.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UCB's formula is identical to CSCE 625's MCTS selection step, because it is the same problem.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Optimism in the face of uncertainty is self-correcting: the agent never persistently avoids what it has not tried.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Deep exploration needs a long coherent action sequence, which independent per-step noise destroys by construction.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So per-episode and parameter-space noise beat per-step action noise, and none of it solves the hardest sparse-reward tasks unaided.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noisy-TV problem is that genuine randomness is permanently novel, and random network distillation fixes it by predicting a fixed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