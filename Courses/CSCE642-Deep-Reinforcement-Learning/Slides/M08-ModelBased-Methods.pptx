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CSCE 625 connection is the structural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Connects to CSCE 636's representation learning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horizon-shortening rationale ties back to Part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642 — Deep Reinforcement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Model-Based Methods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Learn the dynamics, then plan with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642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sample-efficiency argument for model-based learning.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model exploitation and the standard defences.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Dyna and model-based policy optimisation.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latent world models and why they work.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MuZero's planning and what it learns.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argument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a model is worth learning.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learned model turns environment steps into compute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WHOLE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 01 §2's binding constraint is environment steps.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learned model can be queried millions of times for the cost of the data it was fitted 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planning or training inside the model converts a scarce resource into an abundant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single strongest argument in this field.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numbers support it: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model-based methods reach Atari performance in 100,000 frames that model-free methods need tens of millions for.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roughly the human figure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 §2) — suggesting that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great deal of the sample-efficiency gap was the absence of a model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satisfying and only partly complete explanation.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Four things to do with a learned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Generate experience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Train a model-free learner on model rollouts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7628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Dyna, MBPO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Plan at decision 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Search forward from the current state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MCTS — CSCE 625 M05; MuZero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Short-horizon control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Optimise an action sequence, execute the first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601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Model-predictive control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Differentiate through 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Back-propagate return through the dynamics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628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601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Dreamer. Powerful and delicate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Model exploitation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failure that defines the field.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policy finds where the model is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CENTRAL DIFFICULTY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policy optimised against a learned model will find the states where the model is most optimistic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that is where the model promises the most reward.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model is most wrong where it has least data, which is exactly where an exploring policy goes.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two effects compound.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Errors also compound over a rollout: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1% per-step error becomes unrecognisable after fifty steps, so long rollouts in a learned model are fiction.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CSCE 669 Module 12 §4's warning at its sharpest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optimiser seeks the corner of your model least like reality and builds its policy there.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DEFENCES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four standard defences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Short rollouts.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Branch five to ten steps from real states rather than rolling out from the start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bounds the compounding directly. MBPO's main idea.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Model ensembles.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Train several models; where they disagree, the model is uncertain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so disagreement is a usable uncertainty estimate.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Pessimism.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Penalise the reward by the model's uncertainty, so the policy avoids regions the model does not know.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re-fit continuously.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policy's exploitation generates exactly the data that corrects the exploited error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if you keep collecting.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last one is the elegant part: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the failure is self-correcting 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provided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you alternate between optimising and collecting, which is why model-based methods are iterative.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World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Learning dynamics in a latent 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WORLD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latent space, not pixels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PREDICTING PIXELS IS THE WRONG OBJECTIVE. Most of an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image's bits are irrelevant to control -- textures,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distant scenery, lighting -- and a pixel-reconstruction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loss spends its capacity on exactly those, because that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is where most of the bits are.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SO: ENCODE to a compact latent z, and learn the dynamics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THERE.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encoder     z_t = e(o_t)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dynamics    z_{t+1} = f(z_t, a_t)       (recurrent)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reward head r_t = r(z_t)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and optionally a decoder, used only as a training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  signal to keep z informative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THEN TRAIN THE POLICY ENTIRELY INSIDE THE LATENT MODEL --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thousands of imagined trajectories per real step, at no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environment cost at 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Accuracy is needed only where it affects the decision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 general modelling principle rather than a trick.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DREAMER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differentiating through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361943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087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DREAMER goes further: the latent dynamics are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DIFFERENTIABLE, so the policy gradient can be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BACK-PROPAGATED THROUGH the imagined trajectory rather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than estimated by sampling (Module 05).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-- far lower gradient variance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-- and model error now compounds through the GRADIENT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as well as through the state, which is why the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imagination horizon is kept short (Part 2).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THIS IS WHY MODEL-BASED METHODS FINALLY WORKED: the model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does not have to be accurate in pixels, only in the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features that predict reward.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28487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latent-space insight is the one to take from this module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Dreamer is what it makes possible.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MuZero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Learn a model that is useful rather than accurate.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MuZero learns a model good only for planning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IDEA THAT IS EASY TO MISS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learns three functions: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representation, a latent dynamics, and a prediction head for policy, value, and reward.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never reconstructs the observation at all.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latent state has no requirement to represent the world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only to make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predictions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correct.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model is trained end to end to support MCTS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625 §05), and its internal state may bear no resemblance to anything interpretable.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point: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model only has to be accurate in the quantities planning consumes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reward, value, and policy.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Part 3's principle taken to its conclusion.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model-based methods stand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HONEST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Clearly best on sample efficiency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one to two orders of magnitude, which is the metric that matters wherever interaction is costly.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More complex to implement and tune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several networks, an imagination horizon, and the defences of Part 2.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strongest where the dynamics are learnable: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games, simulated robotics, and systems with smooth physics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Weaker where dynamics are chaotic or involve other agents.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recommendation is: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model-free (PPO or SAC) when samples are cheap; model-based when they are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you already have a model, you are in CSCE 625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learned model turns scarce environment steps into abundant compute, which is the strongest argument in this field.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Model-based methods reach in 100,000 frames what model-free methods need tens of millions for — roughly the human figure.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policy optimised against a learned model finds where the model is most optimistic, and the model is most wrong where it has least data.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Short rollouts, ensembles, pessimism, and continuous re-fitting are the four defences, and the last makes the failure self-correcting.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Predicting pixels is the wrong objective; learning dynamics in a compact latent space is why model-based methods finally worked.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MuZero never reconstructs the observation — the model only has to be accurate in the quantities planning consumes.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