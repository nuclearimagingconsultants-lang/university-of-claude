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Saying plainly that DDPG is not the recommendation is more useful than presenting it neutrally.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all three attack one problem is the insight worth stating.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a clear recommendation; students want one and it is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642 — Deep Reinforcement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Continuous 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When you cannot enumerate the actions.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642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value-based methods fail in continuous action spaces.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deterministic policy gradients and DDPG's structure.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TD3's three fixes and what each addresses.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maximum-entropy reinforcement learning and SAC.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an algorithm for a continuous control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obstruction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One max, and it is no longer computable.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max over actions is the whole difficulty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CONTINUOUS CONTROL NEEDS NEW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Q-learning's target contains maxₐ Q(s′,a)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03 §2).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With discrete actions you enumerate; with a real-valued action vector you cannot.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solving that maximisation at every step is an optimisation problem per transition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CSCE 669's subject, run millions of times, inside the inner loop.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Two ways out.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Policy gradients never needed the max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05) — a Gaussian policy outputs a mean and a spread, and that is continuous already.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Or learn a network that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outputs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the maximiser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train it by gradient ascent through Q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deterministic policy gradient, and it is a genuinely neat idea.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DDPG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Learn the argmax with a second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TWO NETWORKS: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a CRITIC Q(s,a), trained by the usual TD error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an ACTOR mu(s), trained to OUTPUT the action that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maximises the critic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THE ACTOR'S UPDATE IS JUST THE CHAIN RULE: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grad_theta Q(s, mu(s)) = grad_a Q * grad_theta mu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The critic is differentiable in the ACTION, so you can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back-propagate through it into the actor. The actor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becomes a learned argmax.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-- which also means the actor is only as good as the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critic's action-gradient, and a critic that is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wrong in a region will confidently push the actor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there.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DDPG = this, plus a replay buffer and target networks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(Module 04), plus exploration noise added to the actor's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output since a deterministic policy does not explore.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AND IT IS NOTORIOUSLY BRITTLE: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very hyperparameter-sensitive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the critic OVERESTIMATES (Module 03 Part 4) and the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actor exploits exactly the overestimate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results vary enormously across seeds (Module 12)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So it is important historically and is not what you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should use. Part 2 and Part 3 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actor-exploits-the-critic's-error loop is the specific failure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both TD3 and SAC are principally responses to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TD3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targeted fixes.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TD3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Each fix, and what it addresses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Addresses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Clipped double 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Two critics; use the MINIMUM in the target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Overestimation (M03 §4), now deliberately pessimistic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Delayed policy update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Update the actor every d critic updates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actor chasing a critic that is still moving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Target policy smoothing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Add noise to the action in the target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601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Sharp critic peaks the actor would exploit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Soft actor-critic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Make entropy part of the objective.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Maximum-entropy reinforcement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REFRAMING SAC IS BUILT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Maximise expected return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plus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policy entropy: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J = E[Σ r + α·H(π(·|s))].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agent is rewarded for keeping its options open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exploration becomes part of the objective rather than a separate mechanism bolted beside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gives three things at once: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sustained exploration, robustness (a policy that must stay stochastic cannot depend on one narrow behaviour), and far less hyperparameter sensitivity than DDPG.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α is auto-tuned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against a target entropy in modern SAC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removes the one hyperparameter the reframing introduced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a large part of why SAC is pleasant to 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continuous control 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920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487168" y="1901952"/>
            <a:ext cx="2834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96896" y="19568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21808" y="1901952"/>
            <a:ext cx="2834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31536" y="19568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TD3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5644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SAC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Policy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2377440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6896" y="24140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Stochastic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21808" y="2377440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1536" y="24140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Deterministic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5644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Stochastic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1920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7168" y="2852928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96896" y="2889504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On-policy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21808" y="2852928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31536" y="2889504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Off-policy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5644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6175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Off-policy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Sample efficiency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87168" y="3328416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96896" y="3364992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21808" y="3328416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31536" y="3364992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5644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66175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1920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Robustness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87168" y="3803904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96896" y="3840480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21808" y="3803904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31536" y="3840480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Medium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5644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66175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79392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315968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Tuning needed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87168" y="4279392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96896" y="4315968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Little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21808" y="4279392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31536" y="4315968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Some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5644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66175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Very little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4754879"/>
            <a:ext cx="1920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" y="4791455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Best when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87168" y="4754879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96896" y="4791455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Simulator is cheap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21808" y="4754879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31536" y="4791455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Deterministic optimum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56448" y="4754879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66175" y="4791455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default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matters in a continuous control task.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Continuous control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Normalise the action space to [−1, 1]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and scale outside the agent.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Mismatched action scales are a frequent, silent failure.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Normalise observations with a running mean and variance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 single most valuable implementation detail here too.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Use a squashed Gaussian policy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(tanh on a Gaussian sample)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correct the log-probability for the squashing.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Forgetting the correction is a real bug.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Reward scale matters more than it should.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reward scaled by 1000 changes the effective learning rate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through the critic's targets.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if your real system is a robot, read Module 08 and Module 09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action-scale and log-probability-correction bugs are both silent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the agent trains, slowly and badly, with no error to find.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Simulation to reality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STATUS FOR PHYSICAL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Training on a real robot is usually infeasible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at the sample counts of Module 01 §2 — so you train in simulation and transfer.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simulation is wrong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 friction, contact, latency, and actuator dynamics.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policy trained on it exploits the inaccuracies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CSCE 669 Module 12 §4 again.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Domain randomisation is the standard answer: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randomise the simulator's parameters so the policy must work across a range, including the real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works, imperfectly, and it costs sample efficiency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policy becomes conservative.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Report the real-system performance, not the simulated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only number that means anything.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max over actions is the whole difficulty: with a real-valued action vector it is an optimisation problem per transition.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DDPG learns a network that outputs the maximiser and trains it by back-propagating through the critic — and the actor then exploits the critic's errors.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TD3's three fixes all address that one problem: make the critic pessimistic, slow the actor, and smooth the critic's peaks.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SAC adds policy entropy to the objective, so exploration is part of what is optimised rather than bolted beside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SAC is the sensible default for continuous control, and PPO is the default when massive parallel simulation is available.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Action-scale mismatch and a missing tanh log-probability correction are both silent bugs that merely make training bad.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