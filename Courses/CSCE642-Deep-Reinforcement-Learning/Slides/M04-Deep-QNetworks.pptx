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reframes 'my DQN won't train' from a bug hunt to a design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explicit that the fixes cost something is unusual and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loss-curve mistake is universal and worth stating bluntly.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Deep Q-Networks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breaks when the table becomes a network, and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deadly triad and explain each ingredient's role.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experience replay and target networks as fixes.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main DQN improvements and which are substantial.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diverging value-based agent.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DQN is and is not suitable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deadly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things that are individually fine.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Function approximation, bootstrapping, and off-policy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ANY TWO ARE SAFE; ALL THREE CAN DIVERGE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Function approximation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network generalises, so updating one state's value changes others', including ones it should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Bootstrapping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target depends on the current estimate (Module 03 §1), so an error feeds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Off-policy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states you update are not distributed as the policy you are evaluating would visit them, so the errors are weighted wrongly.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two of the three is safe. All three can diverge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provably, on examples smaller than ten states.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DQN uses all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every stabilising mechanism in this module is damage control, not refinement.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Baird's counterexample, 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 seven-state MDP with a linear value function whose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features are deliberately chosen so that the states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SHARE PARAMETERS.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Run off-policy TD on it with a behaviour distribution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that does not match the target policy's.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WEIGHTS DIVERGE TO INFINITY. Not oscillate,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converge slowly -- diverge, monotonically, forever.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WHY: updating one state's value, through the shared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parameters, changes the BOOTSTRAP TARGET of another state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 a direction that increases its error. The off-policy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weighting means the correction never arrives, because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states that would correct it are rarely visited.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SEVEN STATES. A LINEAR function approximator. No neural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network, no noise, no deep anything.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WHEN A DEEP Q-NETWORK DIVERGES, IT IS NOT A BUG 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YOUR CODE. It may be, but the algorithm diverges 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seven states too, and the fixes in Part 2 exist because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of this -- not because of implementation difficulty.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Knowing a seven-state example diverges changes how you debug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you look for the triad before looking for a typo.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Replay and target networks, and what each addresses.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mechanism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Addresses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Side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Experience replay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Correlated consecutive samples; sample reuse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Stale data from an old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moving bootstrap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Slower propagation of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Reward clipping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Loss scale varying between games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Destroys reward magnitude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Huber loss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TD errors dominating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Slower learning on large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Frame stacking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Partial observability (velocity)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4× the input 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target network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MECHANISM, PRECISELY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one, the target r + γ·max Q(s′) uses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same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network you are updating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each gradient step moves the target it was chasing.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feedback loop, and it is the bootstrapping leg of the triad at its worst.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Freeze a copy of the network and compute targets from it, updating the copy every few thousand steps.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target is now stationary between updates.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each phase is an ordinary supervised regression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636) — which is the right way to think about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cost is that value propagates slowly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update interval is a real hyperparameter.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of the many additions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Ranked by how substantial they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Double DQN.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Fixes a real, understood bias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03 §4)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 one line of code.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n-step returns.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Cheap and reliably helps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same as tabularly.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Prioritised replay.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Sample high-TD-error transitions more often.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Helps, and adds importance-weight bookkeeping that is easy to get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Duelling architecture.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Separate value and advantage streams.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Modest and cheap.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Distributional (C51, QR-DQN).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Learn the return distribution rather than its mean. A large gain, and the explanation for why is still debated.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Rainbow combines them and is much better than DQN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ablation shows prioritised replay and multi-step contribute most, which is worth knowing before adding all six.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Reading a value-based agent that is not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Symptom to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Q-VALUES GROWING WITHOUT BOUND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the triad (Part 1). Check the target network is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actually being used and updated; reduce the learning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rate; add double Q-learning.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Q-VALUES PLAUSIBLE, RETURN FLAT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exploration, or the reward. Plot state visitation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(Module 02 Part 4). If the reward is never reached,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it is exploration.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LEARNS THEN COLLAPSES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classic. Usually the replay buffer filling with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data from a changed policy, or the target network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interval being too long relative to the policy's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rate of change.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WORKS ON ONE SEED, NOT OTHERS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this is NORMAL (Module 12), not a bug. Run five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seeds before concluding anything about anything.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LOSS DECREASING, RETURN NOT IMPROVING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the loss is NOT the objective. A TD loss can fall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while the policy gets worse. NEVER judge an RL run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by its loss curve -- judge it by episode return.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THAT LAST ONE IS THE MOST COMMON MISTAKE BY PEOPLE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ARRIVING FROM SUPERVISED LEARNING, where the loss IS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 proxy for the thing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loss is not the objective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single most important habit to carry from CSCE 636 into this course, inverted.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DQN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Discrete, small action spaces.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max over actions is enumerated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large or continuous action space rules it out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Plenty of samples available.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Tens of millions,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off-policy data worth reusing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actual advantage over policy gradients.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for continuous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where samples are scarce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 where you need a stochastic 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Module 05's methods give you natively.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deadly triad is function approximation, bootstrapping, and off-policy learning — any two are safe and all three can diverge.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Baird's counterexample diverges on seven states with a linear approximator, so divergence is a property of the algorithm rather than your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target network makes each training phase an ordinary supervised regression, at the cost of slower value propagation.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stabilising mechanism has a side effect — reward clipping in particular destroys magnitude information.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Double DQN and n-step returns are the cheap reliable improvements; distributional methods help substantially and are not fully understood.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loss is not the objective: a TD loss can fall while the policy worsens, so judge a run by episode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