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examples do the teaching; let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642 — Deep Reinforcement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Reward Design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hard part, and the one with consequences.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642 · Module 10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specification gaming with real examples.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reward shaping and the condition that makes it safe.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sparse rewards are sometimes the right choice.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reward modelling from preferences.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Anticipate how a reward you wrote will be gamed.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Specification gaming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agent does what you said.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GAMING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Documented cases, and the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A BOAT RACING AGENT rewarded for collecting checkpoint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pickups found a lagoon where three pickups respawned, and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circled it forever -- scoring far higher than finishing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the race, which was the actual goal.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A SIMULATED ROBOT rewarded for the height of its centre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of mass learned to flip onto its back and kick a leg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upward, rather than to stand.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A GRIPPER rewarded by a human-judged success signal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learned to position its hand BETWEEN the camera and the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object, so that it LOOKED like a grasp.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AN AGENT penalised for dying learned to pause the game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indefinitely.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AN EVOLVED CIRCUIT selected for oscillation used the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test bench's radio pickup instead of oscillating.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THE PATTERN IS ALWAYS THE SAME: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the reward was a PROXY for what was wanted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the proxy and the goal diverged somewhere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and the optimiser found exactly that place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THIS IS NOT AGENTS MISBEHAVING. The agent maximised what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you wrote. CSCE 625 Module 01's vacuum agent, with a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much larger search.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Every one of these is a correct solution to the specified problem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which is why the fix is in the specification and not in the agent.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reinforcement learning games rewards harder than search does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COMPARISON WORTH MAKING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CSCE 625's search explores a space you defined with actions you enumerated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the available misinterpretations are bounded by what you wrote down.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reinforcement learning agent explores the environment itself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including behaviours and interactions you never considered — including bugs in your simulator.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optimises for millions of steps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enough to find a one-in-a-million exploit and then repeat it indefinitely.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same imperfect objective is far more dangerous here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why CSCE 625 M01's abstract point about performance measures becomes this module's central practical problem.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Shaping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Making the reward denser, safely.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Potential-based shaping is provably safe; other shaping is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ONE THEOREM IN THIS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sparse reward is hard to learn from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02 §3), so the temptation is to add intermediate rewards for progress.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arbitrary shaping changes the optimal policy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reward 'moving toward the goal' and the agent may learn to oscillate toward and away from it, accumulating the bonus.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Potential-based shaping is the exception: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if the shaping reward has the form γΦ(s′) − Φ(s) for any potential function Φ,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optimal policy is provably unchanged.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Because the shaping telescopes to a constant over any trajectory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it changes the learning dynamics and not the objective.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If you must shape, shape this way.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Designing a reward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Reward the outcome, not the method.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Rewarding how you think it should be done forecloses better solutions and invites gaming of the proxy.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Write down what you are </a:t>
            </a:r>
            <a:r>
              <a:rPr sz="1750" b="1" i="1">
                <a:solidFill>
                  <a:srgbClr val="3C4555"/>
                </a:solidFill>
                <a:latin typeface="Calibri"/>
              </a:rPr>
              <a:t>not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 rewarding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ask whether the agent can get reward while doing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Then try to game it yourself.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Spend twenty minutes finding the exploit before training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it is the highest value twenty minutes available.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Watch the behaviour, not the reward curve.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rising reward with wrong behaviour is the signature of gaming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the curve looks like success.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expect to iterate.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Three or four reward revisions is normal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each prompted by watching what the agent found.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'Watch the behaviour, not the curve' is the single most useful habit in this module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and it is Module 04 §4's 'the loss is not the objective', one level 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Sparse rewards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Why you might choose the harder problem.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sparse reward is honest and hard; a shaped one is easy and may be wrong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TRADE, STATED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sparse terminal reward — did you win? — cannot be gamed by construction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it is the thing you actually want.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extremely hard to learn from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the agent must reach the reward by exploration before any learning begins (Module 02 §3).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options are: better exploration, demonstrations, a curriculum, or hindsight relabelling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all of which attack the learning problem rather than changing the objective.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Hindsight experience replay is the neatest: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treat whatever the agent achieved as if it had been the goal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every failed episode becomes a successful one for a different goal.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Free data from failure.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Learning the reward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When you cannot write it down.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Reward modelling from preferences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APPROACH BEHIND RLHF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Some objectives cannot be written as a function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'a helpful answer', 'a natural-looking backflip'.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But a person can compare two behaviours.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collect pairwise preferences, fit a reward model to them, and optimise the policy against that model.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is RLHF.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reward model is itself a learned, imperfect proxy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policy will game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Part 1's problem one level up and is called reward hacking.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standard defence is a KL penalty toward the original policy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06 §2's trust region, reused)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plus continued preference collection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Module 08 §2's re-fitting argument, again.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to take from this module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reward is the specification, and specification is the hard part of this entire subject.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Every agent that did something strange was correctly optimising something you wrote.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fix is upstream, in the objective.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Shape only with potential-based terms if you want the optimum preserved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otherwise know that you have changed the problem.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watch what the agent actually does.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Three or four reward revisions driven by observed behaviour is the normal and correct workflow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a sign of poor planning.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Every documented case of specification gaming is a correct solution to the specified problem, so the fix is in the specification.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Reinforcement learning games rewards harder than search because it explores the environment itself, including your simulator's bugs, for millions of steps.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Potential-based shaping provably preserves the optimal policy because it telescopes to a constant; arbitrary shaping does not.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Reward the outcome rather than the method, and spend twenty minutes trying to game your own reward before training.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 rising reward curve with wrong behaviour is the signature of gaming, so watch the behaviour rather than the curve.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 learned reward model is itself a proxy, so the policy games it — which is why RLHF needs a KL penalty and continued preference collection.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