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simulation-vs-human-expert point is what makes DAgger practical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clear first recommendation is more useful than four equals.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Learning Without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Offline reinforcement learning and imitation.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behaviour cloning and compounding error.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DAgger and why it helps.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naive off-policy learning fails offline.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conservative methods and what they constrain.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imitation and offline reinforcement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Behaviour cloning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Supervised learning on expert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Behaviour cloning is supervised learning, and its failure is sequential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SIMPLEST APPROACH AND ITS SPECIFIC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Collect expert state-action pairs and fit a classifier or regressor.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it — it is CSCE 633, with states as inputs and actions as labels.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frequently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worth saying first: for many tasks it is the strongest option per unit of effort.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compounding error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small mistake takes the agent slightly off the expert's state distribution, where the policy is less accurate, which takes it further off.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error grows quadratically in the horizon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linearly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a distribution shift the agent causes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supervised learning has no mechanism to anticipate.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 it by asking the expert about your own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PROBLEM: training data comes from the EXPERT's state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distribution; the agent is evaluated on ITS OWN.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DAgger (dataset aggregation):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repeat: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run the CURRENT POLICY to collect states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ask the EXPERT what it would do in those states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add those labelled states to the dataset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retrain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Now the training distribution converges on the agent's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own distribution, and the error becomes LINEAR in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horizon rather than quadratic.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COST: the expert must be queryable ONLINE, in states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expert never chose to visit. For a human expert this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is laborious and sometimes impossible -- "what would you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do here?" asked about a situation the person would never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have got into.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WHICH IS WHY DAgger IS COMMON IN SIMULATION, where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"expert" is a planner or a privileged-information policy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that can be queried freely, and rare with human experts.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THIS PATTERN -- train on the distribution you will be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evaluated on -- IS THE SAME LESSON AS CSCE 753 MODULE 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quadratic-to-linear improvement is the result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comes entirely from fixing whose distribution the training data is drawn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Offline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fixed dataset, and a specific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Naive off-policy learning fails offline, for one identifiable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Q-learning is off-policy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§2),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running it on a logged dataset looks like it should work.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target contains maxₐ Q(s′,a), and the max may select an action the dataset never contains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Q(s′,a) there is an extrapolation with no data behind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Extrapolated values are arbitrary and tend to be overestimates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§4),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max actively seeks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no interaction, nothing corrects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Online, the agent would try the action and learn; offline the error compounds through bootstrapping forever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offline is harder than off-policy.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offline methods and what each constrains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BCQ / BEAR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Restrict actions to those near the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policy's action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Penalise Q on out-of-distribution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value function, which is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Expectile regression; never query unseen actions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Avoids the max entirely. Simple and strong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Decision transformer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Sequence model conditioned on desired return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it is supervised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Imitation or offline reinforcement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one, given your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Expert data, and you want expert behaviour: behaviour cloning.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simpler and frequently as good.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Expert data, and the expert is queryable: DAgger.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It fixes the compounding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Mixed-quality data, and you want to beat the data: offline RL.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This is the only case where it clearly wins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can stitch good segments from mediocre trajectories.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Narrow, uniformly expert data: offline RL gains little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there is nothing better to find.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no reward labels at all: imitation, or inverse reinforcement learning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 infer the reward.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'Can it beat the data?' is the question that separates them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honest answer is that it depends on the data containing better behaviour somewhere to be stitched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Evaluating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hardest part, and the least discussed.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evaluate an offline policy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know a policy's value you must run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in a genuinely offline setting you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Off-policy evaluation estimates it from logged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importance sampling, doubly robust estimators, fitted Q-evaluation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all of them have high variance when the policies differ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when you need the estimate: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learned policy resembles the data's, there was little point learning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offline training with a small, careful online evaluation is the realistic workflow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purely offline claims should be stated as estimates with their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SUBFIELD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Healthcare, education, and anything where exploration harms someone.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try a random treatment to see what happens.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Industrial control and robotics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 bad action damages equipment and logged operational data is plentiful.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Recommendation and dialogue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enormous logs exist and online experimentation is constrained.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language model alignment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RLHF is offline reward modelling plus online policy optimisation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§4), which is the largest deployed application of anything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Behaviour cloning is supervised learning and frequently works; its failure is compounding error, quadratic in the horizon.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DAgger converges the training distribution onto the agent's own, making the error linear — at the cost of needing an online queryable expert.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Offline reinforcement learning fails naively because the max selects actions the dataset never contains, and nothing corrects the extrapolation.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IQL avoids the max entirely, so the failure cannot occur, which makes it the right first attempt.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'Can it beat the data?' separates imitation from offline RL, and the answer depends on the data containing better behaviour to stitch.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cannot evaluate an offline policy offline, because every estimator has high variance exactly when the policy differs from the data's.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