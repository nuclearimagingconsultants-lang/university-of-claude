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concrete standard; vague calls for rigour do not change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item is the one most often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best-checkpoint point is a specific, widespread, fixable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Reproducibility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variance is larger than the effects.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seed variance and its magnitude in this field.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single-seed comparisons are uninformative.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Report results with appropriate statistics.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confounds beyond seeds.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the literature with calibrated scepticism.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Measured, repeatedly, and not disputed.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Seed variance routinely exceeds the differences between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FACT OF THIS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the identical algorithm on the identical task with different random seeds and the results differ enormously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frequently by more than the gap between two published methods.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groups of five seeds from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same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algorithm can appear to be two different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non-overlapping confidence intervals.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comparison on one or two seeds carries almost no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great deal of the published comparison literature is at that standard.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measured, replicated, and not seriously disputed.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property of the field rather than an accusation against anyone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knowing it is necessary to read the literature.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variance is so large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data depends on the policy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depends on the data.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 early lucky trajectory compounds; so does an early unlucky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Exploration is stochastic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two runs see different parts of the state space entirely.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Instability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04 §1)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means a run can diverge for reasons that are seed-dependent.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collapse is frequently unrecoverable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06 §2), so the outcomes are bimodal rather than spread.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why the mean is a poor summary: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averaging a bimodal distribution describes neither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feedback from policy to data is the root cause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the one thing that genuinely distinguishes this from supervised learning's seed variance.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 about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1/2: seeds and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MINIMUM: FIVE SEEDS. Ten if you can afford it. And REPORT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HOW MANY -- a result with the seed count omitted cannot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be assessed at all.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PLOT ALL THE RUNS, or a median with an interquartile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range. NOT a mean with a standard deviation, which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assumes a distribution the data does not have (Part 1).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REPORT THE INTERQUARTILE MEAN across seeds and tasks. It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is robust to the outlier runs that dominate a plain mean,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and the Rliable tooling computes it for you.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REPORT PERFORMANCE PROFILES: the fraction of runs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exceeding each score threshold. This shows the whole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distribution rather than a single statistic, and it makes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bimodality visible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interquartile mean and performance profiles are the field's own recommended practice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with free tooling — and adopting them costs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2/2: budgets and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REPORT THE SAMPLE BUDGET. "Better after 10M steps" and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"better after 1M steps" are different claims, and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learning curves frequently cross.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TUNE THE BASELINE AS HARD AS YOU TUNED YOUR METHOD. An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untuned baseline is not a comparison. This is the single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largest source of overstated improvements in the field,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and it is CSCE 633 Module 02's baseline discipline with a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very specific target.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AND FIX EVERY SOURCE OF RANDOMNESS you can control: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environment seeds, network initialisation, action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sampling, and the framework's global RNG state. Then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report what you fixed, because full determinism is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usually unattainable.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An untuned baseline is not a comparison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one item here that costs real effort, and the one that buys the most credibility.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other confounds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Seeds are not the only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else makes comparisons invalid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to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Implementation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exceed the algorithmic difference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Match them, or use one codebase (M06 §3)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Hyperparameter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Whoever tuned more wins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Equal budget, reported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Environment 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Reward and termination change between versions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 the exact 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Evaluation protocol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checkpoint vs final vs average differ greatly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 it; prefer final or average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Selective task 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Choosing the tasks where you win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Report the whole suite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the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Calibrated scepticism, not cynicism.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Questions to ask of any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How many seeds, and is the spread shown?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fewer than five, or only a mean, the comparison is weak evidence.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Was the baseline tuned?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By whom, and with what budget?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improvement larger than the seed spread?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not, it is not established.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there a released implementation that reproduces the reported number?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Frequently there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does the method appear in anyone else's benchmark a year later?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Durable adoption is the strongest available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That last question is the most reliable filter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costs one search — methods that work get 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module exists here and not as a footnote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course cannot teach you to evaluate reinforcement learning results without saying that the field's standard practice has been inadequate.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improving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tooling exists, the statistics are published, and major venues increasingly require seed reporting.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still common to see three-seed comparisons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confident claims, which the variance measurements say cannot be supported.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instruction is simple: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seeds minimum, spread shown, baseline tuned, protocol stated.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Meet that standard and your results mean something regardless of what anyone else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Seed variance in this field routinely exceeds the differences between published methods, which is measured and not disputed.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Two groups of five seeds from the same algorithm can look like two different algorithms.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root cause is the feedback from policy to data, which supervised learning does not have.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Outcomes are frequently bimodal, so a mean with a standard deviation describes neither mode — use interquartile means and performance profiles.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untuned baseline is not a comparison, and it is the largest source of overstated improvements.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'Best checkpoint over training' is test-set selection and is extremely common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