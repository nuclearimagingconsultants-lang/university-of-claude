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'guess toward a guess' framing is the thing students find strange and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n-step as the interpolation makes it obvious rather than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two updates side by side before interpreting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students reproduce cliff walking; it is worth the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Learning Values from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Temporal difference, and the on/off-policy distinction.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temporal-difference update.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Monte Carlo and temporal-difference learning.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on-policy from off-policy and demonstrate the difference.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n-step returns and eligibility traces.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maximisation bias and double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Temporal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Bootstrap from your own estimate.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update, and what is remarkable about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V(s) ← V(s) + α [ r + γV(s′) − V(s)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Move the estimate toward the observed reward plus the discounted estimate of where you landed.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bracket is the TD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discrepancy between your prediction and a one-step-better prediction. Learning is driven by surprise.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It learns from ONE transition, without waiting for the episode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what makes it usable online, in continuing tasks, and in long episodes.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It updates a guess toward another guess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sounds unsound and converges — because the second guess is anchored by a real observed reward.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Monte Carlo against temporal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Monte Carlo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Temporal 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actual return to the end of the episode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 + γV(s′) — bootstrapped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Unbiased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Biased while V is wrong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Variance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— the whole episode's randomness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 — one step's randomness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Episodes to terminate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Nothing. Works online and continually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Markov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Does not rely on 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Relies on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On-policy and off-policy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distinction with the clearest demonstration in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SARSA AND Q-LEARNING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character apart, and completely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SARSA (on-policy):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Q(s,a) &lt;- Q(s,a) + a[ r + g*Q(s',a') - Q(s,a) 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where a' is the action ACTUALLY TAKEN next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Q-LEARNING (off-policy):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Q(s,a) &lt;- Q(s,a) + a[ r + g*max_a' Q(s',a') - Q(s,a) 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where the max is over ALL available actions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SARSA learns the value of THE POLICY IT IS FOLLOWING,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exploration included. Q-learning learns the value of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OPTIMAL POLICY, regardless of what it is actually doing.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One term differs, and the two algorithms answer different questions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the next slide makes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CLIFF WALKING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demonstration worth reproducing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 grid with a cliff along the bottom row. The shortest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path runs right along the cliff edge. The agent behaves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EPSILON-GREEDILY throughout.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Q-LEARNING learns the cliff-edge path -- correctly, since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it IS optimal for a greedy policy -- and then FALLS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OFF THE CLIFF REGULARLY, because epsilon occasionally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steps sideways.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SARSA learns a path one row further from the cliff, which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is SUBOPTIMAL for a greedy policy and BETTER for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epsilon-greedy policy it is actually running, because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that policy sometimes steps randomly and SARSA has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accounted for it.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SARSA ACHIEVES HIGHER ONLINE REWARD.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Q-LEARNING ENDS WITH THE BETTER FINAL GREEDY POLICY.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This is the clearest demonstration of the distinction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that exists. Reproduce it once and it is permanent.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Off-policy learning is what allows replay and offline data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(Modules 04, 09) — and it is also where instability comes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Credit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n-step returns and traces.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n-step returns, and why eligibility traces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INTERPOLATING 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n-step return uses n real rewards and then bootstraps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n = 1 is TD and n = ∞ is Monte Carlo.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best n is almost always strictly between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 = 3 to 5 is a common default.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single cheapest improvement to a value-based agent.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Eligibility traces (TD(λ)) average over all n at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implemented backwards with a decaying eligibility per state — so the cost is one pass rather than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traces are less used in deep reinforcement learning than they deserve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partly because replay buffers make the backward view awkward — which is an engineering accident rather than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Maximisation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Q-learning overestimates, systematically.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max of noisy estimates is biased upward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REAL AND FIXABLE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Q-learning's target contains maxₐ Q(s′,a), and the maximum of several noisy estimates exceeds the maximum of their true values in expectation.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bias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systematic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not noise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propagates: an overestimated value becomes another state's target.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Double Q-learning fixes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using one estimator to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select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maximising action and another to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evaluate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— so the selection noise and the evaluation noise are independent.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same fix becomes Double DQN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§3), where it is one of the few modifications with an unambiguous, measurable, and well-understood benefit.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use, tabularly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Q-learning with n-step returns and double estimation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the sensible tabular default.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SARSA when online performance during learning matters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real robot, or a deployed system.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Monte Carlo when episodes are short and the Markov property is doubtful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since it does not rely on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expected SARSA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average over the policy rather than sampling a′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has lower variance than SARSA at no extra cost.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Everything here converges, tabularly.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 04 is where that stops being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Implement all of these tabularly before Module 04.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Every deep method is one of them with a network, and the bugs are far easier to find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Temporal difference moves an estimate toward a reward plus another estimate — a guess toward a guess, anchored by a real observed reward.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Monte Carlo is unbiased with high variance; temporal difference is biased with low variance, and n-step returns interpolate.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SARSA learns the value of the policy it is following including its exploration; Q-learning learns the optimal policy's value regardless.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Cliff walking is the clearest demonstration: SARSA takes the safer path and gets more online reward, Q-learning the optimal path and falls off.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Off-policy learning is what allows replay and offline data, and it is also where instability comes from.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max of noisy estimates is biased upward systematically, and double estimation fixes it by separating selection from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