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 condition is the single most useful conclusion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Ending with a clear ordering is the useful thing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Where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honest scope, and what to do with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where reinforcement learning has demonstrably worked.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those successes had in common.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same approach fails elsewhere.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between this course and CSCE 625 for a given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reinforcement learning result can honestly 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successes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has actually worked, and what they share.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SUCCESSES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it demonstrably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was achieved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Enabling 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Board games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Superhuman, from self-play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Perfect simulator; clear reward; self-play (M11)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Video games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Superhuman in several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 simulator; enormous compute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Simulated robotics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Locomotion and manipulation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 samples; transfer with randomisation (M07)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Chip and system tuning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Placement, cooling, compilers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 evaluator; clear objective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LLM alignment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RLHF — the largest deployment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 rollouts; learned reward (M10 §4)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Recommendation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Mostly bandits, honestly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Huge traffic; short horizon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successes have in common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FOUR CONDITIONS, AND ALL FOUR 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cheap, fast simulator or evaluator.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Module 01 §2's constraint, satisfied.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reward that is genuinely what you want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a reward model you can keep correcting (Module 10).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problem where no good hand-written policy existed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comparison against CSCE 625 was lost honestly.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tolerance for occasional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there are no guarantees.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Check all four against your problem before committing; three of four is not enough.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why, specifically.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failure conditions, each traceable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Real-world interaction is the binding cost.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Physical robots, clinical settings, anything with a per-step price.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 01 §2.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reward cannot be specified.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Module 10's problem, and it is not a tooling gap.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guarantee is required.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Safety-critical control.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CSCE 625 gives guarantees and this course does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hand-written policy already works.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the comparison is lost before it starts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this is more common than the literature suggests.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decisions are independent.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That is supervised learning or a bandit, both far easier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02 §1).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Each failure is traceable to a specific missing condition from Part 1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means the assessment is a checklist rather than a judgement.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This course or CSCE 625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decision, made concrete.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Reinforcement learning or classical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CSCE 625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This course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model of the dynamics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Interaction, in enormous quantity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Optimality, proofs, microsecond runtime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policy, and no guarantees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Debugging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Trace the 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Seeds, curves, and patience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Handles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Known, crisp dynamics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Unknown or unwritable dynamics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Designer control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Through the reward, indirectly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Try first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7977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340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When the first column fails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hybrid is usually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Learn what cannot be written and compute what can.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Learn a dynamics model, then plan with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 — which is the most reliable combination.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learn a value function or heuristic and use it inside a classical search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AlphaZero, and CSCE 625 M05 §3's synthesis.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learn perception and plan over the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CSCE 753 Module 13 §2's division.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every case the learned part supplies what nobody could write, and the structured part supplies the guarantees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same conclusion all three courses this semester reached independently.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the semester, and the program's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reinforcement learning result can honestly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'Mean return 312, interquartile mean 298, across ten seeds, after 5M environment steps; four of ten seeds failed to learn.'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'It beats a tuned scripted baseline by 18% on this task, and loses to it on two of the five others.'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'Trained in simulation; real-system performance is 64% of simulated, measured over 40 trials.'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'The reward is a proxy for X; the agent exploits it by Y, which we mitigated by Z and did not eliminate.'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what you cannot say: 'the agent learned to play'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unqualified, without the seeds, the budget, or the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honest claim here names the seeds, the budget, and the baseline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Module 12 established that a claim without them is not assessable.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course, and this semester, leave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implement and diagnose value-based and policy-gradient methods, choose between them, and recognise which leg of the deadly triad a method reintroduces.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design a reward and anticipate how it will be gamed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skill with the most consequence in this course.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can evaluate a result to a standard the field frequently does not meet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five seeds, spread shown, baseline tuned.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Semester 7 was perception, reasoning, and learning-to-act: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753 recovered the world from images, CSCE 625 decided what to do with a known model, and this course learned what to do without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closing rule has not changed in twenty-one courses: state what you measured, state what you assumed, and never claim more than you established.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demonstrated success has a cheap, fast way to evaluate an action, and that is the condition to check against your own problem.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four conditions are a cheap simulator, a specifiable reward, no good hand-written policy, and tolerance for occasional failure — and three of four is not enough.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Each failure condition is traceable to a specific missing condition, which makes the assessment a checklist rather than a judgement.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Try CSCE 625 first: most sequential decision problems that look like reinforcement learning are planning problems with an unmeasured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hybrid is usually right — learn what cannot be written and compute what can.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Every honest claim names the seeds, the sample budget, and the baseline, because without them it is not assessable.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