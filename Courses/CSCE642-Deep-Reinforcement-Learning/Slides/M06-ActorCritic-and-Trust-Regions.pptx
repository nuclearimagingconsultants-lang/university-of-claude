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lambda and gamma are separate dials; students conflate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explanations miss the asymmetry; it is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'Robust, not best' is the honest characterisation.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Actor-Critic and Trust Regions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Both halves, and the default algorithm.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actor-critic and what each component contributes.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generalised advantage estimation.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trust region is needed and what TRPO computes.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PPO and why it became the default.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PPO correctly, including the details that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Actor-critic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baseline becomes a second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Actor-critic is a policy gradient with a learned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THERE IS NOTHING MORE TO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actor is the policy, updated by the policy gradient.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critic is a value function, used as the baseline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critic reduces the actor's gradient variance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actor generates the data the critic learns from.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critic lets you bootstrap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use r + γV(s′) instead of the full return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reduces variance further and introduces bias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03 §1's trade exactly.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actor-critic reintroduces the bootstrapping leg of the triad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it is less stable than pure policy gradients and more sample-efficient. Nothing is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Generalised advantage estimation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Â = Σ (γλ)ˡ δ_{t+l},   δ_t = r_t + γV(s_{t+1}) − V(s_t)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 exponentially weighted average of n-step advantage estimates.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λ = 0 is one-step TD; λ = 1 is Monte Carlo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λ is the bias-variance dial, and it is continuous — Module 03 §3's n-step, made smooth.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λ ≈ 0.95 and γ ≈ 0.99 are the usual defaults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And they are good defaults, which is unusual in this field.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GAE is the single most useful piece of machinery in modern policy optimisation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in every implementation and it is three lines.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a trust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problem a step size cannot solve.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large policy update can be unrecoverable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WORSE THAN IN SUPERVISED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supervised learning a bad step raises the loss and the next step corrects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data is unchanged.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reinforcement learning a bad step changes the policy, which changes the data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agent may now be collecting experience from a region where it cannot recover.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performance collapse is not symmetric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frequently permanent within a training run.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'learns then collapses' symptom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fixed learning rate cannot prevent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same parameter step produces very different policy changes depending on where you are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the constraint has to be on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policy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not on the parameters.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TRPO AND 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Constrain the policy change, two 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TRPO: maximise the surrogate objective subject to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KL( pi_old || pi_new ) &lt;= delta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-- a constraint in POLICY space, not parameter space,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which is the whole point: the same weight change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means different things in different places.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-- solved by a conjugate-gradient step using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Fisher information matrix (the natural gradient).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-- Principled, provably monotone improvement under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its assumptions, and a genuine pain to implement.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PPO: approximate the same thing with CLIPPING.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ratio r = pi_new(a|s) / pi_old(a|s)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objective = min( r * A,  clip(r, 1-e, 1+e) * A )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If the ratio moves beyond [1-e, 1+e] in the direction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that would IMPROVE the objective, the gradient is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CLIPPED TO ZERO. The update stops pushing.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If it moves in the direction that makes things WORSE,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it is NOT clipped -- so the policy can always be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pulled back.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THAT ASYMMETRY IS THE DESIGN. e = 0.2 typically.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PPO IS THE DEFAULT because it is twenty lines, uses a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first-order optimiser, allows several epochs per batch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(Module 05 Part 3), and performs close to TRPO.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PPO's asymmetric clipping is the detail to understand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blocks over-improvement and permits correction, which is what makes it behave like a trust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Implementing PPO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details that are not in the paper.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actually determines PPO's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Observation and advantage normalisation.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Running normalisation of observations is worth more than most algorithmic choices.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Orthogonal initialisation, and a small final-layer gain for the policy head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so the initial policy is close to uniform.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Learning rate annealing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to zero over training.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Consistently helps.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Value loss clipping, gradient norm clipping at 0.5, and a small entropy bonus.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correct handling of episode boundaries in GAE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bootstrapping across a terminal state is a real bug that silently costs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These details account for much of the reported difference between PPO implementations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a finding about the field as much as about the algorithm (Module 12).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implementation-detail finding,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IT MEANS FOR READING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Careful studies have found that PPO's performance depends heavily on implementation details not described in the paper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some reported algorithmic advances disappear when the details are matched.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a serious finding about the field's evidential standards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minor caveat — and Module 12 develops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practical response is to compare against a strong tuned baseline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the details present, rather than against a paper's reported number.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to read a reference implementation rather than only the paper.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CleanRL's single-file PPO is the right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nothing is hidden behind a framework.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PPO, and when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PPO against the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Fast simulator, parallel envs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Simple, robust, scales with parallelism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Samples are expensive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SAC (M07)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Off-policy; reuses everything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Discrete, small actions, many samples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DQN variants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Replay efficiency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few samples available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Model-based (M08)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Orders of magnitude fewer steps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fixed dataset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Offline RL (M09)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PPO cannot use it at 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Actor-critic is a policy gradient with a learned baseline, and bootstrapping through the critic reintroduces the triad's third leg.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GAE's λ is a continuous bias-variance dial separate from γ, and 0.95 with 0.99 are genuinely good defaults.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bad policy step changes the data distribution, so collapse is asymmetric and frequently permanent within a run.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constraint must be in policy space rather than parameter space, because the same weight change means different things in different places.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PPO's clipping is asymmetric: it blocks over-improvement and permits correction, which is what makes it act as a trust region.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PPO's performance depends heavily on implementation details absent from the paper, which is a finding about the field's evidential standards.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