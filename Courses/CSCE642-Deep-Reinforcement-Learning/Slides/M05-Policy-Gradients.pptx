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Emphasising what is missing from the formula is the clearest way to teach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verify the zero-expectation step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Naming the trade explicitly prevents the 'which is better'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642 — Deep Reinforcement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Policy Gradients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Optimise the policy directly.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642 · Module 05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policy gradient theorem.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derivation needs no model of the environment.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baselines and variance reduction.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policy gradients against value-based methods.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on-policy methods discard their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derivation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trick that makes it possible.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POLICY GRADIENT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theorem, and the step that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∇J(θ) = E[ ∇log π(a|s;θ) · R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gradient of expected return is an expectation of the score function times the return.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The step: ∇p = p · ∇log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log-derivative trick. It converts a gradient of an expectation into an expectation of a gradient.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Note what is ABSENT: any gradient of the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No ∇P, no model. The environment's dynamics appear only inside the expectation, which you estimate by sampling.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That absence is the whole reason this works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you are differentiating only your own policy, which you wrote and can differentiate.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REINFORCE, and why it is so high-variance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SIMPLEST ALGORITHM, AND ITS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 an episode, compute the return, and push up the log-probability of every action taken, in proportion to the return.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the whole algorithm.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unbiased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it works on tiny problems.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variance is enormous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for two reasons: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return is a Monte Carlo estimate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 §1)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every action in the episode is credited with the whole return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including actions taken after the reward was earned.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gradient estimate is dominated by which episodes happened to go well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rather than by which actions caused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Part 2 is entirely about fixing that.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Variance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fixes, all necessary.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VARIANCE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 baseline is free, and what else helps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SUBTRACT A BASELINE: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grad = E[ grad log pi(a|s) * (R - b(s)) ]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THIS DOES NOT CHANGE THE EXPECTATION, for any b that does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not depend on the action: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E[ grad log pi(a|s) * b(s) ] = b(s) * grad sum_a pi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                          = b(s) * grad 1 = 0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subtracted term has expectation EXACTLY ZERO.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SO THE BIAS IS UNCHANGED AND THE VARIANCE FALLS, often by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an order of magnitude. It is as close to free as anything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in this field gets.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THE BEST SIMPLE BASELINE is V(s) -- the expected return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from that state. Then (R - V(s)) is the ADVANTAGE: how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much better this action turned out than average.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-- and now you need a value function after all, which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 is Module 06's actor-critic.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TWO MORE FIXES: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CAUSALITY / reward-to-go -- credit an action only with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rewards that came AFTER it. Actions cannot affect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the past, so including earlier rewards is pure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noise. Free, and always correct.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NORMALISE the advantages within a batch -- subtract the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mean, divide by the standard deviation. Technically</a:t>
            </a:r>
          </a:p>
          <a:p>
            <a:pPr algn="l">
              <a:lnSpc>
                <a:spcPct val="105000"/>
              </a:lnSpc>
            </a:pPr>
            <a:r>
              <a:rPr sz="793" b="0" i="0">
                <a:solidFill>
                  <a:srgbClr val="E4E8EF"/>
                </a:solidFill>
                <a:latin typeface="Consolas"/>
              </a:rPr>
              <a:t>        introduces a bias; universally done; helps a 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baseline proof is two lines and worth doing once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is the clearest example of reducing variance without touching bias.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Against value-based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each is good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Policy gradients against value-based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Policy gradient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754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Value-based (DQN)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policy directly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Q, then acts greedily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Continuous or discrete, natively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Discrete, small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Stochastic policies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Natural — and sometimes optimal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Awkward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Sample efficiency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70048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79776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Poor — on-policy, so data is discarded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— replay reuses everything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Stability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70048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79776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Better — no bootstrapping leg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84848" y="4279392"/>
            <a:ext cx="4754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94576" y="4315968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Worse — the triad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Converges to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70048" y="4754879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79776" y="4791455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local optimum, reliably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84848" y="4754879"/>
            <a:ext cx="4754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94576" y="4791455"/>
            <a:ext cx="4535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Possibly nothing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On-policy methods throw their data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COST NOBODY MENTIONS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policy gradient is an expectation under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current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policy.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experience from an older policy is not a valid sample for the current gradient.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every batch is used once and discarded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 enormous waste compared to a replay buffer that reuses each transition dozens of times.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Importance sampling can correct for the mismatch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reweight by the ratio of action probabilities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variance of the correction explodes as the policies diverge.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what PPO's clipping manages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06 §3):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reuse a batch several times, but only while the policies remain close enough for the correction to be trustworthy.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In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do and what to watch.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Running a policy-gradient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reward-to-go and a learned value baseline.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Plain REINFORCE is a teaching tool, not a method.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Normalise advantages per batch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normalise observations too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CSCE 633's feature scaling, which matters as much here.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Log policy entropy.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collapsed entropy means the policy has become deterministic and stopped exploring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explains most plateaus.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large batches.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gradient is a noisy expectation and variance falls as 1/B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669 M08) — so batch size matters more here than in supervised learning.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watch the gradient norm.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Clip it; spikes are real and destructive.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Entropy and gradient norm are the two most informative logs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neither is the loss — which Module 04 §4 established is uninformative.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log-derivative trick converts the gradient of an expectation into an expectation of a gradient, and no gradient of the environment appears.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REINFORCE is unbiased and enormously high-variance, because every action is credited with the whole episode return.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Subtracting any action-independent baseline leaves the expectation unchanged and reduces variance — as close to free as this field offers.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Reward-to-go is always correct and free: an action cannot affect rewards that preceded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Policy gradients handle continuous and stochastic policies natively and are more stable; value-based methods are more sample-efficient.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On-policy methods discard every batch after one use, which is what PPO's clipping exists to partially recover.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642 · Deep Reinforcement Learning  —  Module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