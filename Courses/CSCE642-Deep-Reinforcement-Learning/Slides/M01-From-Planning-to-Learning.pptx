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is the map of the whole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Putting the planning row first sets the honest 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642 — Deep Reinforcement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From Planning to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Two substitutions, and everything that follows.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642 · Module 01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two differences from CSCE 625's MDP.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sample inefficiency and where it comes from.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model-free from model-based approaches.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Classify reinforcement learning settings by what access you have.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Decide whether a problem calls for learning at 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two substitutions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same equation, two things removed.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Reinforcement learning is CSCE 625's MDP with two things taken 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FRAMING FOR THE WHOLE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Bellman equation is unchanged.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V*(s) = maxₐ Σ P(s′|s,a)[R + γV*(s′)] is still the thing you are solving.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Substitution one: you do not know P or 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So you cannot sum over s′ — you must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sample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by acting and observing.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Substitution two: the state space is too large to tabulate.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So V or Q becomes a function approximator — a network (CSCE 636).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 difficulty in this course traces to one of those.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Sampling causes inefficiency and makes exploration a problem; approximation causes instability and removes the guarantees.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Keep the attribution clear and the field becomes comprehensible.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each substitution costs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94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276148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7121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 model (sampling)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754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 table (approximation)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Causes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148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121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Sample inefficiency; exploration is required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Instability; generalisation across states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Modules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6148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7121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02, 03, 08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04, 05, 06, 07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Guarantees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6148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7121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Convergence with enough visits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None, in general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6148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7121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Better exploration; learn a model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Replay, target networks, trust regions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Residual problem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6148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7121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Millions of steps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4279392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15968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Seed variance (M12)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Sample inefficiency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number that shapes everything.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sample counts are the first thing to internalise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MATTERS MORE THAN IT SOUNDS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Atari at human level: tens of millions of frames.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human reaches the same level in a couple of hours — roughly 100,000 frames.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Continuous control: millions of steps for a task a scripted controller does immediately.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reinforcement learning is viable where samples are cheap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simulator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very difficult where they are not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most of the physical world.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single fact determines the field's shape: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successes are in games and simulation, and the robotics work is mostly about transferring from simulation or about learning a model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08).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access you have decides the method.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Classify your access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108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You have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5887" y="1901952"/>
            <a:ext cx="29260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85615" y="19568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Setting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196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169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5887" y="2377440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85615" y="24140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Planning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625 M10. Not this course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fast simulator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75887" y="2852928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5615" y="2889504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On-policy RL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PPO. Modules 05–06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Expensive interaction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75887" y="3328416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85615" y="3364992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Off-policy RL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169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SAC, or model-based (M07, M08)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fixed logged dataset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75887" y="3803904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85615" y="3840480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Offline RL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0196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169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CQL, IQL. Module 09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Expert demonstrations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75887" y="4279392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85615" y="4315968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Imitation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0196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1169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Behaviour cloning, DAgger. M09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reward you cannot write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75887" y="4754879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85615" y="4791455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Preference learning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01968" y="4754879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11696" y="4791455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RLHF. Module 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Model-free and model-based, and why both exist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CENTRAL ARCHITECTURAL SPLIT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Model-free: learn a value function or a policy directly from experience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no explicit model of the dynamics. Simpler, and it is Modules 03–07.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Model-based: learn P and R, then plan with them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625 M10)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or use them to generate synthetic experience.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Module 08.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Model-based is far more sample-efficient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a learned model can be queried millions of times for the cost of one real step.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harder, because model errors compound over a rollout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policy optimised against a flawed model exploits the flaw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CSCE 669 Module 12's warning in its sharpest 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Should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question to answer before Module 02.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When reinforcement learning is the right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Yes: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sequential decisions, delayed consequences, a simulator, no good hand-written policy, and a reward you can actually specify.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No, if a scripted policy works.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It will be faster, debuggable, and tunable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(CSCE 625 M01 §4).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No, if you have the model.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Plan instead.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Computing beats learning when you can compute.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No, if decisions are independent.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That is supervised learning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far easier and better understood (CSCE 633).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no, if you cannot specify the reward.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Module 10 is about how badly that goes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it goes badly.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'No' is a respectable answer and the project accepts it with evidence.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</a:t>
            </a:r>
            <a:r>
              <a:rPr sz="1050" b="1" i="1">
                <a:solidFill>
                  <a:srgbClr val="798290"/>
                </a:solidFill>
                <a:latin typeface="Calibri"/>
              </a:rPr>
              <a:t>Knowing when not to use a method is part of knowing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Reinforcement learning is CSCE 625's MDP with the model unknown and the table replaced by an approximator — and the Bellman equation is unchanged.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Not knowing the model causes sample inefficiency and makes exploration necessary; approximation causes instability and removes the guarantees.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Tabular reinforcement learning converges; deep reinforcement learning is an empirical discipline.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Atari at human level takes tens of millions of frames against a human's hundred thousand, which determines the field's shape.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Classify your access first — and if you have or can build a model, computing beats learning.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Model-based methods are far more sample-efficient and harder, because a policy optimised against a flawed model exploits the flaw.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