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rock-paper-scissors cycle makes this immediately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fixed-benchmark point is the practical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cases are genuinely different problems and should not be blended.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Multiple Agents and Self-Play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When the environment learns too.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non-stationarity and why it breaks the MDP assumption.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self-play and why it produces a curriculum.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cycling problem and population-based responses.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cooperative from competitive multi-agent learning.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centralised training with decentralised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Non-stationarity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assumption that fails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the other agents learn, your environment is not an MDP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MDP's transition function is fixed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625 M10 §1).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other agents are part of the environment and they are learning, P changes over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convergence argument in this course is void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empirically, agents chase each other's changing behaviour rather than converging.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Replay buffers become actively misleading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stored transitions describe how opponents behaved, which is no longer how they behave.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right solution concept changes.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 'optimal policy' independent of the others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target is an equilibrium (CSCE 625 M12 §4), which may not be unique.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Self-play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agent's opponent is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Self-play generates a curriculum automatically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WORKS SO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Play against a copy of yourself.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opponent is always exactly at your level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task is always at the right difficulty — which is a curriculum nobody had to design.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scales: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the agent improves, the opponent improves, so there is no performance ceiling imposed by a fixed opponent.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how superhuman play was reached in Go, chess, and shogi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no human games at all in AlphaZero's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was the striking result.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mechanism is simple enough to be suspicious of: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works beautifully in two-player zero-sum games with a clear win condition, and much less well elsewhere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CYCLING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naive self-play can go in circles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IN ROCK-PAPER-SCISSORS, naive self-play CYCLES: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the agent learns rock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its opponent (a copy) learns paper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which learns scissors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which learns rock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No progress, forever -- and note that EACH STEP IS A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GENUINE IMPROVEMENT against the current opponent.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Nothing is malfunctioning.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THE DIAGNOSIS: the game is NON-TRANSITIVE. Strength is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not a single number, so "better than the last version"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does not mean "better".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Non-transitivity is the diagnosis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cycle is built from individually correct improvements, which is what makes it hard to notice.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how the cycling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OPPONENT POOLS -- play against a sample of PAST versions,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not only the current one. The agent must now beat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everything it has previously been, which rules out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cycling back to a strategy it already defeated.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FICTITIOUS SELF-PLAY -- play against the historical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AVERAGE policy, which provably converges to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equilibrium in two-player zero-sum games.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POPULATION METHODS (PSRO, league training) -- maintain a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diverse population with distinct strategies and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dedicated exploiters, which is what the StarCraft II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result required.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AND THE EVALUATION PROBLEM IS REAL: "it beats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previous version" is NOT evidence of progress in a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non-transitive game. Maintain a FIXED benchmark set of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opponents and report against that, unchanged.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 response forces the agent to be good against more than one thing at a time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their common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different problem, with a different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Competitive against cooperative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Competitive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Cooperative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Reward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Opposed — zero-sum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Shared, or team-based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 part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Non-transitivity and cycling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Credit assignment across agents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Self-play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Works extremely well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not apply in the same way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Key difficulty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Evaluating progress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agent caused the team's result?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Standard answer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Opponent pools, populations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CTDE; value decomposition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Centralised training, decentralised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DOMINANT COOPERATIVE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During training, the critic sees everything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agents' observations and actions — so the learning problem is stationary and credit assignment is tractable.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execution each agent uses only its own observation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deployed system is genuinely decentralised.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dominant architecture for cooperative multi-agent learning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value decomposition methods (VDN, QMIX)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factor the team value into per-agent terms so each agent can act greedily on its 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QMIX's constraint is the clever part: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require the mixing to be monotone in each agent's value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that maximising individually maximises the team — which makes decentralised execution provably consistent with the centralised optimum.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a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this is actually good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Multi-agent learning in a game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Self-play for a competitive AI opponent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in a game with a clear win condition.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clearest fit, and the sample cost is real.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Difficulty tiers from the opponent pool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checkpoints from training form a natural ladder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genuinely useful by-product.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Emergent tactics as design input: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train agents and watch what they discover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then decide whether to script it or patch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Not for allied NPC behaviour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usually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CSCE 625 M11's behaviour trees are controllable and a learned ally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balance testing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most underrated use: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 optimiser finds the dominant strategy before your players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Balance testing is the application most likely to pay for itself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uses the specification-gaming property of Module 10 as a feature rather than fighting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honest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Two-player zero-sum with self-play is a solved success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Go, chess, poker, and several video games.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Cooperative multi-agent learning works in constrained settings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not reliable at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General mixed-motive multi-agent learning is open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solution concepts themselves are contested (CSCE 625 M12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sample costs are enormous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StarCraft and Dota results used compute budgets unavailable to almost everyone.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worth stating when citing them as evidence of what is 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If other agents are learning, the transition function changes, so the environment is not an MDP and every convergence argument is void.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Self-play generates a curriculum automatically because the opponent is always exactly at your level.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Naive self-play cycles in non-transitive games, and every response forces the agent to be good against more than one thing at a time.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'It beats the previous version' is not evidence of progress in a non-transitive game — keep a fixed benchmark set.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Competitive and cooperative multi-agent learning are different problems: cycling against credit assignment.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Centralised training with decentralised execution is the dominant cooperative architecture, and QMIX's monotonicity makes the two consistent.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