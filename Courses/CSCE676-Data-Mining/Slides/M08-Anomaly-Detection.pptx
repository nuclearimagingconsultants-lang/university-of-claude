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Identifying the supervised case saves people a great deal of wasted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default; students otherwise try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CSCE 701 §12's arithmetic, in its original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Anomaly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Unusual compared to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 problem settings and why they differ.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method families and their assumptions.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base rate problem in this setting.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evaluation is especially hard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Deploy a detector with a defensible threshold.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Usually conflated, and genuinely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follows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Unsupervised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Unlabelled data, assumed mostly 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find outliers, not anomalies you care about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Semi-supervised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Clean normal data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model normality and flag departures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Supervised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Labelled examples of both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is imbalanced classification (CSCE 633)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Statistically unusual and operationally interesting are different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DETERMINES WHETHER THIS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unsupervised detector finds records far from the rest of the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includes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measurement errors, missing-value sentinels, duplicated rows, and legitimate rare events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well as whatever you were looking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ratio is unfavourable.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most real data, the top outliers are overwhelmingly data quality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useful finding and is not the one you wanted.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run of any detector is a data cleaning exercise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expecting otherwise is the commonest disappointment with these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 need to specify what kind of unusual you care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feature set that excludes the artefacts, or a semi-supervised setup with clean normal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of which require knowing the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with an assumption about what normal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families, and what each assumes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STATISTICAL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fit a distribution, flag the low-probability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tail. Assumes you know the distribution.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Robust versions use the median and MAD rather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than the mean and standard deviation, because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outliers corrupt the estimate otherwise.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DISTANCE AND DENSITY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kNN distance, or Local Outlier Factor, which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compares a point's density to its neighbours'.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LOF handles varying density; both suffer from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Module 05's distance concentration.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ISOLATION-BASED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Isolation Forest: random splits isolate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outliers in fewer splits than inliers. Fast,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scales, few assumptions, and it is the right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default for tabular data.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RECONSTRUCTION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autoencoder or PCA residual: flag what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model cannot reconstruct. Assumes normal data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lies on a learnable manifold.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EACH DEFINES "normal" DIFFERENTLY, so they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disagree -- which is Module 04's situation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Isolation Forest is the right default for tabular data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few assumptions, near-linear, and it degrades gracefully in high dimension.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makes most detectors unusable as deployed.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arithmetic that governs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precision = TP / (TP + 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What fraction of flagged records are real. The number a human reviewer experiences.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base rate 0.1%, recall 90%, FPR 1%  ⟹  precision ≈ 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92 of every 100 alerts are false, with a detector that sounds excellent.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base rate 0.01%  ⟹  precision ≈ 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tenfold rarer event makes it unusable. The same detector.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Precision depends on the base rate, and the base rate is usually tiny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a 99%-accurate detector produces mostly false positives.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the design question is review capacity, not detector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FOLLOWS FROM 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Work backwards from how many records a person can review per day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 the threshold so the alert volume matches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then report the recall you achieved at that volume.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inverts the usual framing.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'What recall can we get at 50 alerts per day' is answerable and actionable; 'what is our AUC' is neither.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correlate weak signals rather than improving one detector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independent weak signals on one record beats any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base rate improves multiplicatively (CSCE 701 §09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change the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rank rather than classify, and give a reviewer the top k with the reasons attached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usable system where a classifier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harder here than anywhere else in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Why, and what to do instead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You have almost no labels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few you have are the anomalies somebody already found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biases the set toward the easy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Accuracy is useless.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Predicting 'normal' always gives 99.9% accuracy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report precision and recall at a specific threshold.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AUC flatters.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averages over thresholds you would never use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prefer precision at the k you can actually review, or average precision.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injected synthetic anomalies are easier than real ones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 detector evaluated on them is overstated.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works: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precision at k by expert review, plus the time to detection on historical incidents you know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Time to detection on known past incidents is the most convincing evaluation available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uses real anomalies and measures the thing the system is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 of this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Anomaly detection is reliably oversold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methods are easy to run and the base rate makes them hard to deploy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gap is invisible until somebody reviews the alerts.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 best where the base rate is not tiny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quality control, systems monitoring, and data cleaning — and worst where it is, which includes most fraud and security framing.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works best as a ranking fed to an expert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as a decision.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claim to make is narrow: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'at 50 alerts per day, the detector surfaces 30% of known incidents a median of 4 hours earlier'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checkable and modest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what Module 13 asks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If you have labels for both classes, this is imbalanced classification, and the anomaly detection literature is the wrong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Statistically unusual and operationally interesting are different, and the top outliers in real data are overwhelmingly data quality problems.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Isolation Forest is the right default for tabular data — few assumptions, near-linear, and it degrades gracefully in high dimension.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At a 0.1% base rate, 90% recall and a 1% false positive rate gives about 8% precision — so 92 of 100 alerts are false.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design question is review capacity rather than detector accuracy, which inverts the usual framing.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Time to detection on known historical incidents is the most convincing evaluation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