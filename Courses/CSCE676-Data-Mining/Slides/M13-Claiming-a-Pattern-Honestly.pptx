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shared structure across the rows is what makes the table worth memorising.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proxy framing unifies the semester.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676 — Data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Claiming a Pattern Honestly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a discovery establishes.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676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 found pattern establishes.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the standard overclaims.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 defensible discovery claim.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Place this course relative to CSCE 638 and CSCE 670.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a proportionate practice for real mining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a finding establishes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Precisely, and it depends on the search.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found pattern is a statement about your search procedure until it has been validated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establishes that this statistic, computed on this data, after this search, exceeded this threshold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all four clauses, and the third is the one usually omitted.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without the hypothesis count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11 §1),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significance cannot be interpreted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the same p-value means different things after one test and after a million.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validation on untouched held-out data, it becomes a statement about the 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qualitative change and is why Module 11 §4's third level matters so much.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still not causal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11 §4)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requires something the observational data cannot supply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saying what is the honest 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OVERCLAIMS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overclaims, corrected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0288" y="1901952"/>
            <a:ext cx="60350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56816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Correction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'We discovered that X causes Y'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0288" y="2377440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2414016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 found an association. Name the experiment you would need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'Significant at p &lt; 0.001'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0288" y="2852928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2889504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Out of how many hypotheses? (M11 §1)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'The data has four clusters'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3328416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3364992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Your algorithm returned four. What does a null comparison score? (M04 §4)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'The network has strong community structure'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0288" y="3803904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0016" y="3840480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Modularity against a degree-preserving null? (M07 §3)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'Our detector is 99% accurate'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0288" y="4279392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4315968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Precision at a reviewable alert volume? (M08 §3)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'The data is anonymised'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4754879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6" y="4791455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establishable from your dataset alone (M12 §1)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Claims you can defend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form, with the search disclosed.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HONEST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Defensible claims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'Among 4.2 million tested pairs, 118 exceeded our threshold after Benjamini-Hochberg at 5%; of those, 31 replicated on held-out data.'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search is disclosed.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'The effect is a 2.1% difference, with a 95% interval of 1.8 to 2.4% — which exceeds the 1% we specified in advance as material.'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'Our minhash estimates had a mean absolute error of 0.031 against exact Jaccard on 10,000 sampled pairs, consistent with the 0.035 bound at k=200.'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'Modularity is 0.71; a degree-preserving null achieves 0.42 with a standard deviation of 0.01.'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makes the 0.71 interpretable.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And: 'we cannot distinguish this from a selection effect in how the data was collected.'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last one is the limitation statement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it is Project 2's hardest-graded requirement — because it requires knowing what your design cannot settle.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courses, one shared concern.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SEMESTER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sits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Course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Covers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61888" y="1901952"/>
            <a:ext cx="5120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71616" y="19568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Its proxy 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Language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1888" y="2377440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24140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metric standing in for a quality judgement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676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Structure at scale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61888" y="2852928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2889504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score standing in for a pattern being real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670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Information need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61888" y="3328416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71616" y="3364992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label standing in for relevance to a person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 proportionate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to actually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habits that matter,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1 · Split the data before you look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and keep the holdout untouched (Module 01 §4)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free, and the largest single improvement in Module 11 §4's hierarchy.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2 · Keep the hypothesis log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including abandoned branches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cheap, and nothing downstream works without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3 · Report effect sizes with intervals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and decide in advance what magnitude matters (Module 11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4 · Run the null comparison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for any unsupervised finding — clusters, communities, anomalies (Modules 04, 07, 08).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5 · And verify your approximation bounds on your own data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(Module 01 §2), which is the other half of the course.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first two cost essentially nothing and change what your findings are worth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makes omitting them hard to defend.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find structure in data too large to inspect, with a stated approximation bound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similar items, frequent patterns, clusters, low-dimensional structure, stream summaries, communities, and anomalies.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know what scale does to the cost model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passes, then shuffles, and never arithmetic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when a single machine is the right answer.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know that searching hard enough guarantees a finding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count the hypotheses, correct, validate on held-out data, and report the effect size rather than the p-value.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closing rule is the program's: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what you measured, state what you assumed, and never claim more than you established.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Here it means saying how hard you looked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pattern reported without its search is uninterpretable.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found pattern establishes a statement about your search procedure until it has been validated on untouched data.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Without the hypothesis count, the significance cannot be interpreted, because the same p-value means different things after one test and after a million.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Every standard overclaim substitutes an algorithm's output for a property of the world, which is this course's characteristic error.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defensible claim discloses the search: how many hypotheses, which correction, and how many replicated.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All three Semester 10 courses are about a proxy, and the discipline is to say what the proxy does not capture.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Splitting the data before you look and keeping the hypothesis log cost essentially nothing and change what your findings are worth.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