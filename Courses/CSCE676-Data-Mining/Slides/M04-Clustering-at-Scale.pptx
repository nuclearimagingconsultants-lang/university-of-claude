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not-well-posed point is the module's honest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BFR and CURE differ precisely in what they assume a summary can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676 — Data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Clustering at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Groups you did not know about, and whether they exist.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676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main families and what each assumes.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algorithms that handle data exceeding memory.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cluster evaluation is genuinely hard.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to choose k, and why the question is sometimes wrong.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Assess a clustering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Each of which defines 'cluster' differently.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method means by “cluster”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Family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 cluster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Fails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k-means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Points near a centroid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Clusters are elongated, unequal, or non-convex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Hierarchical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merge in a dendrogram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 is large — it is O(n²) or worse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Density (DBSCAN)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dense region, any shape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Densities vary across the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Spectral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well-connected part of a graph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affinity matrix is too large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Mixture models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component of a distribution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parametric form is wrong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k-means minimises within-cluster variance, and that assumption is doing a lot of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THE OBJECTIVE IMPLIES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Minimising squared distance to centroids assumes clusters are roughly spherical, of similar size, and of similar density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none of which it checks and all of which it requires.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will partition a single elongated cluster and merge two adjacent spherical ones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confidently, with no indication that anything went wrong.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always returns k clusters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whether or not the data has any structure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means a k-means result is not evidence that clusters exist.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it is fast, simple, and scales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it is the right first thing to run and the wrong only thing to run, which is the honest summary of its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the data exceeds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algorithms for data that does not 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MINI-BATCH K-MEANS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update centroids from a sample each iteration.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Converges to a slightly worse optimum, far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faster. Almost always the right default.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BFR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assumes clusters are axis-aligned Gaussians, so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 cluster can be summarised by (count, sum,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sum of squares) per dimension. One pass: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assign points to summaries, keep only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summaries. Memory independent of n.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CURE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represents each cluster by a sample of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REPRESENTATIVE POINTS rather than a centroid,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so non-spherical clusters survive. One pass,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and it relaxes BFR's assumption.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THE COMMON IDEA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summarise, discard the points, keep the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summaries. Which works exactly when the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summary is sufficient for the model's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assumptions -- and fails silently when it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is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Summarise and discard is the pattern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the summary's sufficiency is exactly the model assumption being made.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genuinely hard 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Internal measures reward the shape the algorithm was optimising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CIRCULAR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Silhouette, Davies–Bouldin, and the within-cluster sum of squares all measure compactness and separation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what k-means optimises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k-means scores well on them by construction.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DBSCAN's non-convex clusters score badly on the same measures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while being correct — so the measure selects the algorithm rather than evaluating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internal measures compare parameter settings within one algorithm and cannot compare across families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limit to respect.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external measures need labels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you do not have — if you did, you would be doing classification.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honest answer is stability plus inspection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actually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Stability under resampling.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Cluster two subsamples and check whether the same structure appears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a clustering that changes completely was fitting noise.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Stability under perturbation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including a different random seed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k-means with a different initialisation giving a different answer is informative.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null comparison.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Cluster data with the same marginals and no structure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compare your score — which is the only way to know whether your silhouette is good.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Inspection.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Read fifty members of each cluster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and ask whether the grouping means anything to someone who knows the domain.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downstream utility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if the clustering feeds a task — which is the only fully objective measure.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null comparison is the one people skip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a silhouette of 0.4 means nothing until you know what structureless data of the same shape scores.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when the question is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methods, and their honest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elbow method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plot the objective against k and look for the bend.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Frequently there is no bend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choice is then arbitrary.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Silhouette against k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less arbitrary and inherits Part 3's circularity.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gap statistic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compares against a null reference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most principled of these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the most computation.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Stability against k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asks at which k the structure reproduces — and is the one worth doing.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Or: use a method that does not need k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DBSCAN takes a density instead, and hierarchical clustering defers the choice to the cut.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Swapping the parameter is not escaping the problem: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DBSCAN's density parameters are as consequential as k and are harder to interpret.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sometimes the data has no clusters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Most real high-dimensional data is one connected mass with varying density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 set of separated groups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a clustering algorithm will partition it anyway.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'the data has three clusters' is a claim that needs the null comparison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3)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without it, it is a description of your algorithm's output.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partition can be useful without being real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customer segments for operational purposes do not have to be natural kinds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provided you say which you are claiming.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distinction to state: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'a useful partition' and 'discovered natural groups' are different claims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conflating them is this module's characteristic overclaim (Module 13).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'Are there clusters' is not well posed until you say what a cluster is, and different definitions give equally valid different answers.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k-means always returns k clusters whether or not the data has structure, so its output is not evidence that clusters exist.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Summarise and discard is the scale pattern, and the summary's sufficiency is exactly the model assumption being made.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Internal measures reward the shape the algorithm optimised for, so they compare settings within a family and not across families.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null comparison is the step people skip, and a silhouette means nothing without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'A useful partition' and 'discovered natural groups' are different claims, and conflating them is this module's characteristic overclaim.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