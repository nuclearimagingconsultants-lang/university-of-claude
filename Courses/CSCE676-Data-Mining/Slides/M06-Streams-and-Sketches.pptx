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telescoping argument makes this memorable rather than magical.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one-sidedness is what makes Count-Min usable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Streams and Sketches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pass, bounded memory, a stated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streaming model and its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reservoir sampling and why it is uniform.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counting sketches and their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cardinality estimation.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Verify a sketch's error bound empirically.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is the realistic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pass, memory sublinear in the stream length, and an answer with a stated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CONSTRAINTS, AND WHAT THEY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stream is unbounded or too large to store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item is seen once, and the memory is polylogarithmic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rules out storing the data and therefore rules out exact answers for most questions.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streaming result is a trade between memory, accuracy, and failure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stating all three is what makes it a result rather than a heuristic.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realistic model more often than it appears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log processing, network monitoring, click streams, and sensor data all have this shape, and so does any dataset larger than memory read sequentially.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§2's cost model taken to its limit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pass is the minimum, and several of these algorithms achieve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uniform sample from an unknown-length stream.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RESERVOIR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Reservoir sampling, and why it is uniform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KEEP k ITEMS. For the i-th item (i &gt; k):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with probability k/i, replace a uniformly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chosen one of the k held items with it.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CLAIM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after n items, every item has probability k/n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of being in the reservoir -- and this holds 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every n, without knowing n in advance.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WHY (sketch, for k = 1)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item i is kept at step i with probability 1/i,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survives each later step j with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probability (j-1)/j. The product telescopes: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(1/i) * (i/(i+1)) * ... * ((n-1)/n) = 1/n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IS THE WHOLE TRICK: the acceptance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probability falls exactly as fast as the survival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probability accumulates.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FOR WEIGHTED OR SLIDING-WINDOW SAMPLING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construction changes; do not assume this version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generalises.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telescoping product is the proof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worth writing out once — it explains why the k/i probability is exactly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Counting sketches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Frequencies in sublinear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SKETCHES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sketches, and what each guarantees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Sketch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Bloom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x in the set?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false negatives; tunable false positives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Count-Min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often did x occur?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underestimates; bounded overestimate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Count-Sketch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Unbiased, with variance — can go either 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HyperLogLog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many distinct items?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~2% error in a few kilobytes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Misra-Gries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items are frequent?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Finds all above a threshold; some extras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Count-Min works by taking the minimum over several independent hashes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MECHANISM, WHICH EXPLAINS THE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d rows of w counters. On each item, increment one counter per row, chosen by that row's hash.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 query, take the minimum of the d counters.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counter is at least the true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collisions only add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every estimate is an overestimate, and the minimum is the tightest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error is bounded by the total count over 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probability depending on d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width controls accuracy and depth controls confidence.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heavy hitters are estimated accurately and the tail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error is absolute rather than relative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rare item's estimate can be wrong by a large multiple.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Verifying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the bounds assume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check on your own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the actual error against the exact answer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a sample you can compute exactly — which is the whole verification, and it is cheap.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Compare it to the stated bound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investigate if the observed error is </a:t>
            </a:r>
            <a:r>
              <a:rPr sz="1750" b="1" i="1">
                <a:solidFill>
                  <a:srgbClr val="3C4555"/>
                </a:solidFill>
                <a:latin typeface="Calibri"/>
              </a:rPr>
              <a:t>better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than the bound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too — which usually means the bound was loose and sometimes means a measurement error.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the hash independence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guarantees assume pairwise or k-wise independent hashes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a fast non-cryptographic hash may not deliver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the tail specifically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error on rare items is where Count-Min's absolute bound hurts, and the average error hides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the memory you actually used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the point of the exercise was the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Checking the tail separately is the step that matters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 aggregate error figure is dominated by the frequent items, which are the ones the sketch gets right.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streaming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Exact distinct counts, exact medians, and exact quantiles all require memory linear in the distinct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these are proved lower bounds rather than missing algorithms.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Anything needing a second look at an earlier item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joins, sorting, and any iterative algorithm are out of the pure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sliding windows are substantially harder than prefixes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expiry requires knowing what to forget, which the sketches above cannot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framing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streaming gives you approximate answers to a specific set of questions in exchange for one pass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which questions is the content of the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Streaming forces a trade between memory, accuracy, and failure probability, and stating all three is what makes it a result.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Reservoir sampling's acceptance probability falls exactly as fast as the survival probability accumulates, which is why the telescoping product gives 1/n.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Count-Min never underestimates, which makes its one-sided error safe for threshold tests.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Count-Min's error is absolute rather than relative, so heavy hitters are accurate and the tail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Verify the bound on your own data, and check the tail separately because the aggregate error is dominated by frequent items.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Exact distinct counts and exact quantiles require linear memory by proved lower bounds, not by missing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