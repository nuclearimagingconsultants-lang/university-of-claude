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Stating Eckart–Young explains why PCA is the default.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t-SNE misreading is extremely common and worth attacking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676 — Data Mining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Dimensionality Reduction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Fewer dimensions, and what each method keeps.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676 · Module 05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curse of dimensionality concretely.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PCA and SVD and what they preserve.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random projection and its guarantee.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nonlinear methods and their dangers.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a method by what must be preserved.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curse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Specifically, and it is worse than it sounds.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676 · Data Mining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CONSEQUENCES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high dimension actually does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Distances concentrate.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The ratio between the nearest and farthest neighbour approaches 1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— so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'nearest' stops being meaningful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, which breaks every distance-based method.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Volume moves to the corners.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Almost all the volume of a high-dimensional ball is near its surface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, so intuitions from two dimensions mislead systematically.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Sampling density collapses.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Covering a space to a fixed resolution needs exponentially many points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in the dimension.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And everything becomes orthogonal.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Random vectors in high dimension are nearly perpendicular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, which is both a problem and the basis of random projection (Part 3).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So reduction is not only about cost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— it is frequently about making the problem meaningful at all.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Distance concentration is the one with the widest consequences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it is why nearest-neighbour methods, clustering, and anomaly detection all degrade in high dimension.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But real high-dimensional data usually has low intrinsic dimension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REDUCTION WORKS AT 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thousand-pixel image of a rotating object varies along one parameter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the data lies on a one-dimensional curve in a thousand-dimensional space.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this is typical.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Correlated features, physical constraints, and generative structure all mean the data occupies a small part of its space.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what makes reduction possible rather than merely lossy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you are discarding dimensions the data does not use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not compressing dimensions it does.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question for every method is: what structure does it preserve, and is that the structure you need?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Part 4's framing and the module's organising question.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Linear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PCA and SVD, which are the same 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676 · Data Mining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SVD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decomposition, and what the truncation gives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A = U Σ Vᵀ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Any matrix. U and V orthogonal, Σ diagonal with the singular values in decreasing order.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Aₖ = Uₖ Σₖ Vₖᵀ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Keep the top k. This is the best rank-k approximation in Frobenius norm — the Eckart–Young theorem.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PCA = SVD of the centred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So they are the same computation; PCA's covariance eigenvectors are the right singular vectors.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Best rank-k approximation is a theorem, not a heuristic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which is what distinguishes these methods from the nonlinear ones.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what to know in 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Centre the data, and think about scaling.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PCA on unscaled features is dominated by whichever has the largest units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is a measurement artefact rather than structure.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The explained variance ratio tells you how much you kept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and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 scree plot is the honest way to choose k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with the same elbow problem as Module 04 §4.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Components are orthogonal and are not interpretable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by default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reading meaning into principal component two is a common and unjustified move.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Truncated and randomised SVD scale to large matrices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computing only the top k, which is what makes this usable at this course's scale.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for sparse non-negative data, consider NMF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whose components are additive and frequently more interpretable.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uninterpretability point is worth insisting on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PCA maximises variance, and variance has no reason to align with anything meaningful.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Random projection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guarantee that requires nothing from the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676 · Data Mining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Projecting onto random directions preserves all pairwise distances, with high probability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JOHNSON–LINDENSTRAUSS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Any n points in any dimension can be projected into O(log n / ε²) dimensions with every pairwise distance preserved to within a factor (1 ± ε).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target dimension depends on n and ε only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not on the original dimension at all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the surprising part and is what makes it useful.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projection is a random matrix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it costs nothing to construct, needs no pass over the data to fit, and is trivially parallel — unlike PCA.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trade against PCA is clear: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PCA is optimal for the data and requires computing it; JL is data-oblivious and gives a distance guarantee instead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for distance-based methods, the guarantee is what you wanted.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Nonlinear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Useful, and easy to over-read.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676 · Data Mining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NONLINEAR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methods, and what they preserve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35661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Preserves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10528" y="1901952"/>
            <a:ext cx="4663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0256" y="19568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The danger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t-SNE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Local neighbourhoods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10528" y="2377440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0256" y="24140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Cluster sizes and distances are meaningless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UMAP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35661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Local, some global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10528" y="2852928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0256" y="2889504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same, slightly less so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Isomap / MDS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Geodesic or metric distances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10528" y="3328416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0256" y="3364992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O(n²); sensitive to the neighbour graph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Autoencoders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803904"/>
            <a:ext cx="35661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840480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Whatever the loss rewards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10528" y="3803904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0256" y="3840480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 guarantee; needs training and tuning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Choose by what must be preserved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Variance and a reconstruction guarantee → PCA or truncated SVD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also the right choice when you need to project new points cheaply.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Pairwise distances, with a bound, at scale → random projection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especially as a preprocessing step before a distance-based method.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Visual exploration of local structure → t-SNE or UMAP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with the caveats stated on the figure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almost nobody does.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a learned nonlinear representation for a downstream task → an autoencoder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evaluated by the downstream task rather than by reconstruction loss.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Distance concentration means 'nearest' stops being meaningful in high dimension, which is why distance-based methods degrade.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Real high-dimensional data usually has low intrinsic dimension, which is what makes reduction possible rather than merely lossy.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Truncated SVD gives the best rank-k approximation by theorem, which is what distinguishes it from the nonlinear methods.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PCA components are orthogonal and not interpretable; reading meaning into a principal component is unjustified by default.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Johnson–Lindenstrauss's target dimension depends on n and ε only, not on the original dimension.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In a t-SNE plot, inter-cluster distance and relative cluster size carry no information, and both are routinely interpreted.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676 · Data Mining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