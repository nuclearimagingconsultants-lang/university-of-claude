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unsupervised framing explains why evaluation recurs in every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passes-not-operations point reframes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equation is the course's moral centre; state it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Two Problems, Not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structure, and deciding whether it is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two problems and why both are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scale does to algorithm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search guarantees a finding.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kinds of pattern this course looks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a study so its findings can be defended.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Algorithmic and statistical, and both are hard.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Finding candidate structure efficiently, and deciding whether it is real, are different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COURSE'S ORGANISATION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algorithmic problem is that the data is too large for the obvious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all-pairs comparison, a full sort, or holding everything in memory — so you need an approximation with a stated 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statistical problem is that a large search space contains apparent patterns by chance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finding one tells you about your search as much as about the world.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pull in opposite directions.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Making the search more efficient lets you test more hypotheses, which makes the second problem worse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treating them separately fails.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course alternates between them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11 is its centre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 late caveat, because every technique before it generates candidates that need to survive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course looks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Similar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records are near-duplicates?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Frequent patterns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combinations co-occur?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Clusters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 there natural groups?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Low-dimensional 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it lie near a simpler space?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Stream summaries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can one pass tell you?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structure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Communities, and who is central?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Anomalies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2724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697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records do not belong?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33488" y="5230367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43215" y="5266943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scale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It changes which algorithm is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thresholds at which the answer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 = 10^3    everything works. Use the exact method.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 = 10^6    O(n^2) is 10^12 operations -- hours to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days. Approximation becomes attractive.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 = 10^9    O(n^2) is impossible. O(n log n)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fine. The data does not fit in memory,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so the number of PASSES matters more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than the arithmetic.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 = 10^12   one pass, bounded memory, distributed.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Many exact answers are unavailable 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any price.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BINDING CONSTRAINT IS USUALLY NOT ARITHMETIC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memory, because the working set must fit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disk and network, because a pass costs more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than the computation on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random access, which is catastrophic 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data that is not in memory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WHICH IS WHY sequential single-pass algorithms win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at scale even when they do more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Passes over the data, not operations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is the right cost model once the data exceeds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approximation is not a compromise; it is frequently the only available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 TO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approximate answer with a stated error bound is a real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exact answer you cannot compute is not an answer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CSCE 658 is a prerequisite: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hashing, sampling, and concentration bounds are what let you say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how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approximate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an approximation without a bound is a guess.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bound has to be verified empirically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theoretical guarantees are asymptotic and assume things about your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are worth checking.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discipline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choose the approximation, state the bound, then measure whether the bound holds on your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Project 1's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search finds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problem that defines the field's honesty.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MULTIPLICITY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arithmetic that should govern every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test m independent hypotheses at level 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expected number of false positives is mα, regardless of whether any effect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 = 10,000,  α = 0.05  ⟹  500 false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 pure noise. And every one of them has p &lt; 0.05.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P(at least one false positive) = 1 − (1−α)ᵐ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0.9999… for any large m. Finding something is guaranteed.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With enough hypotheses, finding something significant is certain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so the finding carries no information until the search is accounted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data mining searches enormous hypothesis spaces by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FIELD HAS THE PROBLEM WORST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Frequent itemset mining over a thousand items considers 2¹⁰⁰⁰ candidate sets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reports the ones that pass a threshold, which is a search over an astronomical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Correlation mining over ten thousand variables tests fifty million pairs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at the five percent level, two and a half million pairs look significant with no structure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searches are not independent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the correction harder rather than unnecessary — the naive Bonferroni bound is valid and very conservative.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field's central honesty requirement is counting the hypotheses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count is the number everybody understates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the abandoned analyses, which is Module 11 §1.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Setting up to be believed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Decisions made before you look.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before the first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Split off a validation portion and do not touch it.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pattern that survives data you had not seen is a different kind of evidence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from one found in all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Write down what you expect to find.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predicted pattern confirmed is far stronger than an unpredicted one found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record has to predate the search.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Keep a log of every hypothesis tested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including the abandoned ones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because Module 11 needs the count and it cannot be reconstructed.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Decide the effect size that would matter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in advance — which prevents a significant and useless finding from counting as a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work out what would explain the pattern more cheaply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a confounder, a sampling artefact, or how the data was collected.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hypothesis log is the cheapest of these and the one nobody keeps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without it, Module 11's correction cannot be applied honestly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 to 08 are the techniques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with its approximation, its bound, and its evaluation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09 and 10 are application and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recommendation as the worked system, and what distribution actually costs.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11 is the centre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technique before it produces candidates that have to pass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Modules 12 and 13 are about the people in the data and about honest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mining data about people has consequences for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found pattern is a claim about a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Finding structure efficiently and deciding whether it is real are different problems that pull in opposite directions.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Once data exceeds memory, passes over the data rather than operations is the right cost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An approximate answer with a stated bound is a real result; an exact answer you cannot compute is not an answer.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Testing ten thousand hypotheses at the five percent level yields five hundred findings in pure noise, each with p &lt; 0.05.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Data mining searches enormous hypothesis spaces by construction, which is why this field has the multiplicity problem worst.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Keep a hypothesis log including abandoned analyses — it is the cheapest discipline here and the one nobody keeps.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