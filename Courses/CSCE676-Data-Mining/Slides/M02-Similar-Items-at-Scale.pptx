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Separating the two ideas is what makes the module tractable.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pseudo-permutation substitution is the detail students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Plotting the curve is Project 1's requirement for exactly this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Similar Items at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field's model result: exact becomes approximate, with a bound.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Represent documents as sets and justify the choice.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minhashing and why it estimates Jaccard.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LSH and derive its S-curve.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LSH parameters from a target threshold.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Verify the approximation bounds empirically.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Sets and shingles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documents comparable.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Represent a document as the set of its k-character shingles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REPRESENTATION,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k-shingle is any contiguous substring of length 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 document becomes the set of all such substrings it contains, which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preserves local word 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unlike a bag of words.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k matters: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 = 5 suits short documents, k = 9 or 10 suits prose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too small and every document shares shingles by chance; too large and near-duplicates share none.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hash the shingles to integers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bounds the space and makes the sets cheap to store and intersect.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similarity question becomes set similarity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Jaccard similarity, the intersection over the union, is the measure that follows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Part 2's subject.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JACCARD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measure, and the cost of computing it exactly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J(A, B) = |A ∩ B| / |A ∪ B|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Between 0 and 1. Insensitive to document length, which is why it suits this.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all pairs: C(n,2) ≈ n²/2 comparisons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At n = 10⁶ that is 5×10¹¹ set intersections. Infeasible, and it is only a million documents.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so: estimate J cheaply, then avoid most pairs entirely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separate ideas — minhashing does the first, LSH does the second, and both are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Two separate problems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: estimating the similarity cheaply, and avoiding the quadratic number of pairs. Confusing them is the usual error.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Minhashing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estimator with a provable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probability that two sets have the same minhash is exactly their Jaccard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THE WHOLE TECHNIQUE RESTS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Take a random permutation of the universe of shingles, and record for each set the first of its elements in that order.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single value is the set's minhash.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P[minhash(A) = minhash(B)] = J(A, B)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the first element of the union under a random permutation is equally likely to be any of them, and it is shared only if it lies in the intersection.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averaging over many independent permutations estimates J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fraction of agreeing minhashes is an unbiased estimator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its variance falls as 1/k.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the signature: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replace a set of any size with k integers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typically 100 to 200, with the error around 1/√k — which is CSCE 658's concentration machinery doing the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how it is actually computed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PROBLEM WITH REAL PERMUTATIONS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permutation of a billion shingles is a billion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numbers, per permutation. Unaffordable.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FIX: use hash functions as pseudo-permutations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h_i(x) = (a_i * x + b_i) mod p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with random a_i, b_i and p prime. Each h_i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stands in for one permutation.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ONE PASS OVER THE DATA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for each set S: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for each i in 1..k: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sig[i] = min over x in S of h_i(x)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SO the signature is k minima, computed in one pass,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with no permutation ever materialised.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THE ERROR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estimate is a mean of k Bernoulli trials, so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standard error is about sqrt(J(1-J)/k).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k = 200 gives roughly 0.035 -- which Project 1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asks you to verify rather than assume.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Hash functions standing in for permutations is the implementation trick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is why the method is one pass and constant memory per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Avoiding most pairs entirely.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Hash signatures into bands so that similar items collide and dissimilar ones mostly do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Split each k-element signature into b bands of r rows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br = k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hash each band separately into buckets.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items are candidates if they land in the same bucket for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any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band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you only compare pairs that collided somewhere, which is a tiny fraction of all pairs.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probability of becoming a candidate is a function of similarity: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1 − (1 − sᵣ)ᵇ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an S-shaped curve.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threshold is tunable: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curve's steep region sits near (1/b)^(1/r)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choosing b and r places the threshold where you want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parameters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P(candidate | similarity s) = 1 − (1 − sʳ)ᵇ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Both bands and rows appear. Increasing r sharpens; increasing b shifts the curve left.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threshold ≈ (1/b)^(1/r)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similarity at which the curve crosses the middle. Pick this from your requirement.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more bands ⟹ more candidates, higher recall, more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trade is false positives against false negatives, and you choose where to sit on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Plot the curve before choosing parameters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trade is visible on it and invisible in the numbers.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Beyond Jaccard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idea for other distances.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LSH families for other measures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Cosine similarity: random hyperplane hashing.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Take the sign of the dot product with a random vector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the collision probability is 1 − θ/π.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Euclidean distance: random projection into buckets.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Project onto a random line and quantise, so nearby points usually share a bucket.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Hamming distance: sample random bit positions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simplest family and the easiest to analyse.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general requirement is the same: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hash family where the collision probability decreases with distance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what makes amplification work.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how approximate nearest-neighbour search works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is what CSCE 670 §08 builds on for dense retrieval.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abstraction is worth holding: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any distance with a locality-sensitive hash family gets the same banding construction and the same S-curve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verify rather than assume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Measure the minhash estimate against the exact Jaccard on a sample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compare the observed error to √(J(1−J)/k)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Project 1's central requirement.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Report both error rates.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Recall alone hides the trade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candidate count is what determines whether the method actually saved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check the hash functions.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poor hash family breaks the independence the bound assumes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shows up as correlated collisions rather than as an error.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01 §2's discipline in its first concrete instance: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choose the approximation, state the bound, then measure whether it holds.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Shingling preserves local word order, and k must be large enough that chance sharing is rare and small enough that near-duplicates still overlap.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Estimating similarity cheaply and avoiding the quadratic pair count are two separate problems; minhashing solves the first and LSH the second.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probability two sets share a minhash is exactly their Jaccard similarity, which is why the estimator is unbiased.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Hash functions stand in for permutations, which is what makes minhashing one pass and constant memory per set.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LSH S-curve's threshold is approximately (1/b)^(1/r), so plot the curve and derive the parameters from your requirement.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Any distance with a locality-sensitive hash family gets the same banding construction and the same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