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enumerate-attacks-versus-quantify-over-them distinction motivates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quantifier is the whole point; state it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Privacy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mining does to the people in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anonymisation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k-anonymity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differential privacy and what it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inference problems beyond identification.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mining study's privacy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anonymisation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occasionally, but as a matter of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Removing identifiers does not anonymise data, because the remaining attributes identify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REPEATEDLY DEMONSTRATED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handful of apparently innocuous attributes is usually unique.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Date of birth, postcode, and sex identify a large majority of a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none of which is an identifier.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re-identifications are numerous and varied: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released medical dataset linked to a voter roll; movie ratings linked to public reviews; mobility traces identified from a few visited locations.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mechanism is always the same: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link the 'anonymous' records against an auxiliary dataset that shares some attributes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know what auxiliary data exists or will exist.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'anonymised' is not a property you can establish by inspecting your own dataset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makes this a structural failure rather than a series of mistakes.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hashing an identifier does not anonymise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BECAUSE THE INPUT SPACE IS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hashed email address, phone number, or national identifier is recoverable by enumeration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space is small enough to hash exhaustively, which is CSCE 711 §05 §4's third misuse.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hash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join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parties who hash the same identifier can link their datasets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frequently the actual purpose and is rarely the stated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'we only store hashed identifiers' is a claim about storage format rather than about privacy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presented to users and regulators as though it were the latter.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salted, slow construction changes the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then it is no longer a usable join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usually why it is not 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k-anonymity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intuitive idea, and what it misses.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K-ANONYMITY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definition, and its successive patches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k-ANONYMITY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every record is indistinguishable from at least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k-1 others on the quasi-identifiers. Achieved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by generalising (age -&gt; age range)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suppressing.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HOMOGENEITY ATTACK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if all k records in a group share the same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sensitive value, you learn it without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identifying anyone. k-anonymity says nothing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about the sensitive attribute.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l-DIVERSITY patches that: require l distinct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sensitive values per group.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SKEWNESS ATTACK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l distinct values with one at 95% still leaks.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t-CLOSENESS patches that: require each group's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distribution to resemble the whole.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PATTERN IS THE PROBLEM: each definition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broken by an attack the previous one did not model,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because none of them quantifies over all possible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auxiliary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patch sequence is the lesson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definition that enumerates attacks is always one attack behind.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Differential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definition that quantifies over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actually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P[M(D) ∈ S] ≤ eᵋ · P[M(D′) ∈ 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all datasets D, D′ differing in one record, and all output sets 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so: your presence barely changes any output's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bounds what any observer can learn about you specifically, whatever else they know.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ε is the privacy budget, and it composes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query spends from it. k queries at ε each gives kε — which is the practical constraint.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quantifier over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all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 auxiliary information is what distinguishes this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a property of the mechanism rather than of the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account of what it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BOTH HALVES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gives: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guarantee that holds against any adversary with any auxiliary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that composes predictably, and that is a property of the mechanism rather than of the dataset.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costs: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accuracy, which falls as ε falls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loss is worst exactly where the data is sparse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small subgroups are harmed most.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budget is the operational difficulty.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query spends from it, so an interactive analysis exhausts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deployments release a fixed set of statistics rather than answering questions.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names ε and the composition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'ε-differentially private' without the value and without the query count is not a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large ε guarantees very little.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problems that remain when nobody is identified.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harms that privacy mechanisms do not address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Group inference.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model can predict a sensitive attribute about people not in the training data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no per-record guarantee prevents, because the harm is statistical.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Inference of what was never collected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pregnancy, health status, sexuality, and political view are all predictable from behaviour, which makes 'we never asked' irrelevant.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Reconstruction from aggregates.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Enough published statistics determine individual records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linear algebra result rather than a leak.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repurposing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data collected for one purpose used for another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governance failure that no mechanism addresses.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question is not only 'can anyone be identified'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but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'what can be inferred, about whom, and with what consequence'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reconstruction result is the one that surprises people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publishing many exact aggregates is mathematically equivalent to publishing the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in a mining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Collect less.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data you do not hold cannot be breached, subpoenaed, or repurposed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701 Module 01's reduce-the-surface principle.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Aggregate early and keep the raw data separate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access logged (CSCE 701 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differential privacy for anything published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ε stated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 not claim anonymisation you have not established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state what can be inferred from your output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Part 4's question and is the part of a privacy assessment that is actually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handful of innocuous attributes is usually unique, so removing identifiers does not anonymise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cannot know what auxiliary data exists, which makes anonymisation a structural failure rather than a series of mistakes.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'We only store hashed identifiers' is a claim about storage format, and a hash is a join key.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k-anonymity patch sequence is the lesson: a definition that enumerates attacks is always one attack behind.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Differential privacy's quantifier over all auxiliary information is what distinguishes it, and it is a property of the mechanism.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Publishing many exact aggregates is mathematically equivalent to publishing the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