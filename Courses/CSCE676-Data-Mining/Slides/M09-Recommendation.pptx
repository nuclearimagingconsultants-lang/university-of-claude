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complementary-failure framing explains why hybrids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not-actually-SVD point is a common confusion worth clearing.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worked system, and its specific traps.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collaborative and content-based approaches.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matrix factorisation and the implicit feedback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cold start and popularity bias.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offline evaluation misleads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evaluate a recommender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they fail in complementary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Collaborative and content-based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Collaborative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Content-based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liked what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Item attributes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Strength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Finds surprising connections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Works for a new item immediately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Cold 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Fails for new users and new items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Fails for new users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Toward the popular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Toward the similar — a filter bubble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lot of interaction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 item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Collaborative filtering's strength is finding connections nobody could specify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needs no understanding of the items.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users who liked A also liked B, that is enough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connection may have no describable feature behind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genuinely powerful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features that predict taste are frequently not the features anybody would have thought to record.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same distributional argument as CSCE 638 §04's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meaning from co-occurrence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applied to preferences rather than to words.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same limitation: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cannot say anything about an item nobody has interacted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cold start problem and is structural rather than incidental.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Matrix factorisation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implicit feedback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FACTORISATION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model, and the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r̂ᵤᵢ = μ + bᵤ + bᵢ + pᵤ · qᵢ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global mean, a user bias, an item bias, and a latent factor interaction. The biases matter more than people expect.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Σ over OBSERVED (rᵤᵢ − r̂ᵤᵢ)² + λ(‖pᵤ‖² + ‖qᵢ‖²)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Summed over observed entries only, which is what distinguishes this from SVD (Module 05).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it is not an SVD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SVD requires a complete matrix. This is a regularised fit to the observed entries, solved by SGD or 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sum is over observed entries only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this cannot be solved by a standard decomposition.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Implicit feedback changes the problem, because a missing entry is ambiguous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PRACTICALLY IMPORTANT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Explicit ratings are rare and noisy; clicks, views, and purchases are abundant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real systems use implicit feedback almost exclusively.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an absent interaction is not a negative rating.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user may dislike the item, or may never have seen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two are not distinguishable from the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standard approach treats all unobserved pairs as weak negatives with a confidence weight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samples negatives and optimises a ranking objective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objective changes: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are ranking rather than predicting a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squared error on held-out ratings is the wrong 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Cold start and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two structural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 structurally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New user cold start.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history, so no collaborative signal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addressed by onboarding questions, demographic priors, or popular defaults, all of which are weak.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New item cold start.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interactions, so it cannot be recommended, so it gets no interactions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feedback loop that content features break.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Popularity bias.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Popular items have more data, so they are recommended more, so they get more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the system amplifies rather than reflects.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feedback loop.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Your training data is the output of your previous recommender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model learns from its own choices.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the logged data not a sample of preferences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but a sample of what you showed.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feedback loop is the deepest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means your offline evaluation data was generated by the policy you are trying to improve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field has been embarrassed.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Offline evaluation on logged data systematically favours what the old system did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PROBLEM, STATED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only evaluate recommendations the user actually saw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new system that recommends something good and unshown scores zero for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system that imitates the old one scores well.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biases offline evaluation toward the status quo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why offline gains frequently fail to appear in an online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replication findings are stark: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years of reported neural recommender improvements did not survive comparison against properly tuned simple baselines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use ranking metrics, report popularity bias and coverage, correct for the logging policy where you can, and test online if the decision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honest programme.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Ranking metrics at a realistic 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precision@k, recall@k, and NDCG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not RMSE, which measures the wrong 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for a ranked list.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Coverage: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fraction of the catalogue is ever recommended?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 system recommending 200 items out of a million is doing something you should know about.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Popularity bias: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recommended items' popularity distribution against the catalogue's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quantifies Part 3's amplification.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Diversity and novelty within a list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since a list of ten near-identical items is worse than its per-item scores suggest.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properly tuned simple baseline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popularity, and item-item nearest neighbours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the requirement most often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Item-item nearest neighbours, properly tuned, is the baseline that has embarrassed a decade of published work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run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Collaborative and content-based approaches fail in complementary ways, which is why real systems are hybrid.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Collaborative filtering finds connections nobody could specify, which is CSCE 638's distributional argument applied to preferences.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Matrix factorisation sums over observed entries only, which is why it is not an SVD.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absent interaction is ambiguous between dislike and never having seen it, which changes the objective to ranking.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Your training data is the output of your previous recommender, so the logged data samples what you showed rather than what people prefer.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Item-item nearest neighbours, properly tuned, is the baseline that has embarrassed a decade of published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