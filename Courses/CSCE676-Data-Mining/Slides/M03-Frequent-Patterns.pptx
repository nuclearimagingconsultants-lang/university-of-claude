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lift; confidence alone has caused real bad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algorithm family by pass count unifies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Frequent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Co-occurrence, and the rules that do not mean what they look 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support, confidence, and lift.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monotonicity property and the algorithms using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confidence is misleading.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multiplicity problem in this setting.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Mine and assess a rule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Three, and only one of them is honest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Support, confidence, and lift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support(X) = P(X)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fraction of transactions containing X. A frequency, and the thing the algorithms prune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confidence(X → Y) = P(Y |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often Y appears given X. Intuitive, and misleading on its own — Part 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lift(X → Y) = P(Y | X) / P(Y)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Confidence relative to Y's base rate. Lift = 1 means no association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Lift is the one that accounts for the base rate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confidence without it is the standard error in this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High confidence can mean nothing at all, because Y may simply be common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ERROR THIS MODULE EXISTS TO PREVENT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80% of all transactions contain bread, then any rule X → bread has confidence near 0.8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rules where X is entirely unrelated to bread.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'customers who buy caviar also buy bread, with 80% confidence' is true and uninformative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its lift is 1.0, meaning caviar tells you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lift, or a comparable measure, is necessary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why a rule list sorted by confidence is dominated by whatever is most popular.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lift has its own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unstable for rare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 handful of co-occurrences produces an enormous ratio — so report support alongside it, always.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All of which exploit one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MONOTONICITY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property, and the algorithms it enables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DOWNWARD CLOSURE PROPERTY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if an itemset is frequent, every subset of it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frequent. Equivalently: if a set is infrequent,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every superset is infrequent.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WHICH PRUNES ENORMOUSLY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candidate set with any infrequent subset can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be discarded without counting it.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APRIORI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level by level: generate candidates of size k+1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only from frequent sets of size k, then count.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One pass per level. Simple, and many passes.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FP-GROWTH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build a compressed prefix tree of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transactions, then mine it recursively.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Two passes total. Faster, more memory.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PCY AND ITS VARIANTS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use the spare memory in pass 1 to hash pairs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into counters, so pass 2 skips pairs whose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bucket was infrequent. A nice use of memory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that was going to be idle anyway.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Pass count is the design axis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Module 01 §2's cost model determining the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rules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Less than they appear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specific limits of an association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not causal.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X → Y and Y → X have the same support and different confidences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neither says which came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may be a confound.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Both items may be driven by a third factor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season, a promotion, a store location, or a customer segment.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may be an artefact of how transactions were defined.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Change the basket boundary and the rules change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a data-collection decision, not a finding.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famous examples are mostly unverified.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beer-and-nappies story has no published source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worth knowing given how often it is cited.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a rule is a starting point for an investigation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a conclusion.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'Change the basket boundary and the rules change' is the most practically important caveat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it means the finding is partly a property of your schema.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multiplicity problem is acute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MODULE 01 §3, IN ITS WORST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Mining itemsets over a thousand items considers an astronomical candidate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reports every set that passes a threshold, which is a search of unprecedented breadth.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rules returned include whatever passed by chance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at a low support threshold on a large transaction set, that is many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support threshold is doing statistical work it was not designed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it is a computational pruning parameter being used as a significance filter.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test the surviving rules properly: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permutation test on held-out transactions, with a correction for the number of rules tested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almost no published application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is actually the right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frequent pattern mining earns its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Exploratory data understanding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finding out what co-occurs in a dataset you do not know, which is a legitimate and honest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Feature construction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a frequent combination becomes a feature for a supervised model that is then evaluated properly (CSCE 633).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Constraint and dependency discovery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in databases and logs, where the patterns are structural rather than behavioural.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sequence and episode mining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the ordering constraint cuts the candidate space and makes the findings more interpretable.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for prediction, use a supervised model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rules are interpretable and are not competitive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choosing them for accuracy is a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exploratory use is the honest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framing the output as hypotheses rather than findings resolves most of this module's difficulties.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Support, confidence,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lift for every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three together are interpretable and any one alone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thresholds you used and how many rules passed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hypothesis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transaction definition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explicitly, since the rules depend on it (Part 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validation on held-out transactions for any rule you intend to act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step that distinguishes a hypothesis from a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Lift accounts for the base rate and confidence does not, which is the standard error in this material.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rule list sorted by confidence is dominated by whatever item is most popular, regardless of any association.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Downward closure is the property every algorithm exploits, and pass count is the axis along which they differ.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Change the basket boundary and the rules change, which makes the finding partly a property of your schema.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support threshold is a computational pruning parameter being used as a significance filter, which it was not designed for.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exploratory use is the honest one — frame the output as hypotheses rather than findings.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