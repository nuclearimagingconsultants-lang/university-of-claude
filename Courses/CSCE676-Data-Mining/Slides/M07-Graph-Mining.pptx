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disagreement-is-informative framing beats arguing which is best.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Explaining the teleport term mathematically prevents it looking arbitrary.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vertex-cut answer to the heavy tail is the key systems insight.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676 — Data Mining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Graph Mining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Structure in relationships.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676 · Module 07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properties real networks have.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centrality measures and what each means.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PageRank and its interpretation.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community detection and modularity's limits.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Compute these at scale.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What real graphs look 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Which constrains every algorithm.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PROPERTIES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properties, and their consequences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Heavy-tailed degree distributions.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 few nodes have enormous degree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which breaks algorithms assuming bounded degree and dominates every average you compute.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Short paths.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Diameter grows like log n or slower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so a breadth-first search reaches everything in a few levels and the frontier explodes.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High clustering.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Neighbours of a node are connected to each other far more than chance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which is what makes communities exist at all.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Sparsity.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The average degree is small even when n is huge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, so an adjacency matrix is unthinkable and an adjacency list is fine.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And the heavy tail is the one that breaks things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00" b="1" i="0">
                <a:solidFill>
                  <a:srgbClr val="3C4555"/>
                </a:solidFill>
                <a:latin typeface="Calibri"/>
              </a:rPr>
              <a:t>it causes load imbalance in every partitioning scheme</a:t>
            </a:r>
            <a:r>
              <a:rPr sz="1600" b="0" i="0">
                <a:solidFill>
                  <a:srgbClr val="3C4555"/>
                </a:solidFill>
                <a:latin typeface="Calibri"/>
              </a:rPr>
              <a:t> (Module 10).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heavy tail's consequence for distributed processing is the practical point: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partitioning a graph by node gives one machine the hub and the rest nothing to 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Centrality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Four measures answering four different questions.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CENTRALITY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each measure means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3774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Measure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4368" y="1901952"/>
            <a:ext cx="38404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054096" y="19568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Means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784848" y="1901952"/>
            <a:ext cx="45720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94576" y="19568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Use when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Degree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44368" y="23774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54096" y="2414016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Many direct connections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84848" y="2377440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94576" y="2414016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Immediate influence matters; it is O(1)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Betweenness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44368" y="2852928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054096" y="2889504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On many shortest paths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784848" y="2852928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94576" y="2889504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Flow and brokerage matter; it is expensive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3774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Closeness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44368" y="3328416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054096" y="3364992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Short paths to everyone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84848" y="3328416"/>
            <a:ext cx="4572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94576" y="3364992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Reach matters; needs a connected graph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3774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15798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Eigenvector / PageRank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44368" y="3803904"/>
            <a:ext cx="38404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054096" y="3840480"/>
            <a:ext cx="36210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Connected to well-connected nodes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84848" y="3803904"/>
            <a:ext cx="45720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94576" y="3840480"/>
            <a:ext cx="43525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Recursive importance; and it scales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PAGERANK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definition, and how to read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r = d Mᵀ r + (1−d)/n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78608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A node's rank is the damped sum of ranks flowing in, plus a uniform teleport term.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127248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127248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218688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interpretation: a random surfer's stationary distribution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803904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Follow a random link with probability d; jump to a random page with probability 1−d.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352544"/>
            <a:ext cx="1106424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4352544"/>
            <a:ext cx="45720" cy="658368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4443983"/>
            <a:ext cx="105156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141924"/>
                </a:solidFill>
                <a:latin typeface="Consolas"/>
              </a:rPr>
              <a:t>computed by power iteration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029200"/>
            <a:ext cx="1042416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Repeated multiplication converges; the teleport term is what guarantees it does.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5669279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The teleport term is not a hack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it makes the chain irreducible and aperiodic, which is what guarantees a unique stationary distribution.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Communities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modularity's specific failure.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Modularity compares edge density within groups against a random baseline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MEASURE, AND THE PROBLEM WITH MAXIMISING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measures how many more edges fall inside the proposed communities than would in a random graph with the same degrees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a reasonable definition and is cheap to compute.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maximising it is the standard approach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Louvain and Leiden do this greedily and scale to very large graphs.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it has a resolution limit: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modularity maximisation cannot find communities below a size that depends on the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total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graph size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small real communities are merged, and the effect worsens as the graph grows.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finds high-modularity partitions in random graphs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Module 01 §3 again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a high modularity score is not evidence that communities exist, without a null comparison.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COMMUNITY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approaches, and how to assess the result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Louvain and Leiden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greedy modularity, fast, and the practical default.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Leiden fixes a connectivity defect in Louvain's output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so prefer it.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Label propagation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near-linear, and unstable across runs, which is itself informative (Module 04 §3).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Spectral methods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principled, connected to graph cuts, and limited by the eigenvector computation.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Overlapping methods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because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real community membership is not a partition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people belong to several.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assess by stability and a null comparison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not by the modularity score alone.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'Real membership is not a partition' is worth stating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most algorithms return one anyway, which is a modelling assumption rather than a finding.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At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Where graph algorithms get difficult.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changes on a large graph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WHAT WORKS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anything expressible as repeated local updates: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PageRank, label propagation, connected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components, single-source shortest paths.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Pregel's "think like a vertex" model fits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these, and so does sparse matrix multiply.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WHAT DOES NOT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betweenness centrality -- all-pairs shortest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paths, so it is approximated by sampling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    source nodes instead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exact triangle counting -- approximated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anything needing the full adjacency matrix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AND THE REAL PROBLEM IS PARTITIONING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cutting a heavy-tailed graph across machines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puts the hub somewhere, and that machine does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most of the work. Edge-cut partitioning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balances poorly; vertex-cut partitioning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splits high-degree nodes instead, which is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    what the systems do.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32" b="0" i="0">
                <a:solidFill>
                  <a:srgbClr val="E4E8EF"/>
                </a:solidFill>
                <a:latin typeface="Consolas"/>
              </a:rPr>
              <a:t>  SO: communication dominates, not computation.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Communication dominates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which is why graph processing is harder to distribute than most data parallel work (CSCE 678).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what to report about a graph finding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How the graph was constructed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edges you included is a modelling decision that determines every result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it is frequently unstated.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centrality you used, and why that question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since the four measures disagree (Part 2).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null comparison for any community finding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what a degree-preserving random graph scores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only way to read a modularity value.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the stability across runs and subsamples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several of these algorithms are non-deterministic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the variation is the result.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676 · Data Mining  —  Module 07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The heavy-tailed degree distribution is the property that breaks things, because it causes load imbalance in every partitioning scheme.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four centrality measures disagree, and the disagreement is informative — a bridge is a different role from a hub.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PageRank's teleport term makes the chain irreducible and aperiodic, which is what guarantees a unique stationary distribution.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Modularity has a resolution limit that depends on total graph size, so small real communities are merged and it worsens with scale.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Modularity maximisation finds high-scoring partitions in random graphs, so the score is not evidence communities exist.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At scale, communication dominates computation, and vertex-cut partitioning is the answer to the heavy tail.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676 · Data Mining  —  Module 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