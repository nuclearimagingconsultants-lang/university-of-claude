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Naming the shared assumption prevents the expectation that any algorithm distributes.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676 — Data Mining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Scale and Systems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What distribution actually costs.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676 · Module 10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shuffle and why it dominates cost.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MapReduce and dataflow models.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skew and how it is handled.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when a single machine is the right answer.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Design a computation for the cost model that applies.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cost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Communication, not computation.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676 · Data Mining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shuffle is the expensive operation, and everything else is arranged around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THING TO UNDERSTAND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distributed computation is cheap when every machine works on its own partition and expensive when data has to move between machines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the move is the shuffle.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design question is how many shuffles a computation needs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map-only work is nearly free, and anything requiring a global grouping, a join, or a sort costs a full data movement.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means the goal is to reduce data before shuffling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combine locally, filter early, project away unused columns, and broadcast a small side input rather than joining.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Module 01 §2's cost model again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passes became shuffles, and the arithmetic is still not the constraint.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programming models, and what each assumes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MAPREDUCE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map -&gt; shuffle -&gt; reduce, with the intermediate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result written to disk. Simple, fault-tolerant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by re-execution, and slow for iteration because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every round pays the disk cost.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DATAFLOW (Spark and successors)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a DAG of transformations over partitioned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collections, kept in memory where possible.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Lineage-based recovery rather than replication.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Much better for iterative work -- which is most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of this course.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VERTEX-CENTRIC (Pregel)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Module 07's model: each vertex computes and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sends messages, synchronised in supersteps.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Fits graph algorithms and little else.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AND THE SHARED ASSUMPTION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the computation decomposes into independent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work on partitions, with occasional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communication. Anything genuinely sequential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does not fit any of them.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shared assumption is the limit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a genuinely sequential algorithm does not become parallel by being expressed in one of these.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Skew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the practical failure mode.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676 · Data Mining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One slow partition sets the runtime, and heavy-tailed data guarantees 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SKEW DOMINATES REAL PERFORMANCE PROBLEMS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stage finishes when its slowest task finishes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partition with ten times the data takes ten times as long, and the other machines idle.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data is heavy-tailed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07 §1):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one key with a hundred million records and a million keys with ten each is the normal case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not the pathological 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fixes are specific: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salt the hot key across several partitions and combine afterwards; broadcast the small side of a skewed join; or handle the heavy keys separately.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diagnose it by looking at the task duration distribution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long tail there is skew, and an average task time tells you nothing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about it, which is why aggregate metrics mislead.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to look at when it is slow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The task duration distribution per stage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, not the mean —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which is where skew is visible and nowhere else.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The shuffle read and write volumes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, which tell you whether you are moving more data than you need to.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The number of stages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, since each boundary is a shuffle — and a query plan with eight stages is doing something you may be able to avoid.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Spill to disk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, which means a partition did not fit in memory and the stage is now paying disk costs.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And the input format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a columnar format with predicate pushdown frequently beats any amount of tuning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, by reading less.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Reading less is the first optimisation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and it is usually a format and projection decision rather than a parallelism 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When not to distribute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more often than assumed.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676 · Data Mining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single large machine beats a small cluster for a surprising range of problems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COMPARISON WORTH MAKING BEFORE YOU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commodity server now has hundreds of gigabytes of memory and dozens of cores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dataset of tens of gigabytes fits in memory with room to work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an in-memory computation has no shuffle at all.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published comparisons are uncomfortable: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several well-known graph and mining benchmarks run faster on one well-programmed machine than on a modest cluster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the coordination overhead exceeds the parallelism gain.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question to ask first is: does it fit?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if it nearly fits, can sampling, projection, or a sketch (Module 06) make it fit?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worth asking because distribution has real costs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operational complexity, debugging difficulty, and a much slower development loop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that do not appear in a throughput number.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Designing for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decisions that matter.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676 · Data Mining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to decide deliberately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partitioning key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because it determines which operations are local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partition by the key you join and group 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the shuffles disappear.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storage format and layout.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Columnar, compressed, and partitioned on disk by the column you filter 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which is a one-time decision with a permanent effect.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Where to approximate.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sketch or a sample that removes a shuffle is usually worth its error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06).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whether the algorithm is iterative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because that determines the engine — MapReduce is the wrong choice for anything with a loop.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Then measure before tuning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because the bottleneck is rarely where you expect.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partitioning key is the highest-leverage decision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it converts shuffles into local work, and it is made once and lived with.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honest framing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Distribution buys you the ability to process data that does not fit, at the cost of communication, complexity, and a slower loop.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use it when the data genuinely does not fit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check that claim rather than assuming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Part 3.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when you do, design around the shuffle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partitioning key and the storage layout together determine most of the performance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before any tuning.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a systems conclusion rather than an algorithmic 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is why CSCE 678 is a prerequisite for this module.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The shuffle is the expensive operation, so the design question is how many shuffles a computation needs.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 genuinely sequential algorithm does not become parallel by being expressed in a distributed model.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 stage finishes when its slowest task finishes, and heavy-tailed data guarantees one slow partition.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Skew is visible in the task duration distribution and nowhere else, so an average task time tells you nothing.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 single large machine beats a small cluster for a surprising range of problems, because coordination overhead exceeds the parallelism gain.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The partitioning key is the highest-leverage decision, because it converts shuffles into local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676 · Data Mining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