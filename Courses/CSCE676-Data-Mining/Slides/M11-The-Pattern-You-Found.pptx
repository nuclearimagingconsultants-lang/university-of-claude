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search-space-not-output-size point is the one people get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Choosing the error rate to control is the real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676 — Data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Pattern You Found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course's centre: multiplicity, and what survives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676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Count the hypotheses you actually tested.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corrections and explain what each controls.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significance and importance diverge at scale.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validation and pre-registration.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Defend a found pattern, or abandon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number everybody understates.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analytic decision you made was a hypothesis test, whether you recorded it or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COUNTS, AND IT IS MORE THAN YOU 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explicit tests, obviously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but also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parameter setting you tried, every preprocessing choice you compared, every subgroup you looked at, and every analysis you abandoned because it showed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count cannot be reconstructed afterwards.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do not remember the analyses that failed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those are exactly the ones that inflate the multiplicity.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garden of forking paths makes it worse: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even one analysis per dataset is a selection, if the analysis chosen depended on what the data looked like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there is an implicit count even with no explicit tests.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discipline is to log as you go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§4)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 study whose hypothesis count is unknown cannot be corrected, which means its significance values cannot be interpreted.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record, and what the count includes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RECORD, AS YOU GO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every test, with its hypothesis and its result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every parameter value you tried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every feature set and preprocessing variant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every subgroup you examined separately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and every analysis you stopped because it was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not working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LAST LINE IS THE IMPORTANT ONE. An abandoned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analysis is a test whose negative result you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discarded, which is exactly what inflates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family.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IN AUTOMATED MINING the count is the candidate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space the algorithm searched, not the number of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results it returned: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frequent itemsets   -&gt; candidates considered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correlation mining  -&gt; pairs tested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model selection     -&gt; configurations evaluated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feature selection   -&gt; features screened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WHICH IS USUALLY ENORMOUS, and is the honest input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to Part 2's correction.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For automated mining, the count is the search space rather than the output size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distinction that makes the correction meaningful.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Corrections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Two, controlling different things.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CORRECTIONS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corrections, and what each guarantees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Controls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Bonferroni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Family-wise error: P(any false positive)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single false claim is costly; m is small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same, uniformly more powerful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Always preferable to Bonferroni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Benjamini-Hochberg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False discovery rate: E[fraction of claims that are false]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will follow up on many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Permutation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null distribution, empirically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test statistic's distribution is unknown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a permutation test is the one that always applies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IS WORTH THE COMPUTATION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Shuffle the labels or the structure that your pattern depends on, recompute the statistic, and repeat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gives you the null distribution of your statistic on your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needs no parametric assumption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handles test statistics whose distribution nobody has derived — which includes most mining statistics, modularity and cluster quality among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accounts for your data's structure automatically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the permuted data keeps the marginals, the degree sequence, or whatever you held fixed.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it the right tool when the null comparisons of Modules 04 and 07 are needed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only thing it costs is computation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resource this course assumes you have.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Significance and importance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diverge completely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With a million records, a meaningless effect is significant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P-VALUES STOP BEING USEFUL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standard error falls as 1/√n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at n = 10⁶, a correlation of 0.003 has p &lt; 0.01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explains nine millionths of the variance.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significance testing answers a question nobody asked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'is the effect exactly zero' is almost never the question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at large n the answer is almost always no.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report the effect size, with a confidence interval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decide in advance what magnitude would matter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§4), which makes the result interpretable.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multiplicity problem does not go away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still need the correction, applied to effect sizes rather than to p-values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largest observed effect among many is biased upward.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actually settles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Held-out data, and prediction.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hierarchy of evidence, weakest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pattern found and reported.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Essentially no evidence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whatever its p-value, because the search is unaccounted for.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pattern found and corrected for the hypothesis count.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Better, and dependent on an honest count.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pattern that survives held-out data you had not touched.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Substantially stronger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because the holdout was not part of the search.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pattern predicted in advance and then confirmed.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Stronger still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because the hypothesis count was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a pattern that predicts new data collected afterwards.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 strongest available short of an experiment.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jump from the second to the third level is the largest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costs only the discipline of splitting the data before you start.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you would need to call it causal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None of the above establishes causation.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pattern that replicates perfectly can still be a confound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replication establishes that the association is real, not that it is causal.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would: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randomised experiment, a natural experiment, an instrumental variable, or a credible identification strategy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of which require something beyond the observational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statement names what is missing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'we would need to randomise exposure to X, which we cannot do because…'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rather than a generic disclaimer.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Project 2's requirement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stating the experiment you would run is the deliverable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demonstrates that you know what your evidence does not cover.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analytic decision was a hypothesis test, including the analyses you abandoned — which is why the count cannot be reconstructed.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In automated mining the count is the candidate space the algorithm searched, not the number of results it returned.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false discovery rate is usually the right target in mining, because you are generating leads and will follow up on many.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permutation test always applies, needs no parametric assumption, and costs only computation.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At a million records a correlation of 0.003 is significant and explains nine millionths of the variance, so report effect sizes.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jump from a corrected finding to one that survives untouched held-out data is the largest in the hierarchy, and it costs only discipline.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