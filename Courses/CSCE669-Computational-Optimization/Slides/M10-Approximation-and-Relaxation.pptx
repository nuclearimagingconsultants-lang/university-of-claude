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classes are provably separated is the striking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cleanest complete proof in the course;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Approximation and Relaxation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Provably close, provably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an approximation ratio and a PTAS.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a guarantee from an LP relaxation and rounding.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randomised rounding and its analysis.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semidefinite relaxation and the Goemans–Williamson result.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hardness of approximation.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Guarantees relative to an optimum you cannot compute.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guarantee is against a bound, not against the optimum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TRICK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cannot compare your answer to the optimum, because you cannot compute the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compare it to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bound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on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usually the LP relaxation's value, which is a lower bound by weak duality (Module 04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your solution is within a factor α of the bound, it is within α of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optimum lies between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entire mechanism of approximation analysis.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ratio in this module is proved against a relaxation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Module 04 had to come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Approximability, from best to worst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FPTAS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(1+ε) in time polynomial in n and 1/ε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Knapsack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(1+ε), polynomial in n for each fixed 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Euclidean TSP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 factor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Within a fixed 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 cover (2), MAX-CUT (1.138)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Logarithmic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Within O(log 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Set cover — and that is optimal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constant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constant-factor approximation unless P = NP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 TSP, max clique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LP 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Solve the relaxation, then 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VERTEX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complete 2-approximation, in ten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PROBLEM: choose a minimum-weight set of vertices touching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every edge.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INTEGER PROGRAM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minimise  sum w_v x_v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s.t.      x_u + x_v &gt;= 1   for every edge (u,v)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x_v in {0,1}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RELAX x_v in [0,1]  and solve the LP.  Then ROUND: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take v  if  x_v &gt;= 1/2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FEASIBLE: every edge has x_u + x_v &gt;= 1, so at least one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endpoint has x &gt;= 1/2 and is taken. Every edge is covered.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COST: rounding at most DOUBLES each variable, so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ALG &lt;= 2 * LP &lt;= 2 * OPT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because LP &lt;= OPT (it is a relaxation of a minimisation).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 2-APPROXIMATION, PROVED, IN TEN LINES.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analysis shows exactly where the factor 2 comes from: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threshold. The integrality gap of this formulation IS 2,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no better rounding of THIS LP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integrality gap bounds what any rounding of that relaxation can achieve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to do better you need a stronger formulation.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Randomised rounding, and why it analyses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SECOND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Treat the fractional value xᵥ as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probability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and include v with that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expected cost is exactly the LP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linearity of expectation — which is why the analysis is so clean.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Feasibility holds only in expectation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you repeat or condition until it holds, and concentration bounds (CSCE 658's material) control the failure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Set cover's O(log n) guarantee comes from exactly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round repeatedly, and after O(log n) rounds every element is covered with high probability.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Semidefinite relaxation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stronger relaxation, and a famous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Goemans–Williamson: relax to vectors, round by a random hyperplane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ELEGANT RESULT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MAX-CUT asks for a partition maximising the weight of edges crossing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Assign each vertex ±1 — non-convex.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Relax: assign each vertex a unit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maximise the same objective with inner products.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a semidefinite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convex, and solvable.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round with a random hyperplane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through the origin: vertices on each side form a partition.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probability an edge is cut is θ/π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θ is the angle between its endpoints' vectors — and the ratio of that to the SDP term is at least 0.878.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0.878-approximation, from geometry.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0.878 is probably optimal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HARDNESS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 the Unique Games Conjecture, no polynomial algorithm beats 0.878 for MAX-CUT.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Goemans–Williamson constant — which looks like an artifact of the analysis — is the true boundary.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remarkable convergence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an algorithmic result and a hardness result on an arbitrary-looking number.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UGC is unproved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widely believed, and a great deal of approximation hardness is conditional on it — which is worth stating when citing these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Hardness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some ratios are impossible.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Inapproximability results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Set cover: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better than (1−o(1))·ln n unless P = NP.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greedy algorithm achieves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simplest method is optimal.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Max clique: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n^(1−ε) approximation. Essentially inapproximable.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General TSP: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constant factor — but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metric TSP has a 3/2 approximation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(Christofides), recently improved.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Vertex cover: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better than 2 under UGC.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the ten-line algorithm of Part 2 is optimal.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PCP theorem is what makes these provable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characterisation of NP by probabilistically checkable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That trivial algorithms are frequently optimal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most useful practical message: check the greedy bound before building something clever.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approximation guarantee is proved against a computable bound — usually an LP relaxation — not against the optimum itself.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FPTAS, PTAS, constant-factor, logarithmic, and inapproximable are provably distinct classes under standard assumptions.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Vertex cover's 2-approximation is ten lines: relax, round at a half, and the cost at most doubles.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integrality gap bounds what any rounding of that relaxation can achieve, so beating it requires a stronger formulation.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Randomised rounding treats fractional values as probabilities, so expected cost equals the LP value by linearity of expectation.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Goemans–Williamson's 0.878 comes from a random hyperplane, and under the Unique Games Conjecture it is optimal.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