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digit-doubling framing makes quadratic convergence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Hessian-vector products via autodiff is the trick that makes Newton-CG viable.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explicit gap is the most elegant thing in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669 — Computational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Newton and Interior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Using curvature, and why linear programming is fast.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669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Newton's method and its convergence.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Newton is affine invariant and what that means.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quasi-Newton methods and when they are the right choice.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barrier method and the central path.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interior point methods transformed linear programming.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Newton's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Fit a quadratic and jump to its minimum.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NEWTON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step, and the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x ← x − [∇²f(x)]⁻¹ ∇f(x)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Minimise the local second-order Taylor model exactly.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Quadratic convergence near the optimum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number of correct digits roughly DOUBLES each iteration.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Cost: O(n³) per step to solve the Newton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is the whole problem at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Quadratic convergence means six iterations where gradient descent needs thousands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if you can afford the step.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Newton is affine invariant, and gradient descent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DEEP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Rescale the variables and Newton's iterates follow the same path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transformed. Its behaviour does not depend on the coordinate system.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Gradient descent is not affine invariant.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Its path depends entirely on the scaling — which is why feature scaling matters so much (Module 05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Newton is immune to the condition number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 the sense that κ does not appear in its local convergence rate.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the real content of 'Newton uses curvature'.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not a faster first-order method; it is a method whose notion of distance comes from the problem rather than from the coordinates.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Making it affordable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Quasi-Newton and the middle ground.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From gradient to full Newton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 per step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Gradient descent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First derivatives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L-BFGS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Hessian approximation from recent gradients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O(mn), m ≈ 10. The practical default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BFGS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Full dense Hessian approximation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O(n²) storage — limits 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Newton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 Hessian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O(n³), or less if sparse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Newton-CG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Hessian-vector products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Never forms the Hessian. Scales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Gauss-Newton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580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Hessian approximated from the Jacobian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Least squares; the basis of Levenberg–Marquardt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never need the Hessian, only its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Newton's step requires solving ∇²f·d = −∇f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an iterative solver can do using only Hessian-vector products.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Hessian-vector product costs about one extra gradient evaluation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is the directional derivative of the gradient, available from automatic differentiation (CSCE 636 M02).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second-order methods scale to problems where the Hessian could never be stored.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why Newton-CG and trust-region methods are viable on large problems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why dismissing second-order methods as 'O(n³)' is out of date.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Interior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barrier, and the central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BARRIER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Follow the central path to the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Replace the constraints with a BARRIER in the objective: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minimise  t*f(x) - sum_i log(-g_i(x))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log barrier is +infinity at the boundary, so any iterate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stays strictly feasible. Solve with Newton (it is smooth).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CENTRAL PATH: the solution x*(t) as t varies. At small 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barrier dominates and x* sits in the analytic centre; as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 -&gt; infinity the objective dominates and x*(t) approaches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true constrained optimum.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SO: solve for an increasing sequence of t, each time WARM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STARTING from the previous solution. Each solve takes a few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Newton steps because the start is close.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GUARANTEE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the duality gap at x*(t) is EXACTLY m/t, where m is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number of inequality constraints. So you always KNOW how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suboptimal you are -- Module 04's certificate, continuously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available, for free.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Total complexity: O(sqrt(m)) outer iterations. POLYNOMIAL.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m/t duality gap is what makes this a method with a guarantee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rather than a heuristic — you can always state how far from optimal you 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interior point changed linear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HISTORICAL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Khachiyan's ellipsoid method (1979) proved linear programming is polynomial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was useless in practice.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Karmarkar's interior point method (1984) was polynomial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and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competitive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first method that was both.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competition improved both: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simplex implementations got dramatically faster in response, and solvers now carry both and choose.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Interior point wins on large sparse problems; simplex wins when you need a warm start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branch and bound (Module 09) uses simplex for its thousands of re-solves.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method, for which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Second-order, or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Smooth, unconstrained, n up to ~10⁴: L-BFGS.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Few hyperparameters and fast.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Constrained convex: interior point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through a modelling layer like CVXPY.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Very large, stochastic, non-convex: first order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curvature is expensive and noisy, and CSCE 636's methods win.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Least squares: Gauss–Newton or Levenberg–Marquardt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exploit the structure.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second-order methods are under-used in machine learning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partly for good reasons, partly from habit.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good reason: stochastic gradients make curvature estimates noisy, and the Hessian changes faster than it can be estimated.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Newton minimises the local quadratic model exactly and converges quadratically — the correct digits roughly double each iteration.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Newton is affine invariant and gradient descent is not, which is why the condition number does not appear in Newton's local rate.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Hessian-vector product costs about one extra gradient, so second-order methods scale to problems where the Hessian cannot be stored.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L-BFGS is the right default for smooth unconstrained problems of moderate size and is under-used in machine learning.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log barrier keeps iterates strictly feasible, and the duality gap on the central path is exactly m/t — a free, continuous certificate.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Interior point was the first method for linear programming that was both polynomial and practically competitive, and the competition improved simplex too.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