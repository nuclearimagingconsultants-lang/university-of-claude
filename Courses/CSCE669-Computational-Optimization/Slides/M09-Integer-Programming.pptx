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early-stopping-with-a-bound property is the practical heart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convex hull framing unifies cuts and formulation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big-M discipline is the single highest-value practical tip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Integer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NP-hard, and solved every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Formulate with integer and binary variables.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branch and bound and what makes it 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cutting planes and strengthening.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integrality gap and formulation strength.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the standard logical constructs.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Branch and 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Divide, bound, prune.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BRANCH AND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algorithm, and why it terminates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solve the LP RELAXATION (drop integrality)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a LOWER bound on the true minimum (Module 04: weak duality)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if the solution happens to be integral, you are DONE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otherwise pick a fractional variable x_j = 3.4 and BRANCH: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child A:  x_j &lt;= 3        child B:  x_j &gt;= 4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-- the two children partition the feasible region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exclude the current fractional point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maintain an INCUMBENT: the best integral solution found so far,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is an UPPER bound.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PRUNE a node when: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its LP bound exceeds the incumbent   -- cannot contain better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its LP is infeasible                 -- nothing there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its LP solution is integral          -- update the incumbent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GAP between the best remaining bound and the incumbent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reported continuously. You can STOP EARLY with a guarantee: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"within 2% of optimal" is a complete, checkable claim.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THAT is why NP-hardness does not prevent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Stopping early with a proven gap is what makes integer programming practical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you rarely need the exact optimum, and you always need to know how far off you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bound quality decides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PERFORMANCE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tight relaxation prunes aggressively and the tree stays small.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loose one prunes nothing and the tree is exponential.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formulation strength matters more than anything else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correct formulations of the same problem can differ by orders of magnitude in solve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Branching choice matters too: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fractional variable to split on determines the tree shape, and pseudo-cost branching is the standard heuristic.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good incumbent early helps enormously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pruning requires something to prune against — which is why solvers run primal heuristics before and during the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Cutting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Tightening the relaxation.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cut removes fractional points without removing integer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an inequality valid for every integer-feasible point but violated by the current fractional LP 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relaxation gets tighter, the bound improves, and no feasible integer solution is lost.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Gomory cuts are derived mechanically from the simplex tableau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always exist — pure cutting-plane methods terminate finitely, and converge too slowly to use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modern solvers do branch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cut: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generate cuts at nodes, then branch.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Problem-specific cuts — clique, cover, flow — are far stronger than general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Integrality gap and formulation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gap = (IP optimum − LP optimum) / IP optimum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the relaxation understates the true optimum.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CONVEX HULL of the integer points is the ideal formulation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Its LP relaxation is exact — the gap is zero and no branching is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It usually has exponentially many facets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you generate the useful ones on demand rather than writing them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valid inequality you add moves the relaxation toward the convex hull.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is what cuts are for, geometrically.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logical constructs, and the big-M trap.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Logic as linear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WITH BINARY y: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either-or         x &lt;= u*y,   x' &lt;= u*(1-y)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if-then           y1 &lt;= y2            ("y1 implies y2")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at most k of n    sum y_i &lt;= k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fixed charge      cost = f*y + c*x,   x &lt;= M*y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-- pay f only if x &gt; 0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piecewise linear  SOS2 constraints, or binaries per segment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BIG-M TRAP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"x &lt;= M*y" enforces x = 0 when y = 0, for any sufficiently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large M. It is correct for ANY large 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BUT a loose M makes the LP RELAXATION WEAK. With M = 10^6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x &lt;= 10, setting y = 0.00001 satisfies the constraint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the relaxation learns nothing. The bound is useless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tree explodes.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USE THE SMALLEST VALID M. Derive it from the problem's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actual bounds. This single discipline routinely changes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solve times by orders of magnitude, and it is the most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common modelling error in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Big-M is correct for any large M and only useful for a tight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clearest case of formulation strength mattering.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solvers do, and what you should.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an integer program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Tighten every big-M.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highest-value single action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Break symmetry.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Identical items produce identical subtrees — add ordering constraints to explore each once.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Supply a good incumbent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a heuristic, so pruning can begin immediately.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a gap tolerance and a time limit.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Proving the last 0.1% frequently costs more than the first 99.9%.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reformulate before tuning solver parameters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formulation is worth more than every parameter combined.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Symmetry is the quiet killer: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n identical machines give n! equivalent solutions, all of which the tree will visit unless told not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has made solvers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MEASURED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Between 1990 and 2020, integer programming solvers improved by a factor of roughly a million.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Hardware contributed about a thousand of that. Algorithms contributed the other thousand.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algorithmic gains were mostly cuts, presolve, and heuristics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a better branching rule or a faster LP solve.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lesson matches the theoretical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strengthening the formulation is where the gains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whether the solver does it or you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Branch and bound solves the relaxation for a lower bound, branches on a fractional variable, and prunes against an incumbent upper bound.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continuously-reported gap lets you stop early with a proven guarantee, which is why NP-hardness does not prevent practical 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Bound quality decides everything — two correct formulations of the same problem can differ by orders of magnitude.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cut is valid for every integer point and violated by the current fractional solution, moving the relaxation toward the convex hull.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Big-M is correct for any large M and only useful for a tight one, which is the most common modelling error in practice.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Solvers improved a millionfold in thirty years, split evenly between hardware and algorithms — and the algorithms were mostly cuts and presolve.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