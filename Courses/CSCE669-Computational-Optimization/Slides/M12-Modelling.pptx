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size-vs-bound-strength trade is counterintuitive and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Presenting the frontier changes the conversation with the problem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Modelling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part that decides whether any of this helps.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decision variables deliberately.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Translate messy objectives into expressible ones.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multiple objectives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Validate a model against the problem it represents.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where a model stops being valid.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choice that determines everything after.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variable choice decides the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MOST CONSEQUENTIAL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situation can be modelled with different decision variables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formulations differ enormously in tractability (Module 11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Assignment variables x[i][j] versus flow variables on arcs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may be totally unimodular and the other a general integer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Sequence problems: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'position of item i' versus 'item i immediately precedes j' give completely different formulations of the same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enumerate several variable choices before committing to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is the highest-leverage hour in an optimisation project and it is routinely skipped.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Common variable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Watch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Binary assignment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x[i][j] = 1 if i goes to 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Symmetry when the j are identical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 on arcs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 much moves along each arc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Often totally unimodular. Prefer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Time-indexed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x[i][t] = 1 if i starts at time 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Huge, and the relaxation is strong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y[i][j] = 1 if i precedes 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Needs transitivity constraints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 selection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variable per feasible set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Exponential; use column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people actually want, and what you can 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stated objective is rarely the real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MODELLING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'Minimise cost' usually means 'minimise cost without anything unacceptable happening'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unacceptable things are unstated.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model produces a solution nobody will accept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informative: the objections are the missing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Iterate.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Show the solution, collect the objections, encode them, repeat.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model converges on the real problem through rejection.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solution that is optimal and unacceptable is more useful than one that is feasible and mediocre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elicits the constraint.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MULTIPLE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there is more than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Honest?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Weighted sum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Minimise w₁f₁ + w₂f₂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591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688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Requires an exchange rate. State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Constrain all but 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Minimise f₁ subject to f₂ ≤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91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Usually the clearest formulation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Pareto frontier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Sweep and plot the trade-off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88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honest — let the owner choose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Lexicographic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Optimise in priority order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91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priorities are genuinely strict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Goal programming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Penalise deviation from 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916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Useful when targets are given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Does the model mean what you think?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Checking 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Solve a tiny instance by hand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compare. The most effective check and the least done.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the extremes: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zero demand, infinite capacity, one item. The answers should be obvious and should be 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Look at the dual variables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 §2).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a shadow price is absurd, a constraint is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Perturb an input and check the answer moves sensibly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in the right direction.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show the solution to the person who owns the problem.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They will spot in ten seconds what you would not find in a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dual check is the underused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it localises errors to specific constraints.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Infeasible and unbounded are both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READING THE SOLVER'S COMPLAINTS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Infeasible usually means over-constrained, not impossible.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Use an irreducible infeasible subset — most solvers compute one — to find the conflicting constraints.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Unbounded almost always means a missing 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a gift: the solver found a way to profit infinitely, which tells you exactly what you forgot to forbid.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Add elastic variables with large penalties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see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which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constraint to relax, rather than guessing.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suspiciously good objective is the same signal as a suspiciously good test score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M12)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audit before celebrating.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model stops being the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State where the model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DELIVERABLE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model omits things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uncertainty treated as certain, human judgement not encoded, dynamics treated as static.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Optimisation exploits every simplification aggressively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is searching for extremes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simplification that is harmless in a simulation can be catastrophic in an optimum.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the specific hazard of this subject: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optimiser finds the corner of your model where it is least like reality, and sits there.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down the assumptions and test the solution against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'This model assumes demand is known; under 20% demand error the solution costs 15% more' is the deliverable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the optimum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choice of decision variables determines the structure and the tractability, and enumerating several before committing is the highest-leverage hour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Time-indexed formulations are large with strong relaxations, which is frequently the better trade — size is cheaper than a weak bound.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stated objective is rarely the real one, and the first model's unacceptable solution is informative because the objections are the missing constraints.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Plotting the Pareto frontier is the most honest response to multiple objectives — it shows the trade rather than hiding it in a weight.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Infeasible usually means over-constrained and unbounded almost always means a missing constraint — both are diagnostics.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Optimisation exploits every simplification aggressively, so it finds the corner of your model least like reality and sits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