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Measuring in gradient evaluations rather than iterations is what makes SGD look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about where the theory stops being useful matters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Stochastic and Large-Scale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you cannot afford a full gradient.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SGD's convergence rate and why it is what it 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noise floor and why the step size must decay.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variance reduction and when it applies.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coordinate descent and when it wins.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Connect the theory to CSCE 636's practice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Cheap noisy steps against expensive exact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SGD trades accuracy per step for steps per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BARGAIN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full gradient over n examples costs n times a single example's gradient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gives one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stochastic gradient costs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gives one step — n times as many steps for the same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step is worse, and there are far more of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large n that trade is overwhelmingly favourable in the early phase.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not in the late phase.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noise does not shrink as you approach the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progress stalls at a noise floor — which is why the step size must decay (Part 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Deterministic against stochastic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Rate in iterations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Rate in gradient evaluations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GD, strongly convex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— log(1/ε)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 · κ log(1/ε)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SGD, strongly convex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O(1/k) — sublinear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O(1/ε) — INDEPENDENT of 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SGD, convex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O(1/√k)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O(1/ε²)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SVRG / SAGA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(n + κ) log(1/ε)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noise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step size must decay.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constant step size converges to a ball, not a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EXPLAINS SCHEDULES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a fixed step η, SGD converges to a neighbourhood of the optimum whose radius is proportional to η times the gradient variance.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then bounces around inside that ball indefinitely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more iterations do not help.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reduce η to shrink the ball.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classical Robbins–Monro conditions are Σηₖ = ∞ and Σηₖ² &lt; ∞ — large enough to travel anywhere, small enough to settle.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theoretical content of CSCE 636's schedules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'explore then exploit' is 'traverse the space, then shrink the noise ball'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now with a quantity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Larger batches shrink the noise, at a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OTHER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Gradient variance falls as 1/B with batch size 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noise ball shrinks as the batch grows.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cost per step grows linearly in 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trade is not free — and past a point the variance reduction stops buying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point is the 'critical batch size'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measurable and problem-dependent, and beyond it you are paying for steps that are no better.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linear scaling rule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double the batch, double the learning rate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holds approximately up to that point and fails beyond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very large batch training needs warmup and LARS (CSCE 636 M08).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Variance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Getting linear convergence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SVRG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Using a stale full gradient as a control variate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PROBLEM: SGD's variance does not vanish near the optimum,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 it cannot converge linearly.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SVRG: occasionally compute a FULL gradient at a snapshot point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x~, then correct each stochastic gradient with it: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g = grad f_i(x) - grad f_i(x~) + grad F(x~)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\___________________________/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   control variate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UNBIASED (the correction has expectation zero) and its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VARIANCE SHRINKS as x approaches x~ and both approach x*.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linear convergence, with (n + kappa) log(1/eps) gradient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evaluations -- better than both GD and SGD when n and kappa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are comparable.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WHERE IT APPLIES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finite sums with a FIXED dataset, which is exactly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empirical risk minimisation of CSCE 633.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WHERE IT DOES NOT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streaming or infinite data (no full gradient exists),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deep learning -- where it reliably underperforms plain SGD,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for reasons still debated.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beautiful result that does not help deep learning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worth stating rather than implying.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Coordinate descent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variable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Coordinate descent wins when a single coordinate is cheap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WHEN THIS IS THE RIGHT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Update one coordinate at a time, exactly, holding the others fixed.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the lasso, each coordinate update has a closed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soft thresholding again (Module 05 §3) — and costs O(n) rather than O(np).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the standard method for the lasso and for elastic net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what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glmnet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scikit-learn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also handles non-smooth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separable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penalties naturally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exactly the L1 case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fails on non-separable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such as the fused lasso, because a single coordinate cannot move without violating the coupling.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large-scale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Huge n, moderate accuracy wanted: SGD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a decaying schedule.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Fixed finite sum, high accuracy wanted: SVRG or SAGA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if it is convex.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Separable non-smooth penalty: coordinate descent.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Composite objective, structure to split: ADMM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06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deep learning: SGD with momentum, or Adam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where the theory offers guidance rather than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gap between the convex theory and deep learning practice is real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is narrowest at the learning-rate schedule.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SGD trades accuracy per step for far more steps, and its cost per unit of accuracy is independent of the dataset size.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With a constant step size SGD converges to a ball around the optimum whose radius scales with the step and the gradient variance.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Robbins–Monro's conditions — steps summing to infinity with squares summing finitely — are the theoretical content of CSCE 636's schedules.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Batch size reduces variance as 1/B at linear cost, and past the critical batch size the reduction stops buying anything.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SVRG uses a stale full gradient as a control variate to recover linear convergence — and it reliably underperforms plain SGD in deep learning.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Coordinate descent suits separable non-smooth penalties and is what lasso solvers actually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