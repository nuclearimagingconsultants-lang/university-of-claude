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trick is directional is the instructive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unimodularity is the reason, and it is worth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Linear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most useful special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Put a problem into standard 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geometry — polyhedra, vertices, and why the optimum is at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simplex method and its complexity paradox.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with linear programs, including the standard tricks.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 problem is secretly linear.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answer is at a corner.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optimum of a linear program is at a vertex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MAKES EVERYTHING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feasible set of a linear program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polyhedron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intersection of half-spaces, which is convex by construction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linear objective has a constant gradient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there is no interior stationary point — moving in the improving direction always improves, until a constraint stops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 optimum, if one exists, occurs at a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 polyhedron. (Or along an edge or face, in which case a vertex attains it too.)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reduces a continuous problem to a finite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search the vertices.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are exponentially many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you need an intelligent search rather than enumeration.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STANDARD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any LP into one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STANDARD FORM:   minimise c'x   subject to  Ax = b,  x &gt;= 0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ANY linear program converts into it: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maximise c'x          -&gt;  minimise -c'x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a'x &lt;= b              -&gt;  a'x + s = b,  s &gt;= 0    (slack)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a'x &gt;= b              -&gt;  a'x - s = b,  s &gt;= 0    (surplus)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x unrestricted        -&gt;  x = x+ - x-,  x+,x- &gt;= 0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|x| in the objective  -&gt;  x = x+ - x-, minimise x+ + x-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 (works only when MINIMISING |x|)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LAST ONE IS THE MOST USEFUL TRICK HERE.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It is how L1 regression, L1 regularisation, and robust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fitting become linear programs -- and it is why the lasso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(CSCE 633 M04) has an LP formulation at all.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IT ALSO SHOWS THE LIMIT: minimising |x| is fine; MAXIMISING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|x| is not, because max of |x| is not concave. The direction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of the optimisation decides whether a trick is legal.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absolute-value trick only works in one direction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Module 02's convexity calculus showing up as a modelling constraint.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Simplex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Walk the vertices, improving.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Simplex walks edges from vertex to vertex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Start at a feasible vertex.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Look at the adjacent vertices; move to one that improves the objective; repeat until none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Convexity guarantees that a vertex with no improving neighbour is globally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§4) — so the local stopping test is a global certificate.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Degeneracy can stall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several bases describing the same vertex, so a pivot changes nothing.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Bland's rule prevents cycling at the cost of speed.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pivoting rule is the whole engineering.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improving neighbour to choose determines the path length, and no rule is known to be polynomial.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Simplex is exponential in theory and excellent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PARADOX WORTH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Klee and Minty constructed a polytope on which simplex visits every one of its 2ⁿ vertices.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the worst case is exponential for the standard pivoting rules.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real problems it takes a number of pivots roughly linear in the number of constraints.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gap between worst case and typical is enormous.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Smoothed analysis explains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any instance perturbed slightly, simplex runs in expected polynomial time — so the bad instances are isolated and fragile.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clearest example in the program of worst-case complexity failing to describe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§2), and smoothed analysis was invented to close exactly this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useful formulations.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that are linear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Diet / blending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Minimise cost subject to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original application, 1940s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Transportation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Ship from supplies to demands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Integral optimum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Flow conservation plus capacities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LP whose optimum is integral (CSCE 629)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Shortest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dual of a flow problem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Also integral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L₁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Split residuals into ± parts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Robust to outliers; not least squares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Chebyshev fitting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Minimise t s.t. |rᵢ| ≤ 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Minimax; one variable and 2m constraints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Game theory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5230367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28416" y="5266943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Minimax over mixed strategies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5230367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5266943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Von Neumann; the dual is the opponent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flow and matching are easy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Their constraint matrices are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totally unimodular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square submatrix has determinant 0, +1, or −1.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that holds and the right-hand side is integral, every vertex of the polyhedron is integral.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solving the LP relaxation gives an integer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integrality constraint is free, and the NP-hardness of integer programming simply does not bite.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precise reason max flow, bipartite matching, and shortest path are polynomial while the travelling salesman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a difference of effort but of matrix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solvers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a linear programming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a solver.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HiGHS is free and excellent; Gurobi and CPLEX are faster on hard instances and have academic licences.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Solvers use both simplex and interior point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07) and pick per instance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only simplex gives a warm start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matters when resolving.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Presolve matters enormously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removing redundant constraints and fixing variables frequently shrinks a problem by half before any iteration.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Numerical conditioning is real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coefficients spanning many orders of magnitude cause genuine failures.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scale your model.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Keeping coefficients within a few orders of magnitude is the cheapest robustness fix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Scaling is CSCE 633 Module 02's feature scaling, arriving as a numerical rather than an optimisation concern.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linear program's feasible set is a polyhedron and its objective has constant gradient, so an optimum occurs at a vertex.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That reduces a continuous problem to a finite one — with exponentially many vertices, so intelligent search is required.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absolute-value trick works when minimising and not when maximising, which is the convexity calculus appearing as a modelling constraint.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Simplex is exponential on Klee–Minty constructions and roughly linear in constraints on real problems; smoothed analysis explains the gap.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Totally unimodular constraint matrices give integral vertices, which is precisely why flow and matching are easy.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Model scaling is the cheapest robustness fix, and it is CSCE 633's feature scaling arriving as a numerical concern.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