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Graph cuts in vision is the connection the track cares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the converse holds too is what makes this satisfying.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analogy is the clearest way to place submodularity.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669 — Computational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Combinatorial Optimisation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problems with special structure.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669 · Module 11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network flow and its integrality.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matching and its duality.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matroids and why greedy works on them.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submodularity and the greedy guarantee.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Recognise exploitable structure in a new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structure that makes a family of problems easy.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Max-flow min-cut is LP duality made concrete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CONNECTION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maximum flow from source to sink equals the minimum capacity of a cut separating them.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is not a coincidence — it is strong duality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04 §1) for the flow linear program, whose dual is the cut problem.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constraint matrix is totally unimodular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03 §3), so the LP optimum is integral automatically.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problem is polynomial for a structural reason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because a clever algorithm was found.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algorithms exploit the structure; they do not create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REDUCTIONS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reduces to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Reduction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42048" y="1901952"/>
            <a:ext cx="4389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51775" y="19568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Bipartite matching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Unit capacities, source to left, right to sink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42048" y="2377440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51775" y="24140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Integral flow = a matching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Vertex-disjoint paths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Split each vertex, capacity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42048" y="2852928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51775" y="2889504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Menger's theorem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Project selection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Min cut on a profit/cost graph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42048" y="3328416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51775" y="3364992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Maximum closure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Image segmentation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Min cut with smoothness terms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42048" y="3803904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51775" y="3840480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Graph cuts; CSCE 748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Scheduling with deadlines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1012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19856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Flow over a time-expanded graph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42048" y="4279392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51775" y="4315968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Common in practice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Baseball elimination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10128" y="4754879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19856" y="4791455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Flow feasibility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42048" y="4754879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51775" y="4791455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The classic surprising reduction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Matroids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abstraction that explains greedy.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MATROIDS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When greedy is exactly right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A MATROID is a ground set E with a family of INDEPENDENT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subsets satisfying: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1. the empty set is independent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2. subsets of independent sets are independent (hereditary)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3. EXCHANGE: if |A| &lt; |B| and both independent, then some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element of B can be added to A keeping it independent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THEOREM: the greedy algorithm -- sort by weight, add greedily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whenever independence is preserved -- finds the MAXIMUM WEIGHT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independent set, EXACTLY, for ANY matroid.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AND THE CONVERSE: if greedy is optimal for every weighting,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the structure IS a matroid.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SO MATROIDS ARE EXACTLY THE STRUCTURES WHERE GREEDY WORKS.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That is a complete characterisation, which is rare.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EXAMPLES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graphic matroid   forests in a graph  -&gt; KRUSKAL'S MST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linear matroid    linearly independent column sets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partition matroid at most k_i from each group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uniform matroid   any set of size &lt;= k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So Kruskal is not a clever trick; it is the matroid greedy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algorithm applied to the graphic matroid.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A complete characterisation of when greedy is optimal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an unusually clean answer to a question that usually has none.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Submodularity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Diminishing returns, and a guarantee.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SUBMODULARITY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Diminishing returns, formalised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f(A ∪ {x}) − f(A)  ≥  f(B ∪ {x}) − f(B)   for A ⊆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Adding x to a smaller set helps at least as much as adding it to a larger 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Maximising a monotone submodular f under a cardinality constraint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NP-hard — and greedy achieves (1 − 1/e) ≈ 0.632 of the optimum.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And 1 − 1/e is optimal unless P = NP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So greedy is the best polynomial algorithm, provably.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Submodularity is to discrete optimisation what convexity is to continuous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the structural property that makes guarantees possible.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submodularity shows 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THIS IS PRACTICALLY USEFUL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Coverage: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how many distinct items a chosen set covers — sensor placement, facility location, influence maximisation.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Entropy and mutual information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of a selected set of variables — so experimental design and active learning (CSCE 633 M11) are submodular.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Diversity and summarisation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picking a representative subset.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feature selection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under some models.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the 0.632 guarantee covers a wide class of selection problems where people otherwise use greedy and hope.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Recognising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practical skill.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look for in a new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Is it a flow problem in disguise?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Conservation, capacities, a bipartite assignment — check first.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Is the constraint matrix totally unimodular?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Then drop the integrality constraint entirely (Module 03 §3).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Is the feasible family a matroid?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Then greedy is exact.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Is the objective submodular and monotone?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Then greedy is within 0.632 and that is optimal.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Otherwise: integer programming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09)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with the best formulation you can find.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This checklist is worth running before writing any code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each hit converts an intractable problem into a solved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Structure is found by modelling, not by searching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HABIT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Whether a problem has exploitable structure frequently depends on how you formulate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on the problem itself.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same situation modelled with different variables can be a flow problem or a general integer program.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spend time on the formulation before accepting that the problem is hard.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Module 12's subject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reason it follows this one rather than preceding it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you need the catalogue of structures before you can aim a formulation at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Max-flow min-cut is strong duality for the flow linear program, and the integrality comes from total unimodularity.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great many apparently unrelated problems reduce to flow, and recognising one is the highest-value pattern-match here.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Matroids are exactly the structures on which the greedy algorithm is optimal — a complete characterisation, including the converse.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Kruskal's algorithm is the matroid greedy algorithm applied to the graphic matroid, not an independent trick.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Submodularity formalises diminishing returns, and greedy achieves 1 − 1/e of the optimum — which is itself optimal unless P = NP.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Submodularity is to discrete optimisation what convexity is to continuous.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