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CP-SAT deserves the mention; it beats MIP on many scheduling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advice is cheap and almost nobody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Solvers and Shipping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Using the tools, and saying what you solved.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solver and a modelling layer.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numerical trouble.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has actually made solvers fast.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between exact and heuristic approaches.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an optimisation result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Modelling layer, solver, and what each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CVXPY, JuMP, Pyomo, AMPL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Write the problem, not the algorithm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LP / MIP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HiGHS (free), Gurobi, CPLEX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Commercial are 10–100× on hard instances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Conic / SDP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SCS, ECOS, Mosek, Clarabel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 options are adequate for moderate sizes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Nonlinear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IPOPT (free), KNITRO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Interior point (M07)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Constraint programming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OR-Tools CP-SAT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 on scheduling; different paradigm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 search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Simulated annealing, tabu, LNS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bound. Use when nothing else fits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a modelling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the problem in CVXPY or JuMP and let it talk to the solver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constructing matrices by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then change solvers in one 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comparison trivial and prevents lock-in.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modelling layer catches errors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CVXPY's DCP rules (Module 02 §2) reject non-convex formulations before the solver silently returns a local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a translation overhead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very large models, which matters only at a scale where you would be building matrices deliberately anyway.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Numerical trouble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solver 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Signs of numerical difficulty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Different solvers disagree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the objective value. The clearest signal.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'Optimal' solutions that violate constraints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by small amounts — tolerances, not bugs.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Infeasibility reported on a problem you know is feasible.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Results that change with the constraint ordering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should be irrelevant.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huge range of coefficient magnitudes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usual cause, and the one to check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Solvers report a condition estimate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; look at it before concluding the model is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Scale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FIX, ALMOST 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Keep every coefficient within a few orders of magnitude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rescale units so that money is in thousands and time in hours rather than mixing pence and years.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Avoid very large big-M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 §3) — they are both a numerical and a relaxation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Remove redundant constraints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presolve mostly does and which you can help with.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tighten variable bounds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improves conditioning and the relaxation together.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CSCE 620's robustness lesson and CSCE 633's feature scaling, arriving once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Exact or heuristic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to abandon the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solver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Polynomial. There is no reason not 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Integer, solver terminates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Exact, with a gap tolerance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get a bound. Take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Integer, solver does not terminate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Reformulate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Formulation beats everything (M09)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Still intractable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Heuristic + the LP bound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Report the gap you achieved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Black-box objective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Bayesian optimisation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gradients, expensive evaluations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an answer in milliseconds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Heuristic, or precompute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Real-time scheduling, routing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and the semester,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optimisation result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'Optimal for this model, proved, with gap 0.0%.'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Note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for this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the load-bearing phrase.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'Within 2.3% of optimal; the bound is from the LP relaxation.'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gap and its source.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'The binding constraints are capacity at sites 3 and 7; relaxing site 3 by one unit is worth £340.'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'Assumes demand known; under 20% error the solution costs 15% more than the robust alternative.'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you cannot say: 'optimal'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unqualified, as though the model were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'Optimal for this model' is the whole discipline of Module 12 compressed into four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recognise convexity, construct and interpret a dual, formulate an integer program that solves, and derive an approximation guarantee.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what the previous two courses were doing: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why gradient descent converges, why the condition number matters, why regularisation is a prior, and why kernels follow from the dual.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633 gave the evaluation discipline, CSCE 636 the representations, and this course the theory under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closing rule has not changed in nine courses: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Write the problem in a modelling layer and let it talk to the solver — you can then change solvers in one 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CVXPY's DCP rules reject non-convex formulations before a solver silently returns a local answer.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Numerical trouble usually comes from a wide range of coefficient magnitudes, and scaling the model is almost always the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Even when you use a heuristic, compute the LP bound — it converts 'this is our answer' into 'within 7% of optimal'.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Commercial solvers are 10–100× faster on hard instances and have free academic licences.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'Optimal for this model' is the honest claim; unqualified 'optimal' treats the model as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