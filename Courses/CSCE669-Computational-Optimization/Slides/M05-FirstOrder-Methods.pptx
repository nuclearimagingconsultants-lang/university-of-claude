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strongly-convex row is the one that matters; it explains why regularisation helps optimisation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it's provably optimal distinguishes it from the heuristics in CSCE 636.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Being explicit about the boundary is better than implying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669 — Computational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First-Order Methods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Gradient descent, with rates.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669 · Module 05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convergence rates for the standard assumptions.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condition number's role.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acceleration and what it achieves.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Apply proximal methods to non-smooth objectives.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Connect the theory to CSCE 636's practice.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the assumptions buy.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Convergence, by assumption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0175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Assumptions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584448" y="1901952"/>
            <a:ext cx="31089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94176" y="19568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93408" y="1901952"/>
            <a:ext cx="49377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03136" y="19568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Iterations for 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Convex, L-smooth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4448" y="2377440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94176" y="24140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O(1/k)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93408" y="2377440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3136" y="2414016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O(1/ε) — sublinear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+ accelerated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84448" y="2852928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94176" y="2889504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O(1/k²)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93408" y="2852928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2889504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O(1/√ε) — and this is optimal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Strongly convex, smooth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84448" y="3328416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94176" y="3364992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O((1−1/κ)ᵏ)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93408" y="3328416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03136" y="3364992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O(κ log(1/ε)) — LINEAR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+ accelerated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84448" y="3803904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94176" y="3840480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O((1−1/√κ)ᵏ)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93408" y="3803904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03136" y="3840480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O(√κ log(1/ε))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Convex, non-smooth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84448" y="4279392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94176" y="4315968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O(1/√k)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93408" y="4279392"/>
            <a:ext cx="4937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03136" y="4315968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O(1/ε²) — much worse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Non-convex, smooth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84448" y="4754879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94176" y="4791455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O(1/√k) to a stationary point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93408" y="4754879"/>
            <a:ext cx="49377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03136" y="4791455"/>
            <a:ext cx="47183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global guarantee at all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condition number decides the speed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QUANTITY THAT GOVERNS EVERYTHING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κ = L / μ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ratio of the largest to the smallest curvature.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For a quadratic it is the ratio of the extreme Hessian eigenvalues.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Large κ means a long thin valley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gradient descent zigzags across it while crawling along it (CSCE 633 M02 §2 — the same picture).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Iteration count scales with κ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or with √κ when accelerated.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conditioning is worth attacking directly: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feature scaling, preconditioning, and L2 regularisation all reduce κ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why regularisation speeds up optimisation as well as improving generalisation.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Acceleration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Momentum, and why it is optimal.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NESTEROV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Acceleration, and what it is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HEAVY BALL (Polyak):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v = beta*v + grad f(x)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x = x - eta*v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Accumulate a velocity. Damps oscillation across the valley.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NESTEROV: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y = x + beta*(x - x_prev)        # look ahead first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x = y - eta * grad f(y)          # gradient AT the lookahead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The gradient is evaluated at the EXTRAPOLATED point, not the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current one. That one change gives the O(1/k^2) rate.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WHY IT MATTERS: O(1/k^2) is OPTIMAL for first-order methods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on smooth convex problems -- a LOWER BOUND, proved by Nemirovski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and Yudin. No method using only gradients can do better.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SO ACCELERATION IS NOT A HEURISTIC. It attains a known limit.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WHAT IT IS NOT: it is not a descent method. The objective can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INCREASE on individual steps, which alarms people watching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the loss curve. That is expected behaviour.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Acceleration attains a proved lower bound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which is a much stronger statement than 'momentum helps'.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Non-smooth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to do about the L1 penalty.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Proximal methods handle the non-smooth part exactly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RIGHT TOOL FOR L1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Many objectives split as f + g, with f smooth and g non-smooth but simple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least squares plus an L1 penalty, for instance.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Subgradient descent works and is slow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O(1/ε²) by Part 1.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Proximal gradient does better: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take a gradient step on f, then apply the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proximal operator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of g, which solves g's part exactly.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For the L1 penalty the proximal operator is soft thresholding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shrink toward zero and clip at zero.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why the lasso produces exact zeros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633 M04), now derived rather than asserted.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Back to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this says about CSCE 636.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THEORY TO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the theory explains, and does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Practice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Theory says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42048" y="1901952"/>
            <a:ext cx="4389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51775" y="19568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Feature scaling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Reduces κ, so fewer iterations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42048" y="2377440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51775" y="24140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Fully explained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Momentum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Attains the optimal rate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42048" y="2852928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51775" y="2889504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Explained, for convex problems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L2 regularisation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Adds μ, so strong convexity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42048" y="3328416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51775" y="3364992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Explained — and it speeds training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Adam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Diagonal preconditioning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42048" y="3803904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51775" y="3840480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Partly — convergence proofs are delicate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Why SGD finds good minima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1012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19856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Nothing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42048" y="4279392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51775" y="4315968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Open (CSCE 636 M03 §4)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Learning rate schedules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10128" y="4754879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19856" y="4791455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Some, for convex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42048" y="4754879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51775" y="4791455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Mostly empirical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the convex theory is still worth having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ARGUMENT FOR THIS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tells you what is achievable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lower bounds say no first-order method does better, so a slow run is a conditioning problem rather than an algorithm choice.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identifies the quantity to attack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κ — which is actionable: scale, precondition, regularise.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explains why the tricks work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lets you predict when they will not.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many sub-problems inside non-convex pipelines are convex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last layer, the proximal step, the line search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the theory applies locally even when it does not apply globally.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669 · Computational Optimization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Convex and smooth gives O(1/k); strong convexity gives linear convergence, which is the single largest gain available.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condition number governs the iteration count, and feature scaling, preconditioning, and L2 regularisation all reduce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Nesterov acceleration evaluates the gradient at an extrapolated point and attains O(1/k²), which is a proved lower bound rather than a heuristic.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Acceleration is not a descent method — the objective can increase on individual steps.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proximal operator of the L1 penalty is soft thresholding, which is why the lasso produces exact zeros.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theory explains convex practice completely and deep learning practice partially — and why SGD finds good minima remains open.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669 · Computational Optimization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