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epigraph view is worth teaching explicitly; it saves work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that the first-order condition seeds Module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sqrt counterexample catches people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Connecting back to the loss functions they already know is the point of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Convexity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property everything else depends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convex sets and convex functions.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convexity by the standard tests.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operations that preserve convexity.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the standard convex functions.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disciplined convex programming.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Two, and the second follows from the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Convex sets and convex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 convex  ⟺  x,y ∈ C ⟹ θx + (1−θ)y ∈ C  for θ ∈ [0,1]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whole segment between any two points stays inside.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convex  ⟺  f(θx + (1−θ)y) ≤ θf(x) + (1−θ)f(y)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chord lies above the function.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convex  ⟺  its epigraph {(x,t) : f(x) ≤ t} is a convex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the two definitions are one definition.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epigraph formulation unifies them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makes several later results obvious rather than separate.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prove convexity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Zeroth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definition, directly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cases; non-differentiable 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First 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f(y) ≥ f(x) + ∇f(x)ᵀ(y−x)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tangent underestimates everywhere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Second 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∇²f ⪰ 0 (positive semidefinite)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Twice differentiable f. The usual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By construction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Built from convex pieces by preserving operations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Almost always the practical route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Building convex things from convex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Operations that preserve convexity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THESE PRESERVE CONVEXITY: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non-negative weighted sum     sum of a_i f_i,  a_i &gt;= 0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affine composition            f(Ax + b)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POINTWISE MAXIMUM             max(f_1, ..., f_k)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-- even of infinitely many. Hugely useful.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partial minimisation          inf over y of f(x,y), jointly convex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perspective                   t * f(x/t)  for t &gt; 0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composition                   h(g(x)) if h convex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         NON-DECREASING, g convex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THESE DO NOT: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pointwise MINIMUM             min(f_1, f_2)  -- generally not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product                       f * g          -- generally not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difference                    f - g          -- generally not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COMPOSITION RULE IS WHERE MISTAKES HAPPEN.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exp(convex)          convex   -- exp is convex, increasing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log(concave)         concave  -- log is concave, increasing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sqrt(convex)         NOT      -- sqrt is increasing but CONCAVE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(convex)^2           NOT      -- unless the inner f &gt;= 0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Build convexity up from known pieces. Proving it from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definition is almost never necessary and almost never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Pointwise maximum preserving convexity is the single most useful rule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why a maximum of linear functions is convex, which underlies a great deal.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Disciplined convex programming automates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CVXPY REFUSES THINGS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CVXPY will not accept an expression it cannot verify is convex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applying the rules above to a library of known atoms.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sqrt(x**2 + 1)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accepted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recognises the norm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while an equivalent expression written differently may be rejected.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frustrating and it is the point: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modelling language cannot verify convexity, neither can the solver, and the guarantee is gone.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Learning to write a problem in a form DCP accepts is learning the convexity calculus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enforced.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fastest way to internalise Part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standard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vocabulary you will build everything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Convex functions worth knowing by 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Convex?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5943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norm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377440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4140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By the triangle inequality. ℓ1 gives sparsity (CSCE 633 M04)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xᵀPx, P ⪰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87568" y="2852928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97296" y="2889504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Quadratic forms; least squares is 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exp(ax), x log 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3328416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3364992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Entropy is −x log x, which is concave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log-sum-exp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803904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840480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smooth max; softmax's normaliser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 of affine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87568" y="4279392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97296" y="4315968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Hinge loss is one (CSCE 633 M07)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 det X, X ≻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Concave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87568" y="4754879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97296" y="4791455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Appears throughout SDP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Indicator of a convex 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10128" y="5230367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19856" y="5266943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87568" y="5230367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97296" y="5266943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How constraints become part of the objective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consequences, collected.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convexity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Local minimum = global minimum.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reason local methods work at all (Module 01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tangent is a global underestimator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gives you lower bounds for free — and bounds are certificates.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Strong duality holds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under mild conditions (Module 04), so the dual certifies optimality.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Convergence rates are provable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they depend on conditioning rather than on luck (Module 05).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feasible set is connected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you can move between any two feasible points without leaving the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guarantee in this course descends from the first bullet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the second is where duality comes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it is not convex, convexify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Change variables.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Geometric programs become convex under a log substitution — a large class of engineering problems.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Relax.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Replace an integer constraint by its interval, or a rank constraint by a nuclear norm (Modules 09 and 10).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Restrict.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Optimise over a convex subset you can handle, accepting a possibly worse answer with a guarantee.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accept local optimality and say so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636's entire position, and is legitimate when stated rather than assumed.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set is convex if it contains every segment between its points, and a function is convex if its epigraph is a convex set — one definition, two forms.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first-order condition says the tangent is a global underestimator, which is where duality and all the bounds come from.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Convexity is established by construction from known pieces far more often than from the definition.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Pointwise maximum preserves convexity and pointwise minimum does not, which is the most useful asymmetry in the calculus.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composition rule needs the outer function to be both convex and non-decreasing — sqrt of a convex function is not convex.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Disciplined convex programming enforces the calculus, which is the fastest way to learn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