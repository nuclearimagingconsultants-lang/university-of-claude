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necessary-vs-sufficient split is the thing to retain.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progression penalty → augmented Lagrangian → ADMM is a clean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ADMM is genuinely practical and underused outside its community.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669 — Computational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Constrained Optimisation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Optimality conditions when you cannot go everywhere.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669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and apply the KKT conditions.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geometric meaning of the stationarity condition.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projected and penalty methods.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augmented Lagrangian and ADMM.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when constraints can be eliminated.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KKT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conditions, and what each one says.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KKT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At an optimum x* with multipliers lambda*, nu*: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1. STATIONARITY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grad f(x*) + sum lambda_i grad g_i(x*)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  + sum nu_j grad h_j(x*)  =  0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The objective gradient is a combination of the ACTIVE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constraint gradients -- you cannot improve without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violating something.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2. PRIMAL FEASIBILITY     g_i(x*) &lt;= 0,  h_j(x*) = 0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3. DUAL FEASIBILITY       lambda_i &gt;= 0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Inequality prices cannot be negative: you would not pay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to be MORE constrained.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4. COMPLEMENTARY SLACKNESS  lambda_i * g_i(x*) = 0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(Module 04 section 2 -- inactive constraints have no price)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FOR A CONVEX PROBLEM satisfying a constraint qualification,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KKT is NECESSARY AND SUFFICIENT. Finding a KKT point solves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the problem.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FOR A NON-CONVEX PROBLEM, KKT is only NECESSARY. A KKT point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may be a saddle or a local maximum.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convex case is the useful one: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KKT turns optimisation into solving a system of equations and inequalities.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Stationarity says the gradients balance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GEOMETRY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At an unconstrained optimum the gradient is zero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 direction improves.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At a constrained optimum the gradient need not be zero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must point 'into' the constraints, so that every improving direction is infeasible.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Formally: the objective gradient lies in the cone spanned by the active constraint gradients.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what the stationarity equation says.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Picture a ball rolling downhill into a corner.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stops not because the slope vanished but because the walls oppose it exactly — and λ measures how hard each wall pushes.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How constraints are actually handled.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Handling constraints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Idea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Character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Elimination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Substitute equalities away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916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Best when possible. Reduces dimension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Projection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Step, then project back onto the 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Needs a cheap projection. Simple sets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Penalty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Add a penalty for violation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916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889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Ill-conditioned as the penalty grows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Barrier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+∞ at the boundary; stay strictly inside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916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889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Interior point (M07)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Augmented Lagrangian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Penalty plus multiplier estimates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916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6889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Avoids the conditioning blow-up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ADMM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Split variables; alternate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9168" y="4754879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68896" y="4791455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Decomposes; excellent for large problems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the pure penalty method fails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CONDITIONING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Add ρ·(violation)² to the objective and minimise.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As ρ → ∞ the solution approaches the constrained optimum.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the Hessian's condition number grows with ρ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unconstrained problems become progressively harder to solve (Module 05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with finite ρ the answer is never exactly feasible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you are trading accuracy against conditioning.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augmented Lagrangian fixes this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adding multiplier estimates that are updated each round: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exact convergence at a finite, moderate penalty.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duality doing practical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ADMM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Splitting, and why it scales.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ADMM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Alternating direction method of multipliers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Rewrite  min f(x) + g(z)   subject to  Ax + Bz = c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-- that is, SPLIT the objective so each part is easy alone.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Then alternate: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x &lt;- argmin_x  L_rho(x, z, u)      # f's part only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z &lt;- argmin_z  L_rho(x, z, u)      # g's part only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u &lt;- u + (Ax + Bz - c)             # dual update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WHY IT IS USEFUL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* each subproblem involves only ONE of f and g, so each can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use whatever method suits it -- including a closed form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* it DECOMPOSES: if f splits across data, the x-update is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embarrassingly parallel (CSCE 735)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* convergence is modest -- it gets to moderate accuracy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quickly and high accuracy slowly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LASSO IN ADMM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x-update:  a ridge regression (closed form)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z-update:  SOFT THRESHOLDING (Module 05 section 3)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Each step is trivial; the coupling is handled by u.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Boyd's 2011 monograph made this the standard tool for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large-scale structured problems.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pattern is: split so each piece is easy, and let the multipliers handle the coupling.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Recognising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a constraint is not really there.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SIMPLIFICATION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Constraints that can be removed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Equalities can be substituted away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reducing the dimension — always worth doing when the substitution is clean.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Simple bounds become projections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are free.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simplex constraint becomes a softmax reparameterisation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is why neural network outputs are unconstrained.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Orthogonality becomes a manifold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with its own gradient methods.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a redundant constraint can simply be deleted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presolve does automatically and modellers routinely add by accident.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softmax reparameterisation is the one that connects: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CSCE 636's networks optimise freely because the constraint was absorbed into the parameterisation.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KKT has four conditions: stationarity, primal feasibility, dual feasibility, and complementary slackness.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For a convex problem with a constraint qualification, KKT is necessary and sufficient — so finding a KKT point solves the problem.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Stationarity says the objective gradient lies in the cone of active constraint gradients — every improving direction is infeasible.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pure penalty method's condition number grows with the penalty, which is why augmented Lagrangian exists.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ADMM splits an objective so each piece is easy alone and lets the multipliers handle the coupling — and it decomposes across data.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simplex constraint becomes a softmax reparameterisation, which is why neural networks optimise unconstrained.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