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concavity-always property is the thing that makes duality general.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it economically makes it memorable.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unification is genuinely satisfying and worth stating.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669 — Computational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Duality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Every minimisation has a shadow maximisation.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669 · Module 04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Construct the Lagrangian and the dual function.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weak and strong duality and the conditions for each.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Interpret dual variables as shadow prices.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complementary slackness.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the dual as a certificate of optimality.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Constructing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Move the constraints into the objective.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Lagrangian to dual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L(x, λ, ν) = f(x) + Σ λᵢgᵢ(x) + Σ νⱼhⱼ(x)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Price each constraint violation and add it to the objective. λ ≥ 0.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g(λ, ν) = inf_x L(x, λ, ν)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dual function. An infimum of affine functions of (λ,ν), so it is CONCAVE — always, even if the primal is not convex.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maximise g(λ,ν)  subject to  λ ≥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dual problem. Always a convex problem.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dual is always convex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whatever the primal is — which is why it is useful even for hard problems.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Weak duality always holds; strong duality usually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TWO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Weak duality: g(λ,ν) ≤ p* for every feasible (λ,ν).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Always true, for any problem whatsoever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convex or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any dual feasible point gives a lower bound on the primal optimum, for free.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is the single most useful consequence.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Strong duality: the gap is zero.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For convex problems it holds under a mild condition — Slater's: there exists a strictly feasible point.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for a convex problem, solving either one solves both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 dual solution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proves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a primal solution is optimal.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bound plus a matching feasible point is a certificate.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the dual variables mean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interpretation that makes duality useful.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Dual variables are prices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INTERPRETATION TO CARRY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λᵢ is the rate at which the optimal value improves if constraint i is relaxed by one unit.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Formally, ∂p*/∂bᵢ = −λᵢ.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dual variable prices the constraint.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'An extra hour of machine time is worth $34' is a dual variable, stated in the problem's own vocabulary.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zero dual variable means the constraint is not binding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relaxing it buys nothing, because you are not pressed against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what makes duality practically valuable rather than formally elegant: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tells the problem owner where to invest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the primal solution alone does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COMPLEMENTARY SLACKNESS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Either the constraint binds or its price is zero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λᵢ · gᵢ(x*) = 0   for every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At optimality, for each constraint, at least one of the two is zero.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gᵢ(x*) &lt; 0 ⟹ λᵢ =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Slack constraint ⟹ zero price. It is not limiting you.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λᵢ &gt; 0 ⟹ gᵢ(x*) =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Positive price ⟹ the constraint is tight. You are pressed against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This is the economic statement of the obvious: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you do not pay for something you are not using.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Using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duality earns its keep.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duality is actually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651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868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41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Where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Certify optimality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2841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Matching primal and dual values prove both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Every solver reports this gap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Bound a hard problem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1868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Any dual feasible point bounds below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Branch and bound (M09)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Sensitivity analysis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1868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2841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Shadow prices on each constraint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main practical payoff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Easier problem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1868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2841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Sometimes the dual is simpler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03904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840480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SVM: dual enables kernels (CSCE 633 M07)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Decomposition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1868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2841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Split a coupled problem by pricing the coupling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50608" y="4279392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4315968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Large-scale; Dantzig–Wolfe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Theory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18688" y="4754879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28416" y="4791455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Max-flow min-cut; minimax; LP duality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50608" y="4754879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60336" y="4791455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Several famous theorems are one theorem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SVM dual is why kernels exist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CONNECTION 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SVM primal optimises over the weight vector w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whose dimension is the number of features.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Its dual optimises over one variable per training example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data enters only through inner products xᵢᵀxⱼ.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exactly what makes the kernel trick possible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633 M07 §2) — you can substitute a kernel for the inner product only because the dual never touches the individual vectors.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kernels are a consequence of taking the dual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an independent idea.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representer theorem is the same observation stated differently.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When it fails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Duality gaps.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duality gap is where the difficulty lives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FOR NON-CONVEX PROBLEMS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For non-convex problems, strong duality generally fails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dual optimum is strictly below the primal optimum.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gap is a measure of the problem's non-convexity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exactly what makes the problem hard.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dual bound is still useful.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gives a valid lower bound, which is what branch and bound prunes with (Module 09 §2).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integrality gap of Module 10 is this gap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for the special case of integer programs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approximation guarantees are duality gaps with a ratio attached.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dual function is an infimum of affine functions, so it is concave always — the dual is a convex problem even when the primal is not.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Weak duality holds for every problem, so any dual feasible point gives a free lower bound.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Strong duality holds for convex problems under Slater's condition, so a dual solution certifies a primal one.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Dual variables are shadow prices — the rate at which the optimum improves per unit of relaxation — which is duality's main practical payoff.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Complementary slackness says you do not pay for a constraint you are not pressed against.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SVM dual is why kernels exist: the data enters only through inner products, which is exactly what the kernel trick substitutes into.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