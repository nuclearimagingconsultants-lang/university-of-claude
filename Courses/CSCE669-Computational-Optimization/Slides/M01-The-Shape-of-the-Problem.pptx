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expect difficulty to scale with n;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hard boundary doesn't match the practical one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Shape of 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determines whether it can be solved.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general optimisation problem and its components.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convexity is the dividing 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the standard problem families by difficulty.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local information can and cannot establish.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optimisation problems in disguise.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general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components, and the difficulty is in their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Stated generally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 f(x)   over  x ∈ ℝⁿ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objective. Maximisation is minimising −f.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subject to  gᵢ(x) ≤ 0,  hⱼ(x)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Inequality and equality constraints. Together they define the feasible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Difficulty depends on the SHAPE of f and the feasible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 on the number of variables. A million-variable convex problem is easier than a fifty-variable integer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third line is the whole subject.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Size is secondary; structure decides everything.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dividing line is convexity, not linearity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CLAIM THIS COURSE RESTS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convex problem, every local minimum is a global minimum.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an algorithm that only ever looks nearby can nonetheless certify a global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only reason local methods work.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Gradient descent sees a neighbourhood; convexity is what licenses a global conclusion from local evidence.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it, finding a global minimum is intractable in general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cannot rule out a better point somewhere you have not looked.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question about any optimisation problem is 'is it convex?'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answer determines what kind of guarantee is available at all.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Linearity is a special case and is not the relevant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solvable, and how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problem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Least squares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Minimise ‖Ax − b‖²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Closed form. Solved (CSCE 633 M02)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program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objective and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Polynomial; solvers handle millions of variables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Quadratic program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 quadratic objective, linear 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Polynomial. SVMs are these (CSCE 633 M07)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Conic / SDP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 cones; semidefinite constraints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Polynomial, slower; powerful relaxations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 convex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 f over a convex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Polynomial, given an oracle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 program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 variables must be integers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NP-hard. Solved anyway, in practice (M09)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 non-convex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230367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45536" y="5266943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structure assumed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8" y="5230367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77456" y="5266943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global guarantee. CSCE 636's territory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NP-hard does not mean unsolvable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 PRACTICALLY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NP-hardness is a statement about worst-case behaviour on all instances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adversarial ones that nobody encounters.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instances have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sparsity, symmetry, near-integrality — that solvers exploit aggressively.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integer programs with hundreds of thousands of variables are solved routinely in industry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while carefully constructed small ones remain open.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question is not 'is it NP-hard?' but 'does the solver terminate on my instances?'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an empirical question, answered by trying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629's complexity classes bound the worst case, not your Tuesday.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gradient can and cannot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gradient is a local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DESCENT METHODS ACTUALLY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gradient says which direction decreases f fastest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right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It says nothing about the function anywhere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point where the gradient vanishes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stationary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could be a minimum, a maximum, or a saddle.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Hessian distinguishes them locally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positive definite means a local minimum — and still says nothing global.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Convexity is the bridge.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a convex function, stationary implies globally minimal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single implication is what turns a local algorithm into a global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Recognising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Optimisation problems in disguise.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DISGUISE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Things that are optimisation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Fitting a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minimise loss over parameters (CSCE 633).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Scheduling, routing, assignment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integer programs, almost always.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Maximum likelihood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minimise negative log-likelihood (CSCE 633 M10).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Shortest path, max flow, matching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linear programs with integral optima (CSCE 629, Module 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Inverse rendering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minimise image difference over scene parameters (CSCE 636 M11).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portfolio choice, control, and equilibrium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why this subject is shared with economics and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Recognising a problem as an optimisation problem is most of solving it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then a century of machinery applies.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Difficulty depends on the shape of the objective and the feasible set, not on the number of variables.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Convexity is the dividing line because it licenses a global conclusion from local evidence — which is why local methods work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Linearity is a special case and is not the relevant boundary.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NP-hardness bounds the worst case, and real instances have structure solvers exploit — integer programs with hundreds of thousands of variables are solved daily.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gradient is a purely local statement; the Hessian distinguishes stationary points locally and still says nothing global.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Recognising a problem as an optimisation problem is most of solving it, because a century of machinery then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