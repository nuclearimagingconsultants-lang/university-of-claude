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pooling bias is the methodology's deepest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metric-as-user-model framing is the module's key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course's centre: measuring a proxy for a judgement.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test collection methodology and its assumptions.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relevance judgements and assess their reliability.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metric from how results will be used.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click data gives and what it biases.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Run a comparison whose result means something.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Collection, queries, judgements — and what each assumes.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test collection is a collection, a query set, and relevance judgements — each with assumptions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APPARATUS, AND WHERE IT IS FRAGILE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collection must resemble the documents your system will face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benchmark collection from a different domain measures transfer rather than quality.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queries must come from real information needs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§4)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queries written from documents make the evaluation circular.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judgements assume relevance is per-document, static, and independent of the session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three of which Module 01 §3 says are false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which the methodology accepts as a working approximation.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completeness is unattainable: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judge every document, so unjudged documents are treated as non-relevant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systematically penalises a system that finds something the pooling missed.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judgements are actually produced, and the bias it creates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POOLING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run many different systems on each query, take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top k from each, judge the union. Anything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outside the pool is assumed non-relevant.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WHY IT IS NECESSARY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judging a million documents per query 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impossible. The pool is a few hundred.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BIAS IT CREATES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NEW system that retrieves a relevant document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 pooled system found is scored as if that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document were irrelevant. So the collection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systematically favours systems resembling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ones that built the pool.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MATTERED when dense retrieval arrived: it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found documents lexical pools had missed, and old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collections understated it.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SO: check pool coverage for your system before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trusting an old collection's verdict on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Old test collections favour systems like the ones that built them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a structural bias, not a flaw in any particular collection.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Judgements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you will have to make yourself.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JUDGING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produce judgements you can defend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Write the criteria before judging anything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criteria articulated afterwards describe what you happened to find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01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graded rather than binary labels.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Partially useful is the common case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01 §3), and a binary label discards that.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Judge blind to the system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that retrieved the document, and in a randomised order.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 your agreement with yourself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by re-judging a sample after a week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usually lower than people expect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bounds what any metric can resolve.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measure inter-judge agreement if you have two judges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metric difference smaller than the disagreement is not a finding.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Judge disagreement bounds the resolution of every comparison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reassuring finding is that system 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rankings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are fairly stable even when individual judgements are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encoding a model of user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metrics, and the user they assume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Assumes the 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Precision@k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Looks at exactly k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fixed-size result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everything relevant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Legal, medical, patent search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MRR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Wants one answer, stops when found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Navigational queries (M01 §3)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Reads down the whole 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Binary judgements, full ranking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NDCG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Discounts by rank; gain is graded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general default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no standard metric accounts for redundancy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ASSUMPTION THEY ALL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metric above sums per-document gains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ten identical relevant documents score as well as ten different ones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plainly wrong for a person.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01 §3's point: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list's relevance is not the sum of its documents'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standard metrics assume it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Diversity-aware metrics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α-NDCG and the subtopic measures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they require subtopic judgements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are much more expensive to produce.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answer is to measure diversity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report it alongside — which is cheap, and makes the limitation visible rather than hidden.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Clicks, and comparing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Abundant data with a specific bias.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Clicks are abundant and position-biased, so they are relative evidence rather than absolute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CLICK DATA CAN AND CANNOT TELL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Users click higher results more, regardless of relevance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click rate is a measure of position as much as of quality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comparing absolute click rates across systems is invalid.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a click on a lower result when a higher one was skipped is informative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what the pairwise preference models extract, and it is position-corrected by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interleaving is the strong method: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mix two systems' results into one list and see which system's contributions get clicked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controls for position directly and is far more sensitive than an A/B 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the caveat that clicks measure attractiveness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misleading title gets clicked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pair them with a dwell or satisfaction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Making a comparison that means something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Tune the baseline with equal effort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default-parameter BM25 against a tuned system is not a comparison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03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Use enough queries.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Fifty is a minimum and the variance across queries is large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so report a per-query significance test, paired.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Report the per-query distribution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only the mean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system that improves the average by hurting a third of queries is a different proposition.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Report the latency alongside the quality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04 §4), because the two are traded.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read the worst queries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where the diagnosis is (Project 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per-query distribution is the report that changes decisions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mean improvement hiding widespread regressions is a common and important finding.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judgements assume relevance is per-document, static, and session-independent, all of which are false and accepted as a working approximation.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Pooling makes old test collections systematically favour systems resembling the ones that built the pool.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Write relevance criteria before judging, because criteria articulated afterwards describe what you happened to find.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Your agreement with yourself is lower than you expect, and it bounds the resolution of every comparison.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 metric encodes a model of how the user reads the list, so choosing a metric is choosing a user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Clicks are position-biased, so they are relative evidence — and interleaving controls for position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