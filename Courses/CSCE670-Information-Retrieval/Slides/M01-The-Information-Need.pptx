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never-observed point is what makes Module 05 hard.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asymmetry argument motivates query expansion and dense retrieval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Intent determining the metric is the practical consequence.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670 — Information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The Information Need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query is evidence, not a specification.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670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need, query, and document.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vocabulary mismatch and its consequences.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kinds of need and why they differ.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relevance is not a property of a document.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Set up a retrieval problem so it can be evaluated.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Three things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Routinely conflated, and the conflation causes the failures.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DISTINCTIONS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Need, query, and document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the system sees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Information need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What the person wants to know or 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Nothing — it is never observed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Query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Their attempt to express it in a few words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This, and only this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Document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Text that may help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Its words, and whatever else you indexed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So matching the query well and satisfying the need are different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GAP THE WHOLE COURSE ADDRESSES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system optimised to match query terms will return documents containing those terms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not the same as documents that answer the question, and the divergence is where every failure lives.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person knows this, which changes their behaviour: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they phrase queries for the system rather than for a person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query is already a translation and frequently a bad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makes the query a noisy, truncated, strategically-chosen signal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two or three words standing in for a paragraph of context the system never gets.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every technique in this course is an attempt to recover information the query omitted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from the collection, from the corpus statistics, from other users' behaviour, or from a language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Vocabulary mismatch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oldest problem, and still the central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MISMATCH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forms it takes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SYNONYMY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the query says "car", the document says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"automobile". A term match finds nothing.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POLYSEMY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the query says "jaguar". Three distinct needs,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one string, and term matching cannot separate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them.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MORPHOLOGY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"running" and "ran" and "runs". Stemming helps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and over-stems ("university" -&gt; "univers").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SPECIFICITY MISMATCH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the query says "dog illness", the document says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"canine parvovirus". Neither term appears in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the other.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AND THE ASYMMETRY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the searcher does not know the collection's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vocabulary -- which is frequently WHY they are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searching. Expecting them to guess the right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term is expecting them to already know the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answer.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asymmetry is the point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the person searching is the one least able to choose the right words.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Every retrieval advance is an attack on vocabulary mismatch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ORGANISING VIEW OF THE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Stemming and normalisation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02) attack morphology, crudely and cheaply.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Query expansion and relevance feedback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09) add terms the searcher did not supply, from the collection or from their own behaviour.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Latent methods and dense retrieval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07)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represent meaning rather than words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addresses synonymy and specificity directly.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learned ranking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06)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uses features correlated with relevance that have nothing to do with term overlap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different attack on the same problem.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Kinds of need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require different systems.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query intent taxonomy, and what each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Intent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33832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success means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Navigational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specific site or document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One correct result, at rank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Informational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33832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Learn about a topic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Several useful results; diversity helps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Transactional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Do something — buy, download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620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5936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page where the action is possible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Exploratory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803904"/>
            <a:ext cx="33832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840480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Understand a space you do not know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6208" y="3803904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45936" y="3840480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Coverage and serendipity, over a session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relevance is a relation between a document and a need, not a property of the document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CONCEPTUAL POINT THAT MATTERS MOST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same document is relevant to one person and useless to another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depending on what they already know, what they are trying to do, and what else they have seen.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it is contextual, graded, and dynamic: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relevance depends on the session, declines with redundancy, and is not binary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partially useful document is common and is not captured by a yes/no label.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not transitive or stable.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document's relevance changes once the user has read a similar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means the relevance of a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list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not the sum of its documents'.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Module 05 is hard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every evaluation methodology approximates this with a static, per-document label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approximation is where the trouble starts.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Setting it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So that it can be evaluated at 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decide before building anything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Write the queries from needs, not from documents.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query derived from a document guarantees that document is retrievable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the evaluation is then circular (Project 2's first criterion).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Write down the relevance criteria before judging anything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because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judging first and articulating afterwards produces criteria that match what you found.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Decide how results will be used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since that determines the metric (Part 3) — one result, ten, or a session.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Set the latency budget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it constrains the architecture (Module 04).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identify the baseline you must beat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BM25 and is harder than it sounds (Module 05 §4).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Queries from needs rather than documents is the one that invalidates evaluations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it is the easiest mistake to make when building a test set quickly.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read this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ORIENTATION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Modules 02 to 04 are the classical engine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index, scoring, and efficient query processing, which is still the foundation of every production system.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 05 is the centre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every later claim depends on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Modules 06 to 09 are the learned and semantic layer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learning to rank, dense retrieval, vector search at scale, and query understanding.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Modules 10 to 13 are web scale, generative retrieval, consequences, and honest claims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with Module 12 about what a ranking does to the ranked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not a side issue at scale.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information need is never observed, which is the governing fact of the field and why every measurement is a proxy.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Matching the query well and satisfying the need are different objectives, and the divergence is where every failure lives.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person searching is the one least able to choose the right words, which is frequently why they are searching.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Every retrieval advance is an attack on vocabulary mismatch, from stemming through to dense retrieval.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Relevance is a relation between a document and a need rather than a property of the document, so it is contextual, graded, and dynamic.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Write queries from needs rather than from documents, or the evaluation is circular.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