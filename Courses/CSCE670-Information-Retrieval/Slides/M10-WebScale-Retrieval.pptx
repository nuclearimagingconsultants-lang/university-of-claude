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politeness-as-obligation framing belongs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670 — Information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Web-Scale Retrieval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changes when the collection is adversarial.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670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crawling and its politeness constraints.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duplicate detection at web scale.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link analysis and what it measures.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adversarial retrieval and spam.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architecture of a web search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Crawling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 engineering problem with an etiquette constraint.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CRAWLING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requirements, and the ones people forget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MECHANICS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 frontier of URLs to fetch, prioritised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politeness: a delay per host, robots.txt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respected, and a contactable user agent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duplicate URL detection before fetching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and a recrawl policy by observed change rate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PRIORITISATION PROBLEM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you cannot fetch everything, so which pages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first? Discovery order, link-based importance,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and observed update frequency all contribute.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TRAPS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infinite URL spaces -- calendars, session ids,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faceted navigation. A crawler without a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depth and pattern limit will not escape.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and soft 404s, which return 200 with an error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page, so the crawler keeps the garbage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AND POLITENESS IS NOT OPTIONAL. A crawler without a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per-host rate limit is a denial of service, whatever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was intended -- which is a professional constraint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as much as a technical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A crawler without a per-host rate limit is a denial of service whatever was intended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CSCE 701 Module 01 §4's constraint in this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Duplicates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CSCE 676's machinery earns its 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large fraction of the web is duplicate or near-duplicate, and indexing it wastes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SCALE OF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Mirrors, syndicated content, printer-friendly variants, session-id URLs, and templated pages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very large share of fetched pages are substantially duplicates of others.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costs on every axis: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crawl bandwidth, index space, and result quality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since a result page of ten near-identical documents is worth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shingling, minhashing, and LSH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676 §02)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are deployed exactly 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is their original application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that module's examples are documents.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canonicalisation is the other half: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URL normalisation, and choosing one canonical version of a duplicate set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policy decision with consequences for whoever is not chosen (Module 12).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Links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Evidence from outside the document.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link is an endorsement, which makes the link graph evidence the text does not contain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LINK ANALYSIS MATTERED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page's text is written by its author and its inbound links are written by others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makes links the first large-scale source of evidence not under the document's own control.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PageRank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676 §07 §2)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formalises this recursively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an endorsement from a well-endorsed page counts for more.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anchor text is at least as valuable: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how others describe a page, which addresses Module 01 §2's vocabulary mismatch directly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describers use the searcher's words rather than the author's.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the link graph became adversarial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Part 4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once a signal is known to matter, it is manufactured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general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link analysis is worth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As one feature among hundreds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in a learned ranker (Module 06 §3) — rather than as the ranking function, which it never quite was.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Anchor text remains valuable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and is harder to manufacture convincingly at scale than a link is.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link-based spam detection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uses the graph's structure rather than its scores — unnatural link patterns are detectable as patterns.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While the raw score's value fell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as manipulation improved — which is a general lesson about any published ranking signal.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So: use it, weight it with everything else, and expect it to be attacked.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Once a signal is known to matter, it is manufactured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means a ranking signal's value decays after it becomes public, and is an argument for many weak signals over one strong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Adversarial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property that distinguishes web search.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On the web, the documents are written by people who want to rank, which changes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STRUCTURAL DIFFERENCE FROM A DOCUMENT COLLECTION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 an ordinary collection the documents are indifferent to your ranking.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On the web they are written specifically to influence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makes retrieval an adversarial problem rather than a statistical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every signal you use will be attacked: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keyword stuffing, cloaking, link farms, generated content, and now generated content at scale.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defences are the ones from CSCE 701: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many weak signals rather than one strong one, detection rather than prevention, and signals that are expensive to fake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behaviour, reputation over time, and editorial judgement.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web search a security problem with a ranking component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why the signals are not published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defensive decision rather than a commercial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a web search system contains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crawler and a frontier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(Part 1), with duplicate detection (Part 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document-partitioned index across many machines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04 §4), usually tiered by quality (Module 04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cheap first-stage retrieval, then a learned ranker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06 §4), then presentation logic.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Query understanding in front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09), and caching at every layer.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a spam and quality pipeline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running continuously beside all of it — which is as large as the retrieval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quality and anti-abuse pipeline is comparable in size to the retrieval system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which is the fact most surprising to people who have only built retrieval.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crawler without a per-host rate limit is a denial of service whatever was intended, which is a professional constraint.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Infinite URL spaces from calendars and faceted navigation will trap a crawler without pattern and depth limits.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large share of the web is near-duplicate, which is the original application of shingling and LSH.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Links and anchor text were the first large-scale evidence not under the document author's control.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Once a signal is known to matter it is manufactured, which argues for many weak signals over one strong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quality and anti-abuse pipeline is comparable in size to the retrieval system itself.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