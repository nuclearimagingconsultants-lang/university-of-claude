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specific defect makes BM25's design intelligible.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b and k1 should be tuned, not defaulted.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Scoring functions, derived rather than asserted.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vector space model and its weighting.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components of TF-IDF from stated intuitions.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BM25 and what each parameter controls.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language modelling approach.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Tune and compare scoring functions.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intuitions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which the formulas follow.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Term frequency, document frequency, and length: three intuitions that determine the formula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SCORING FUNCTIONS COME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document mentioning the term more is more likely relevant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but not proportionally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the tenth mention adds far less than the second. So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saturating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term frequency.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term occurring in few documents is more discriminating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'the' tells you nothing and 'parvovirus' tells you a great deal. So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inverse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document frequency.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long document matches more terms by chance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some normalisation by length, though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long document may also genuinely cover 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normalisation is partial.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scoring function in this module is a different way of combining those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they perform similarly and why understanding the intuitions matters more than memorising the formulas.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classical weighting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w(t,d) = (1 + log tf(t,d)) · log(N / df(t))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Log-damped term frequency times inverse document frequency. The log on tf is the saturation.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score(q,d) = Σ over t in q of w(t,d) · w(t,q) / (|d| · |q|)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Cosine similarity in the vector space, which is where the length normalisation comes from.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cosine normalisation over-penalises long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the specific limitation BM25 addresses with a tunable normalisation (Part 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cosine's length normalisation is too aggressive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measured defect that motivated the next generation.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vector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the geometry does and does not justify.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VECTOR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model gives,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Documents and queries as vectors over the vocabulary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with cosine similarity as the score — which is intuitive and gives a total ordering.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handles partial matches naturally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Boolean retrieval cannot — a document with three of four query terms gets a score rather than a rejection.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the geometry is a convenience rather than a justification.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Nothing says relevance is a cosine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model has no probabilistic interpretation.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assumes term independence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plainly false — though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is false in a way that happens not to hurt much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worth noting honestly.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it works well and explains nothing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exactly what Part 3's probabilistic derivation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'Works well and explains nothing' is a fair summary of the vector space model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dissatisfaction with that is what produced the probabilistic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BM25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default, and still hard to beat.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BM25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formula, and what each part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score = Σ IDF(t) · tf·(k₁+1) / (tf + k₁·(1 − b + b·|d|/avgdl))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Saturating term frequency, inverse document frequency, and tunable length normalisation.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k₁ controls the saturation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Low k₁ means tf saturates fast; k₁ → ∞ makes it linear. Typically 1.2 to 2.0.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 controls the length normalisation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 = 0 is none at all; b = 1 is full. Typically 0.75, and it is worth tuning per collection.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tunable b is the advance over cosine normalisation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lets the collection decide how much length should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BM25 is a strong baseline that a decade of neural work struggled to beat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THE BASELINE TO MEASURE AGAINST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cheap, needs no training data, and transfers across collections without adaptation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properties no learned method has.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replication record is pointed: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several waves of reported neural retrieval improvements did not survive comparison against a properly tuned BM25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676 Module 13's problem in this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operative word is 'properly tuned':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untuned BM25 with default parameters is a weak baseline, and comparisons against it are not informative.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tune it, report its parameters, and treat beating it as the bar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05 §4's requirement and Project 2's.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derivation, similar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Query likelihood: rank documents by the probability their language model generates the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PROBABILISTIC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Estimate a language model from each document, then score by P(query | document model)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clean derivation from a stated generative assumption.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smoothing is where the work happens.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unsmoothed document model gives probability zero to any unseen query term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collection model is mixed in — Dirichlet or Jelinek-Mercer.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role IDF plays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smoothing weight makes common terms contribute 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are well explained by the collection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two independent derivations arrive at similar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evidence that the three intuitions of Part 1 are the content, and the formula is the packaging.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BM25, tuned on your collection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as the baseline and frequently as the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Score fields separately and combine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term in the title means more than in the body, and BM25F is the standard extension.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Tune k₁ and b by grid search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 a held-out query set,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report the values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an untuned comparison is uninformative.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compare against query likelihood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once, to see how similar they are — which calibrates your expectations about scoring function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spend your remaining effort on Modules 06 and 07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scoring function is not where the headroom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scoring function is not where the headroom is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a useful thing to establish early, by measuring rather than by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Three intuitions — saturating term frequency, inverse document frequency, and partial length normalisation — determine every formula in the module.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cosine's length normalisation is too aggressive, which is the measured defect BM25's tunable b addresses.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vector space model works well and explains nothing, which is what the probabilistic derivations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BM25's k₁ controls saturation and b controls length normalisation, and both should be tuned per collection.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untuned BM25 is a weak baseline, and several waves of neural retrieval results did not survive a properly tuned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Two independent derivations arrive at similar behaviour, which is evidence the intuitions are the content and the formula is the packaging.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