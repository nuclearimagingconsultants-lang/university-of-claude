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Connecting the two advantages to one cause is the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Query 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Making good ranking affordable.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term-at-a-time and document-at-a-time processing.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safe early-termination strategies.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unsafe ones and what they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caching and index partitioning.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and meet a latency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they have different memory profiles.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Term-at-a-time and document-at-a-time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TERM-AT-A-TIME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process one query term's whole postings list,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accumulating partial scores in a hash table of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candidate documents, then the next term.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Memory: one accumulator per candidate document,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which can be most of the collection.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DOCUMENT-AT-A-TIME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advance all the query terms' postings lists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together in document order, completing each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document's score before moving 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Memory: one heap of size k. Which is why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DOCUMENT-AT-A-TIME ENABLES EARLY TERMINATION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because a document's score is final when you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leave it, so you can compare against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current k-th best and stop when no remaining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document could beat it (Part 2).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TERM-AT-A-TIME CANNOT DO THIS, since no score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final until every term has been processed.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Document-at-a-time's bounded memory and its support for early termination are the same property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scores complete as you 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Safe early termination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Identical results, less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WAND skips documents that provably cannot enter the top 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MAIN TECHNIQUE, AND IT IS EXACT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Precompute, per term, the maximum score it can contribute to any document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its upper bound, which depends only on the term's IDF and the highest term frequency in its postings.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at each step, sum the upper bounds of the terms whose lists are positioned at or before the candidate document.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that sum is below the current k-th best score, no document there can qualify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skip ahead.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safe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: the top k is identical to exhaustive scoring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you only skipped documents that were provably ineligible.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block-max variants tighten the bounds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storing a maximum per postings block rather than per term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much tighter bound, and much more skipping.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safety matters, and how to verify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safe optimisation returns exactly the same top 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it can be deployed without re-evaluating quality.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can be verified mechanically: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run both and compare the result lists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Project 1's requirement and takes minutes.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unsafe optimisation changes the results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it requires a new evaluation (Module 05)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difference in a metric could be the optimisation or could be noise.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makes safety a property worth paying for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because it decouples performance work from quality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an unverified 'safe' optimisation is a bug waiting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comparison is the only thing that establishes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Safety decouples performance work from quality work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worth a great deal organisationally — the team can optimise without re-running the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Unsafe optimisations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are fine, if you measure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approximations, and what each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Static index pruning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remove postings that could rarely matter, which shrinks the index permanently and may lose a rare but correct answer.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Tiering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search a small high-quality tier first and fall back only if too few results, which works well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systematically disadvantages the lower tier's documents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Champion lists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keep only each term's top scoring documents, and score only those.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document-count cutoff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stop after examining n documents, which bounds latency and is sensitive to the index order.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all of them are legitimate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provided the quality cost is measured rather than assumed negligible.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Unsafe does not mean wrong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means the quality effect has to be measured, which is a requirement rather than an objection.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Caching, partitioning, and the latency 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Query distributions are heavy-tailed, which makes caching extremely effective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SYSTEM-LEVEL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small number of queries account for a large fraction of traffic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result cache with a modest size serves a substantial share of requests at almost no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there are two caches worth having: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result cache for whole queries, and a postings cache for frequently-accessed lists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helps the tail of unique queries.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invalidation question being the hard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cached result is stale as soon as the index changes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right staleness depends on the application.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heavy-tail-plus-caching pattern as everywhere else in systems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here the tail is in the query distribution rather than in the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PARTITIONING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two ways to split an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Document partitioning: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each machine holds a subset of documents and runs the whole query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with results merged.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Simple, balanced, and the standard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Term partitioning: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each machine holds a subset of terms' complete postings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a query touches only the relevant machines — less total work,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badly imbalanced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by the term distribution.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document partitioning wins in practice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balance matters more than total work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when latency is set by the slowest machine.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CSCE 676 §10 §2's skew argument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arriving with a concrete design conclusion.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makes the tail latency the thing to measure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the query waits for every partition.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With n partitions, the query latency is the maximum of n samples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so the more you partition, the worse the tail, which is the fundamental tension in this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latency budget is a design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Decide the budget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determines the architecture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how many candidates you can retrieve, how expensive a reranker you can afford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§4), and whether a neural model is usable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 the distribution, not the mean.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95th and 99th percentiles are what users experience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mean hides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budget per stage: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retrieval, reranking, and presentation each get a share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the trade-offs explicit rather than discovered.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module's practical conclusion: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ranking function you cannot evaluate in time is not a ranking function you have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budget constrains the quality work rather than following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Document-at-a-time processing needs only a heap of size k and enables early termination, and both follow from scores completing as you go.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WAND skips documents that provably cannot enter the top k, and it is safe — the result is identical to exhaustive scoring.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Safety decouples performance work from quality work, and it is verified by comparing result lists.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Unsafe does not mean wrong; it means the quality cost has to be measured rather than assumed negligible.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Query distributions are heavy-tailed, which makes a modest result cache serve a large share of traffic.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With n partitions the latency is the maximum of n samples, so more partitioning means a worse 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