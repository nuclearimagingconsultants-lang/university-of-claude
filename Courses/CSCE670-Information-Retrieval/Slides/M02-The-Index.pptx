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sorted-order consequence is the structural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speed argument is why compression is not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670 — Information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Index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data structure that makes search possible.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670 · Module 02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inverted index and what it stores.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preprocessing decisions and their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postings compression and why it is worth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index construction at scale.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 index and measure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map from term to the documents containing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an inverted index holds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DICTIONARY        term -&gt; (document frequency,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pointer into the postings)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POSTINGS LIST     for each term, the documents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containing it, in increasing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document-id order: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doc_id, term_frequency,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   [positions]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CHOICES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positions      needed for phrase and proximity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queries; they roughly triple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index size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frequencies    needed for any ranked retrieval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(Module 03)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field info     which part of the document the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term appeared in, for Module 06's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features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WHY SORTED BY DOCUMENT ID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intersecting two sorted lists is linear 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their lengths, and compression works far better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on an increasing sequence (Part 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Sorted by document id is the decision everything else follows from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makes intersection linear and compression effective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index trades space and build time for query time, which is the right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THIS STRUCTURE AND NOT ANOTHER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Scanning every document per query is O(collection) per query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unaffordable at any scale, since queries are frequent and the collection is large.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inverted index makes a query cost proportional to the length of the matching postings lists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for most terms is a tiny fraction of the collection.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cost is an index typically 10 to 40% of the collection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built once and updated incrementally.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good trade because queries vastly outnumber indexing operations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recognising which side of a read/write asymmetry you are on is the general lesson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applicable well beyond search.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Preprocessing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decision is lossy, and the loss has to be chosen.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decisions,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Tokenisation.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What counts as a term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hyphenation, apostrophes, numbers, identifiers, and non-space-delimited scripts (CSCE 638 §02).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Case folding.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Nearly always worth it, and it loses 'US' versus 'us'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matters for named entities and not for topics.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Stemming.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Improves recall and reduces precision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aggressive stemmers conflate unrelated words, which is why lighter ones are now preferred.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Stopword removal.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Once essential for space, now mostly unnecessary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and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breaks phrase queries like 'to be or not to be'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index must do the same thing to queries as to documents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mismatch here is a silent and complete failure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for the affected terms.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query-document symmetry requirement is the one that causes real bugs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stemmer applied at index time and not at query time makes a term class unfindable.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buys speed, not only 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techniques, and why they are worth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GAP ENCODING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store differences rather than absolute ids: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    17, 41, 42, 93  -&gt;  17, 24, 1, 51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Frequent terms give small gaps, which is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exactly where the space goes.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VARIABLE-BYTE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 byte per 7 bits of value, with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continuation flag. Simple, fast to decode,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byte-aligned.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BIT-PACKED AND SIMD-FRIENDLY SCHEMES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pack a block of gaps at the width the largest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one needs. Much faster to decode than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bit-by-bit codes, which is why they displaced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Elias gamma and Golomb in practice.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REASON IT BUYS SPEED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index is read from disk or from memory, and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decoding is cheaper than the I/O saved. A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smaller index is a faster index, which is the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counterintuitive part.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 smaller index is a faster index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the bottleneck is data movement rather than decoding (CSCE 676 §01 §2).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skip pointers make intersection sublinear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OTHER STRUCTURAL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Store occasional forward pointers into a postings 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that intersecting a short list with a long one can skip over the long one's irrelevant stretches.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matters because query term frequencies are wildly uneven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intersecting a rare term's hundred postings against a common term's ten million is the normal case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right skip interval is about √(list length)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balances the pointer overhead against the skipping gain.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skips interact badly with compression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skip into the middle of a gap-encoded block without decoding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real formats store skips at block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Building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the index does not fit in memory.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methods, in order of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 memory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for a collection that fits — a dictionary of lists, then sorted and written out.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Blocked sort-based indexing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for one that does not: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index blocks that fit, write each to disk, then merge the sorted runs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external merge sort.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Single-pass in-memory indexing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avoids the global term-id mapping by writing dictionaries per block and merging them too.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Distributed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a MapReduce by term (CSCE 676 §10) — and the shuffle is the cost.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incremental updates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usually by keeping a small in-memory index and merging periodically — because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rebuilding is cheaper than updating a compressed postings list in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merge-rather-than-update conclusion recurs in storage engines generally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compressed, sorted structure is cheap to read and expensive to modify, so you write a new 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measure about an 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Size against the raw collection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compression attributed per technique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reported as a total — which is Project 1's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Build time, and whether it is parallelisable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since a reindex is an operation you will perform repeatedly.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Query latency at the median and the 95th percentile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tail is what users experience as 'slow'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postings list length distribution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heavy-tailed (CSCE 676 §07 §1) and determines which optimisations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Sorting postings by document id makes intersection linear and compression effective at the same time.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index trades space and build time for query time, which is right because queries vastly outnumber indexing operations.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index must do the same preprocessing to queries as to documents, and a mismatch is a silent complete failure.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smaller index is a faster index, because the bottleneck is data movement rather than decoding.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Skip intervals of about the square root of the list length balance overhead against gain, and skips must sit at block boundaries.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Merging a new index is cheaper than updating a compressed postings list in place, which recurs in storage engines generally.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670 · Information Retrieval  —  Module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