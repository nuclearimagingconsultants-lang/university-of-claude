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neutrality overclaim is the one worth attacking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three-proxies framing is the semester's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Relevance Honestly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retrieval evaluation establishes.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retrieval result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defensible system claim.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638 and CSCE 676.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 proportionate practice for building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result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Precisely, and it is about the judgement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metric improvement is a statement about a judgement set, a metric, and a query 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establishes that on these queries, under these judgements, by this metric, the new system scored higher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four clauses, and the judgements are the one people treat as objective.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judgements encode a user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§3)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different metric can reverse the ranking of two systems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not rare and is worth checking.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establish that users will be better served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relevance judgements are a proxy for a need the judge did not have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on an old collection, it may partly reflect pooling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gain from a method unlike the pool's builders is understated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one from a similar method is flattered.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6035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'Our system is better'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these queries, by this metric, against which baseline? (M05 §4)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'NDCG improved 3%'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 or median? How many queries got worse? (M05 §4)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'Semantic search beats keyword search'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domain. Out of domain it loses (M07 §3)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 beat BM25'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Tuned, or default? (M03 §3)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answer is cited'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the citation support the claim? (M11 §2)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ranking is neutral'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allocates attention. Neutral by which criterion? (M12)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Claims you can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With the proxy disclosed.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Defensible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'On 50 queries we wrote from real needs, with judgements we made against written criteria, NDCG@10 is 0.61 against a tuned BM25's 0.54; 38 queries improved and 7 got worse.'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'First-stage recall at 500 is 0.89; the reranker contributes 0.04 NDCG over that candidate set.'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Stage-attributed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06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'Median latency 40 ms, 95th percentile 180 ms, at recall 0.95'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quality and cost together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04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'Of 20 sampled answer sentences, 14 were supported by their citations.'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measured attribution rate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11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And: 'we have not evaluated on identifier queries, or on any collection but this one.'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limitation statement is Project 2's hardest-graded requirement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the queries-got-worse count is the clause that most changes how a result is 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proxies, one discipline.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Its proxy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the proxy omits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metric for a quality judgement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Factuality, and whether anyone is helped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score for a pattern being real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188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How hard you looked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label for relevance to a person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need, the session, and redundancy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proportionate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actually do, in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Building search, in order of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1 · Tuned BM25 with good preprocessing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(Modules 02–03)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gets you most of the way and is cheap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is where a surprising number of systems should stop.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2 · Spelling correction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09 §1)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highest-value single addition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its failures are total.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3 · A judgement set and an evaluation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05)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before any further improvement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otherwise you cannot tell.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4 · Hybrid retrieval and a reranker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(Modules 06–07), with the latency measured.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5 · And then the consequences: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exposure, feedback, and diversity (Module 12)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should not wait for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 3 before step 4 is the ordering people get wrong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building the neural system before the evaluation means never knowing whether it helped.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build a search engine: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index with compression and skips, a derived scoring function, efficient query processing with safe early termination, and a learned or hybrid ranker in two stages.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evaluate one honestly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judgement set you made, a metric chosen from the use, a tuned baseline, and the per-query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half that most systems omit.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that a ranking allocates attention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12),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question 'who else is affected' is one you now ask.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naming the judgement set, the metric, and the baseline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'relevant' is a relation and the system never saw one side of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metric improvement is a statement about a judgement set, a metric, and a query sample — and the judgements are the clause people treat as objective.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different metric can reverse the ranking of two systems, which is not rare and is worth checking.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'We beat BM25' requires saying whether it was tuned, and 'semantic beats keyword' holds in domain and fails out of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'Neutral' is not a property a ranking can have, because any ordering allocates attention.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Build the evaluation before the neural system, or you will never know whether it helped.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three Semester 10 courses share one discipline: name the proxy, state what it omits, and report the distribution.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