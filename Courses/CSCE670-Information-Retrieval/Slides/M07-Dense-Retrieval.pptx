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precompute argument explains the whole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negatives, not the architecture, determine dense retrieval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Dense Retrieval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Matching meaning, and when it helps.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bi-encoder and cross-encoder designs.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 bi-encoder is trained.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dense retrieval wins and where it loses.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hybrid retrieval and why it dominates.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and evaluate a dense retriever.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designs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difference is entirely about when you can precompute.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Bi-encoder and cross-encoder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Bi-encoder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Cross-encoder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Query and document encoded separately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Query and document encoded together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Dot product of two vectors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model output over the pair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Precompute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 documents, offline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 — it needs the query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 per query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encode, then vector 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model pass per candidate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— the terms interact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 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6265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First-stage retrieval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Reranker (M06 §4)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cross-encoder is better because the query and document terms can interact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QUALITY DIFFERENCE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bi-encoder must compress a document into one vector before it knows the query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has to anticipate every question anybody might ask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 fixed-size vector cannot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cross-encoder sees both together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attention can match a query term against the specific part of the document that addresses it (CSCE 638 §06).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representational difference rather than a capacity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larger bi-encoder does not close the gap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bottleneck is the single vector.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whole justification for the two-stage architecture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use the cheap one to narrow and the good one to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negatives are the whole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 bi-encoder is trained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OBJECTIVE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contrastive: pull a query and its relevant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document together, push the query and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irrelevant documents apart.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NEGATIVES ARE EVERYTHING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random negatives     easy, and the model learns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only topical similarity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in-batch negatives   free -- use the other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queries' documents in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batch. Bigger batch, more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negatives, better model.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hard negatives       documents retrieved by BM25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but not relevant. The ones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that teach the real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distinction.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mined from the model itself, iteratively, which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is better again and risks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   false negatives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FALSE NEGATIVES ARE THE TRAP: an unlabelled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relevant document used as a negative teaches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model exactly the wrong 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Hard negative mining is where the quality comes from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false negatives are its characteristic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wins and loses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Specifically, and it is not uniform.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honest comparison against BM25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Dense wins on paraphrase and vocabulary mismatch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Module 01 §2's problem, and this is the first technique that attacks it directly.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on short queries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there are too few terms for lexical matching to work with.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Lexical wins on exact terms: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identifiers, product codes, names, numbers, and rare technical vocabulary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a fixed-dimension vector blurs together.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on out-of-domain collections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dense model was trained somewhere else and BM25 needs no training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the zero-shot benchmarks showed clearly.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the failure modes are complementary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Part 4's argument.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out-of-domain result is the one that corrected the field's expectations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dense retrievers transfer much less well than their in-domain numbers suggested.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single-vector bottleneck is the structural limit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NO AMOUNT OF TRAINING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document of two thousand words compressed to 768 numbers has lost most of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parts it kept were decided before the query was known.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document covering several topics is represented as an average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matching none well — which is why chunking matters so much in practice (CSCE 638 §11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multi-vector designs address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storing a vector per token and matching them individually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much better quality, and a much larger index.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trade in this area: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more vectors per document buys quality and costs storage and search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right point depends on your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answer in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Combine lexical and dense retrieval, because their failures are uncorrelated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both and fuse the rankings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reciprocal rank fusion is the standard method and needs no tuning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it the right first attempt.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gain is real and consistent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two methods fail on different queries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3) rather than on the same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a learned combination doing better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you have judgements — the scores become features for Module 06's ranker.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production shape is: hybrid first-stage retrieval, then a cross-encoder reranker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where this course's Modules 03, 06, and 07 converge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the current standard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Recall at your first-stage cutoff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for each method separately and for the fusion — which shows whether the hybrid is actually adding anything.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Performance on in-domain and out-of-domain queries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separately, because the gap is large (Part 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Performance on exact-match queries specifically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identifiers and names — which is where a dense-only system fails embarrassingly.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index size and the query latency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both are much larger than lexical (Module 08).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the embedding model's version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changing it invalidates the whole index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that is an operational fact worth planning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Changing the embedding model means reindexing everything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makes the model choice a commitment rather than a configuration.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precompute row determines the architecture: a bi-encoder can index offline and a cross-encoder cannot, which is why each has its stage.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bi-encoder must compress a document before it knows the query, which is a representational limit a larger model does not close.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negatives rather than the architecture determine dense retrieval quality, and false negatives are the characteristic failure.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Dense wins on paraphrase and short queries; lexical wins on exact terms and out of domain.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single-vector bottleneck is structural, and multi-vector designs trade index size for quality.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Changing the embedding model invalidates the whole index, which makes the choice a commitment rather than a configuration.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