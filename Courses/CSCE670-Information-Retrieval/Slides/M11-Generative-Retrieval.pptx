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 this as a retrieval problem is this course's contribution.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670 — Information Retrieval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Generative Retrieval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When the answer is written rather than found.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670 · Module 11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architecture from the retrieval side.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attribution requires.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how evaluation changes.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effects on the documents and their authors.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Build and evaluate an answering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shift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From a list of documents to a written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Returning an answer instead of a list moves the judgement from the user to the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ACTUALLY CHANGES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result list lets the user judge relevance themselves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they see the titles, the sources, and the snippets, and choose.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 answer has already chosen.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better when the system is right and worse when it is wrong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because the user has lost both the alternatives and the cues they used to judge.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changes the failure mode: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bad result list is visibly bad, and a fluent wrong answer is not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638 §12 §3).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attribution is not a feature but the mechanism that restores the user's ability to judge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why Part 2 treats it as a requirement rather than a nicety.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pipeline, from the retrieval 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QUERY UNDERSTANDING (Module 09)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rewrite, decompose, resolve against the session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RETRIEVAL (Modules 03, 07, 08)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hybrid, then rerank. THIS IS STILL THE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BOTTLENECK -- a generator cannot answer from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passages it was not given.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SELECTION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how many passages, which ones, in what order.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Position effects are real, so put the best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first (CSCE 638 Module 11 section 4).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GENERATION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answer FROM the passages, with citations, and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abstain when they do not suffice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AND THE RETRIEVAL HALF IS WHERE THE QUALITY IS.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The generation step is largely solved and the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retrieval step is not, which is the opposite of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where the attention goes.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retrieval half is where the quality is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and it is the half that gets the least attention in practice.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Attribution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a citation has to mean.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citation must support the specific claim it is attached to, which is a stronger requirement than it looks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REQUIREMENT, AND WHY IT FAILS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weak version is that the cited document is topically related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what a system produces if it retrieves passages and then generates freely, and it is nearly worthless.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requirement is that the passage actually entails the sentence it is cited for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has to be checked by reading, and frequently fails.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characteristic failure is a plausible claim with a citation to a document that does not say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worse than no citation, because the citation confers credibility.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measure attribution directly: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sample sentences, read the cited passage, and record whether it supports the claim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slow, unavoidable, and the only honest measurement.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ATTRIBUTION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what improves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Generate per-sentence rather than per-answer citations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so that each claim is individually traceable.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Instruct the model to quote before it paraphrases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makes the support checkable mechanically.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Verify with an entailment model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and drop or flag unsupported sentences — which is a second model and is worth it where the stakes are real.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present the passage, not only the link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so the user can check without leaving — which is the cheapest improvement available.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While accepting that none of these eliminate the problem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(CSCE 638 §12 §3) — it is structural.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Presenting the supporting passage inline is the cheapest and most effective of these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it restores the user's judgement, which is Part 1's argument.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has to change shape.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measure, and it is not NDCG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Retrieval recall at the passage level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separately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because it bounds everything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and is the thing classical IR evaluation already measures well.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Answer correctness, by reading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against a reference where one exists, and by judgement where one does not.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Attribution rate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(Part 2) — the fraction of claims genuinely supported by their citations.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Abstention rate on unanswerable questions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measured by deliberately asking some (CSCE 638 §11 §4).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the user-side measures: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did they have to check? did they find the answer sufficient? did they reformulate?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Reformulation and checking behaviour are the strongest available signals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that an answer did not satisfy — and they are free (Module 09 §3).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Consequences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For the documents, and the people who wrote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 answer that satisfies the user removes the visit the document's author depended 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CONSEQUENCE WORTH STATING PLAINLY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web's documents were written under an implicit arrangement: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search engines send visitors, and the visit is what the author receives in exchange for the content.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 answered query breaks that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user is satisfied without visiting,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incentive to produce the content weakens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system depends on that content existing.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a genuine collective-action problem rather than a complaint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answering system is more useful per query and degrades the corpus it needs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no individual system can resolve that.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honest position is to state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along with what you do about it: prominent attribution, links that are actually followed, and licensing where it applies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12).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what to do when building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Invest in retrieval first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because that is where the quality is (Part 1) and where the attention is not.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Require and verify citations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present the supporting passage (Part 2).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Measure abstention deliberately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by asking questions your corpus cannot answer.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Route by difficulty: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answer directly where you are confident, and return a list where you are not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which is the design that uses both modes well.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state what you are not providing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is Module 13.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Routing between answering and listing is the design most systems skip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it gets the benefit of both modes rather than committing to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Returning an answer moves the relevance judgement from the user to the system, which is better when right and worse when wrong.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bad result list is visibly bad and a fluent wrong answer is not, which is the changed failure mode.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retrieval half is where the quality is, and it is the half that gets the least attention.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citation must support the specific claim it is attached to, and the characteristic failure is a plausible claim cited to a document that does not say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Presenting the supporting passage inline is the cheapest improvement, because it restores the user's ability to judge.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An answered query removes the visit the document's author depended on, which is a collective-action problem rather than a complaint.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