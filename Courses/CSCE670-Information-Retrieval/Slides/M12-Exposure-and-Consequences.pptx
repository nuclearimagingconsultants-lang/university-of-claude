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incompatibility is the point; do not let it be a technical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Exposure and Consequences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ranking does to the things being ranked.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exposure and why rank position is the resource being allocated.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feedback loops in deployed rankers.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fairness formulations and their disagreements.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filter bubbles honestly, including the evidence.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ranking system's consequences.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resource a ranking allocates.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Attention falls steeply with rank, so a ranking allocates a scarce resource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MAKES THIS A CONSEQUENTIAL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Click-through falls sharply with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§4)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rank 1 receives many times the attention of rank 10, and rank 11 receives almost none.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ranking is not a neutral ordering but an allocation of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attention is revenue, reach, and opportunity for whoever produced the document.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allocation is extremely unequal: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small difference in score produces a large difference in exposure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position-to-attention curve is so steep.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two documents of nearly equal relevance receive wildly unequal outcomes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property of the presentation rather than of the ranking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where the fairness question starts.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follows from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Ties should be broken randomly, or rotated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deterministic tiebreak gives one document all the exposure permanently.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Randomised ranking spreads exposure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at a small quality cost — and it also produces unbiased click data, which is a second benefit (Module 05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Exposure can be measured and reported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the distribution of impressions across the catalogue, which is CSCE 676 §09 §4's coverage metric.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can be constrained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by an explicit amortised exposure target — which is a policy decision rather than a technical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all of it costs relevance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has to be stated rather than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Randomisation buys two things at once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fairer exposure and unbiased training data — which makes it a better deal than it first appears.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a deployed ranker shapes its own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training data is the output of your previous ranker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LOOP, AND IT IS NOT AVOIDABLE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Clicks are only observed on documents you showed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data records what you ranked highly, not what was best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676 §09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document ranked low gets no clicks, so it looks unpopular, so it stays ranked 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self-fulfilling loop that no amount of model improvement escapes.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system converges to its own early judgements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document's initial placement matters more than its quality.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corrections are all forms of exploration: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randomisation, inverse propensity weighting, and deliberate exposure of new items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which cost short-term relevance and buy long-term correctness.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Several formulations, and they conflict.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different fairness criteria require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Demographic parity of exposure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Groups get exposure proportional to their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Ignores relevance differences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Exposure proportional to relevance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Equal relevance gets equal exposure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Requires relevance to be measured fairly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Individual fairness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Similar documents ranked similarly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Requires a similarity metric nobody has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Amortised fairness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Equal exposure over many queries, not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Practical, and needs a session concept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two-sided market makes it harder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NOT A SINGLE-OBJECTIVE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ranking serves searchers and also allocates outcomes to document providers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two have different interests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 single relevance objective does not represent.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'optimal' is underdetermined: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ranking best for searchers in aggregate may starve a provider whose content is good and slightly less popular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degrades the catalogue over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connects to Part 2: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provider starvation is a feedback loop, and the catalogue the system depends on erodes.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framing is a multi-objective one with the weights 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rather than a single relevance objective with the other effects unmeasured.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Filter bubbles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with the evidence, which is mixed.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filter bubble argument is plausible and the evidence is more mixed than the discussion suggests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mechanism is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personalisation shows you more of what you engaged with, which narrows what you see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feedback loop of Part 2 reinforces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measured effects are smaller and more complicated than the argument predicts: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several studies find that algorithmic feeds expose people to more diverse sources than their own choices would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self-selection is also narrowing.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that both the mechanism and the counter-evidence are 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the effect depends heavily on the platform, the domain, and the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literature disagrees.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follows practically is measurable regardless of the debate: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 the diversity of what you serve, report it, and give users control over personalisation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defensible on its own terms.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assess about a ranking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exposure distribution across the catalogue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reported rather than assumed uniform.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Whether new items can ever surface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tests the feedback loop directly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diversity of a typical result list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of what a typical user sees over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fairness criterion you chose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why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stated as a value judgement rather than derived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who is affected besides the searcher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question that is usually not asked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'Who is affected besides the searcher' is the question this module exists to make askable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has an answer in every deployed ranking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Attention falls steeply with rank, so a ranking allocates a scarce resource rather than merely ordering documents.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small score difference produces a large exposure difference, which is a property of the presentation rather than the ranking function.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Randomisation buys fairer exposure and unbiased training data at once, which makes it a better deal than it appears.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document ranked low gets no clicks, looks unpopular, and stays ranked low — a loop no model improvement escapes.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fairness criteria are mutually incompatible in general, so choosing one is a value judgement and cannot be derived from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filter bubble mechanism is real and the measured effects are more mixed than the discussion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