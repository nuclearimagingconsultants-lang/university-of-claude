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Query drift is the concrete case for per-query reporting.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670 — Information Retrieval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Query Understanding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Working out what was meant.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670 · Module 09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spelling correction and its requirements.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query expansion and its risk.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relevance feedback, explicit and implicit.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query segmentation and intent classification.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Build a query understanding pipeline and measure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670 · Information Retrieval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highest-value preprocessing there 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670 · Information Retrieval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misspelled query returns nothing useful, and a large fraction of queries are misspelled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THIS COMES FIRST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Measured misspelling rates in real query logs are substantial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misspelled rare term matches no documents at all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the failure is total rather than degraded.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correction must use the collection and the query log, not a dictionary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because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right correction depends on what people search for and what documents exist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a dictionary does not know.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standard approach is a noisy channel model: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choose the correction maximising P(intended) × P(typed | intended)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with the prior from the query log and the error model from edit distance.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interface matters as much as the model: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correct silently when confident, offer 'did you mean' when not, and always allow the original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because a wrong confident correction is infuriating.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670 · Information Retrieval  —  Module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Expansion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Adding terms, and the drift it risks.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670 · Information Retrieval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EXPANSION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methods, and the danger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PSEUDO-RELEVANCE FEEDBACK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run the query, assume the top k results are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relevant, extract their distinctive terms, add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them, run again. Needs no user input and is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the standard method.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THESAURUS AND EMBEDDING EXPANSION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add synonyms, or the nearest neighbours of the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query terms in an embedding space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(CSCE 638 Module 04).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QUERY LOG EXPANSION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add terms from queries that led to the same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clicked documents. Often the best source,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because it reflects actual intent.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AND THE DANGER IS DRIFT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if the top k were about the wrong topic, the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expansion amplifies the error -- and the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second query is now confidently wrong. Which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is why expansion helps on average and can hurt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badly on individual queries.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SO: weight expansion terms below the original, and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report the per-query distribution, not the mean.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Expansion helps on average and hurts badly on individual queries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which is exactly why Module 05 §4's per-query reporting matters.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670 · Information Retrieval  —  Module 09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Feedback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Using what the user does.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670 · Information Retrieval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FEEDBACK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Explicit and implicit, and what each is worth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Explicit relevance feedback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the user marks results as relevant and the query is reformulated.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It works very well and almost nobody will do it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which is a usability finding rather than a technical one.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Rocchio's method is the classical formulation: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move the query vector toward the relevant documents and away from the non-relevant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ones.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Implicit feedback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clicks, dwell, reformulations, and abandonment.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Abundant, biased, and the only kind you will actually get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(Module 05 §4).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And session context is the strongest implicit signal: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the previous query in a session usually disambiguates the current one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Which makes reformulation detection valuable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a reformulated query is a reported failure of the previous 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A reformulation is a user telling you the last result was wrong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which is a free, strong, and widely ignored quality signal.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670 · Information Retrieval  —  Module 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Structure and intent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Understanding the query as more than a bag of words.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670 · Information Retrieval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else can be extracted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Segmentation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which adjacent words form a phrase.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'New York hotel' is two units and not three words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and treating it as three retrieves badly.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Entity recognition and linking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identifying that a span names a specific known thing, which enables structured retrieval against a knowledge base.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Intent classification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(Module 01 §3) — which determines the result presentation as much as the ranking.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Attribute extraction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'red shoes under £50' contains a colour, a category, and a price filter, which should become structured constraints.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And none of it is free: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each component adds latency and a failure mode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so measure the end-to-end effect rather than the component's accuracy.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Measure the end-to-end effect, not the component's accuracy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a 95%-accurate intent classifier may hurt overall quality if the 5% are confidently misrouted.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670 · Information Retrieval  —  Module 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a language model changes what is available here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CURRENT SHIFT, STATED PROPORTIONATELY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Query rewriting, expansion, and reformulation are all things a language model does well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it can resolve a pronoun against a session, decompose a compound question, or generate a hypothetical answer to retrieve against.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a real improvement over the classical methods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for conversational and complex queries (Module 11).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At a cost that is easy to understate: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model call before retrieval adds latency to every query and a failure mode that is hard to bound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04 §4).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honest position: use it where the query is genuinely hard, and not on the head of the distribution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where a cached classical pipeline is both faster and more predictable.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670 · Information Retrieval  —  Module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A misspelled rare term matches no documents at all, so the failure is total rather than degraded.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Spelling correction must use the collection and the query log rather than a dictionary, because the right correction depends on both.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Query expansion helps on average and hurts badly on individual queries, which is why per-query reporting matters.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Explicit relevance feedback works very well and almost nobody will do it, which is a usability finding rather than a technical one.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A reformulation is a user telling you the last result was wrong — a free, strong, and widely ignored signal.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Measure the end-to-end effect of a query understanding component rather than its own accuracy.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670 · Information Retrieval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