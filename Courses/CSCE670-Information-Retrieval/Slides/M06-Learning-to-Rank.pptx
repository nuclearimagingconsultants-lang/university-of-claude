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LambdaMART's trick is the thing to understand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strongest-and-most-dangerous framing is the honest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Learning to Rank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Ranking as a supervised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ranking is not classification or regression.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three loss formulations.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features that matter and where they come from.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two-stage architecture and why it exists.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Train and deploy a ranker.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is its own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loss does not decompose over documents.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Ranking is not classification, because the loss depends on the other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Classifying each document as relevant or not ignores that only the order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getting the top result right matters far more than getting the hundredth right.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loss does not decompose over documents: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document's contribution depends on where the other documents ended 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ordinary supervised learning assumes away.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metrics are not differentiable.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NDCG depends on the sorted order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is piecewise constant and has zero gradient almost everywhere.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there are three formulations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a different way of getting a usable gradient out of a ranking objective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differences between them are about that rather than about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FORMULATIONS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Pointwise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relevance score per document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Simplest; ignores rank entirely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Pairwise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of two documents ranks higher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Natural from clicks; weights all pairs equally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Listwise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Optimises a metric over the whole 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Matches the objective; harder to optimise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LambdaMART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still the thing to beat on tabular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Weight each pairwise gradient by the NDCG change that swapping the pair would cause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THAT RESOLVED THE FORMULATION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pairwise model treats every misordered pair equally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but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swapping positions 1 and 2 matters enormously and swapping 99 and 100 matters almost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multiply each pair's gradient by |ΔNDCG| from swapping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makes the model concentrate its effort where the metric is sensitive.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a gradient that optimises a non-differentiable metric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construction rather than by approximating the metric itself.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Combined with gradient-boosted trees, this is LambdaMART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remains extremely strong on tabular ranking features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it is still deployed widely (CSCE 633 §07).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most of the gain actually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production ranker 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QUERY-DOCUMENT MATCH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BM25 per field (title, body, anchor), term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proximity, coverage of query terms, and any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semantic similarity score (Module 07)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DOCUMENT QUALITY, independent of the query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PageRank or another link score (Module 10),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length, spam score, freshness, readability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QUERY FEATURES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length, rarity, detected intent (Module 09)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BEHAVIOURAL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historical click-through rate for this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query-document pair, dwell time, and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aggregate popularity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THE BEHAVIOURAL FEATURES ARE THE STRONGEST and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most dangerous: they encode what was previously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shown, which creates the feedback loop of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Module 12 section 3, and they are unavailable for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anything new.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Behavioural features are the strongest and the most dangerous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they work very well and they entrench the previous ranking.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practical findings about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Feature engineering beat model sophistication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for most of this field's history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good feature set with a simple model beats the reverse.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Features must be computable within the latency budget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for every candidate — which excludes a great deal (Module 04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they must be available at serving time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excludes anything derived from the future or from the full session (CSCE 633 §11's leakage).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Watch for position bias leaking in through the behavioural features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encodes the old ranking into the new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log the features as served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not recomputed, because recomputation drifts and the training data becomes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Logging features as served rather than recomputing them is the practice that prevents a slow, invisible training/serving skew.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field's central practical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Retrieve cheaply, then rerank expensively — because the budget is per query and not per document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EVERY REAL SYSTEM HAS THIS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good ranker is too expensive to run over a million documents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but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running it over a hundred candidates is affordable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hundred is enough if the right documents are among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a cheap, high-recall first stage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(BM25, or dense retrieval, or both)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followed by an expensive, high-precision reranker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over its top few hundred.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first-stage recall the binding constraint: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reranker cannot recover a document the retrieval missed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exactly CSCE 638 §11 §2's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number of candidates is the dial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more candidates means better recall and a more expensive rerank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where the latency budget enters the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to watch in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Measure recall at the first-stage cutoff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separately from end-to-end quality —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bounds everything downstream.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Measure the reranker's effect on the candidates it received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isolates its contribution.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Retrain on a schedule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the collection, the queries, and the behavioural features all drift (CSCE 633 §11).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monitor the feature distributions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since a silently broken feature degrades quality without any error.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commonest production failure in a learned ranker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 feature pipeline breaks and the model keeps serving.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silently broken feature is the characteristic learned-ranker failure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model degrades gracefully and nothing alerts, which is why feature monitoring is the control that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ranking loss does not decompose over documents, and the metrics are not differentiable, which is why there are three formulations.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LambdaMART weights each pairwise gradient by the NDCG change from swapping the pair, which optimises a non-differentiable metric by construction.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Behavioural features are the strongest and the most dangerous — they entrench the previous ranking and are unavailable for anything new.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Feature engineering beat model sophistication for most of this field's history.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Retrieve cheaply then rerank expensively, because the budget is per query rather than per document.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First-stage recall is the binding constraint, since the reranker cannot recover a document the retrieval missed.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