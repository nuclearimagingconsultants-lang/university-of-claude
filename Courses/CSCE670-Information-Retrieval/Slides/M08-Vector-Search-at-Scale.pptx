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guarantee-versus-performance point is an honest observation about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recurring two-stage pattern is worth naming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Vector Search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Nearest neighbours when exact is impossible.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exact search does not scale.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graph-based and partition-based approaches.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quantisation and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recall-latency-memory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and tune an index against a stated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approximate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Exact search is linear, and linear is too slow.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Exact nearest-neighbour search in high dimension is linear in the collection, with no better 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RESULT THAT FORCES APPROXIMATION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brute-force scan computes every distance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few hundred million operations for a million 768-dimensional vectors, per query.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tree structures that work in low dimension fail 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k-d tree degenerates to a full scan above roughly twenty dimensions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of CSCE 676 §05 §1's distance concentration.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 that exact search is unavailable at scale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approximate search with a measured recall is the only option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shortcut.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recall the quantity to measure: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fraction of the true nearest neighbours did you actually return?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measurable by brute force on a sample, which is the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two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Graphs and partitions.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each one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GRAPH-BASED (HNSW)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build a navigable graph: each vector links to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some near neighbours, in layers of decreasing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sparsity. Search greedily from the top layer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down, following the closest link each time.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Excellent recall at low latency; large memory;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slow to build; awkward to delete from.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PARTITION-BASED (IVF)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cluster the vectors (k-means), store an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inverted list per centroid. At query time,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search only the nearest few lists.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Compact, fast to build, and recall depends 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how many lists you probe -- which is a dial.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HASHING FAMILY (LSH)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CSCE 676 Module 02's construction, applied to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vectors. Strong guarantees, and beaten in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practice by the two above, which have none.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SO: HNSW for quality, IVF for memory and build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time, and both are usually combined with Part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methods with guarantees lost to the methods without them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worth noticing honestly, and is unusual.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recall dial is what makes these 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families expose a parameter that trades recall against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number of lists probed, or the size of the search frontier.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can set the operating point from a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accepting whatever the default gives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difference between engineering and configuration.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curve is steep at the top: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going from 95% to 99% recall frequently costs several times the latency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decision worth making deliberately.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depends on the stage: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first-stage retriever feeding a reranker over 500 candidates needs recall at 500, not at 10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a much easier target (Module 06 §4).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Quantisation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the vectors themselves are the memory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the vectors smaller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PROBLEM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 billion 768-dimensional float32 vectors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about 3 TB. The index structure is a small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fraction of that; the vectors are the cost.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SCALAR QUANTISATION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float32 -&gt; int8. Four times smaller, small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recall loss, and trivial to implement. Do this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first.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PRODUCT QUANTISATION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split each vector into m subvectors, cluster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each subspace separately, store m centroid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ids. 768 floats -&gt; 96 bytes is routine.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Distances are computed from precomputed tables,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which is also faster.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BINARY QUANTISATION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one bit per dimension. 32x smaller, and it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needs a reranking pass over the full vectors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to recover the lost precision.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THE PATTERN: quantise for the search, then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rerank the top candidates with exact distances.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Quantise to search, then rerank exactly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two-stage logic as Module 06 §4, one level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Against a stated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pick and tune an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State the requirement first: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recall at k, the latency budget, the memory budget, and the update rate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all four, because they conflict.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Measure recall by brute force on a sample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of a few thousand queries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only way to know, and it is cheap.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Then: HNSW if memory permits and updates are rare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; IVF with product quantisation if memory is tight or the collection grows.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tune the probe or frontier parameter against your latency budget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reading the recall off the curve rather than accepting a default.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Beware of deletes.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Graph indexes handle deletion badly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usually by tombstoning and periodic rebuild — which is an operational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update rate is the requirement most often forgotten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is the one that rules out the highest-quality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this costs compared to a lexical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Memory, substantially: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dense index is typically much larger than an inverted index over the same collection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even quantised.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time, substantially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full rebuild on every embedding model change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operational complexity: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recall parameter is a quality knob that does not exist in a lexical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misconfigured one degrades results silently.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stating because the comparison is usually made on quality alone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right comparison includes the memory, the rebuild, and the extra thing that can be set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Exact nearest-neighbour search in high dimension is linear with no better option, because distance concentration defeats tree structures.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methods with strong guarantees lost in practice to the methods with none, which is unusual and worth noticing honestly.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Both families expose a recall-latency dial, so you can set the operating point from a requirement rather than a default.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first-stage retriever feeding a reranker needs recall at 500 rather than at 10, which is a much easier target.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vectors rather than the index structure are the memory cost, which is why quantisation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Quantise to search then rerank exactly — the same two-stage logic one level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