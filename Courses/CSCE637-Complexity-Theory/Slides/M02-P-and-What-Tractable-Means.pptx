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candid that the defence is weak is more useful than overselling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P, and What Tractable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class, and the thesis behind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P and state the Cobham–Edmonds thesis.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arguments for and against the thesis.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Give examples of problems whose membership in P was hard won.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closure properties of P and why they matter.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honestly what P does and does not capture.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thesis that makes it interesting.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 is the problems decidable in polynomial time, and the choice is defended, not obvious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COBHAM–EDMONDS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 is the class of decision problems solvable by a deterministic Turing machine in time O(n^k) for some fixed 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Cobham–Edmonds thesis claims P captures 'tractable'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like the Church–Turing thesis it is a claim about a definition's adequacy (CSCE 627 §01), not a theorem.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case for 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polynomials compose and are closed under addition and multiplication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P is robust to the model and to composition of algorithms — which no other natural class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case against it is obvious: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n¹⁰⁰ is not tractable and 1.0001ⁿ is fine for n up to a million.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Both objections are correct and neither has produced a better definition.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P survives its obvious objections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Objection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5852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n¹⁰⁰ is not tractable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73168" y="2377440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2414016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True — and in practice natural problems in P have small exponents. The high-degree cases are artificial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1.0001ⁿ is fine for real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852928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889504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True — and such algorithms are rare; real exponential algorithms have base 2 or more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Constants are ignored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3328416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364992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True — and they are model-dependent, so including them would destroy robustness (M01 §1)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is a worst-case notion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803904"/>
            <a:ext cx="5852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3840480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True — and Module 12 addresses it; the alternatives need unjustifiable assumptions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says nothing about parallelism or memory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73168" y="4279392"/>
            <a:ext cx="5852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315968"/>
            <a:ext cx="5632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True — which is why NC and L exist (M06)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Hard-won membership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Problems whose place in P took decades.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Membership results that were not easy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Linear programming.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Khachiyan's ellipsoid method, 1979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first polynomial algorithm, and it is unusable in practice (CSCE 669 §07).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Primality.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AKS, 2002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the practical tests are still randomised (M08), so the polynomial algorithm settled the theory and changed nothing operationally.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Maximum matching.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Edmonds, 1965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the paper is where the polynomial-time thesis was first argued explicitly.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Graph isomorphism.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Not known to be in P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not known NP-complete, and Babai's 2015 quasi-polynomial algorithm is the state of the art.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Probably neither.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integer factoring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in neither P nor known NP-complete, and on which most of cryptography rests.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two matter: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NP-intermediate problems are believed to exist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factoring and graph isomorphism are the candidates — so NP is not a two-tier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Edmonds' 1965 argument is the original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THESIS COMES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Edmonds, presenting a matching algorithm, distinguished 'good' algorithms from exponential search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argued the distinction was the right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His argument was that an exponential algorithm expresses no insight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organised enumeration, and finding a polynomial one requires understanding the problem's structure.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better defence of the thesis than the robustness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says what a polynomial algorithm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means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only that the class is well behaved.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predicts the empirical pattern: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natural problems in P have small exponents because the insight that puts them there is usually a strong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Part 1's first response, with a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P is a usable 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 is closed under the operations you actually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THAT IS WHAT MAKES IT WORKABLE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Closed under complement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swap the answer.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NP is not known to be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§1), and that asymmetry is the whole of co-NP.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Closed under union, intersection, and concatenation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under polynomial-time composition: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polynomial algorithm calling a polynomial subroutine polynomially many times is polynomial.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what makes modular programming compatible with complexity analysis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can reason about a subroutine's complexity independently.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polynomial-time reductions compose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§1)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without which NP-completeness would not be a transitive notion and the catalogue would not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P misses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membership in P does not tell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Whether it is fast.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O(n⁵) with a large constant is in P and unusable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on a million-element input.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Whether it parallelises.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NC is the parallel-tractable class, and whether NC = P is open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(Module 06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Whether it fits in memory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a polynomial-time algorithm may use polynomial space, which is an entirely different constraint (Module 06).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Whether it streams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or works online, or tolerates approximation — all of which are real requirements the class does not express.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whether the problem you have is the worst case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is Module 12, and is frequently the only question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So 'it is in P' is good news and not an engineering answer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tells you to look for an efficient algorithm rather than a proof that none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practical reading of 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TO DO WITH THE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'In P' means: a polynomial algorithm exists, so keep looking for a good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search is not futile, which is the useful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'NP-hard' means: stop looking for an exact polynomial algorithm and start on Module 11's approximations or Module 12's parameters.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'Neither known' means: both searches are live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graph isomorphism is the standing example of a problem that stayed there for fifty years.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whole operational content of the classification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redirects effort, and that is worth a great deal more than it sounds.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 is polynomial-time decidable problems, and the Cobham–Edmonds thesis that this captures tractability is a claim about a definition rather than a theorem.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Every objection to the thesis is correct, and it survives because no proposed replacement is both robust and closer to practice.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Edmonds' original argument — that a polynomial algorithm expresses insight and an exponential one does not — is the better defence.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Graph isomorphism and factoring are in neither P nor known NP-complete, so NP is not a two-tier structure.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 is closed under complement and under polynomial composition, which is what makes reductions transitive and modular reasoning valid.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'In P' means keep looking for a good algorithm; 'NP-hard' means start on approximations or parameters. That redirection is the classification's operational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