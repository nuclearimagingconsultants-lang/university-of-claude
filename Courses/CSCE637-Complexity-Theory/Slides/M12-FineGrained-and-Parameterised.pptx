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Courcelle is the single most leveraged result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equivalence with FPT is the result that makes kernels worth seeking.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conditionality is real and the alternative is no answer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Fine-Grained and Parameterised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complexity theory that answers your actual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fixed-parameter tractability and give examples.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parameter for a real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kernelisation and its practical value.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fine-grained complexity and the standard hypotheses.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this is the practically useful part of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Parameterised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Exponential in the right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Fixed-parameter tractable: exponential in a parameter, polynomial in the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problem is FPT with respect to parameter k if it is solvable in time f(k)·nᶜ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any function of k, times a polynomial in n with the exponent independent of 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vertex cover is NP-complete and FPT: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O(2ᵏ·n) finds a cover of size 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entirely practical for k up to 40 on a graph of any size.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the right question for most real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thing that is large and the thing that is hard are different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huge graph with a small solution, or a long formula with few variables that matter.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parameterised complexity the practically useful branch of the field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one most often omitted from a complexity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Parameters that work, and what they unlock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Problems it makes tractable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Solution size 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Vertex cover, feedback vertex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O(2ᵏ n) and better. The classic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Treewidth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Almost everything on graphs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Courcelle: any MSO property, in linear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Number of variables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Integer programming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Lenstra: FPT in the dimension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Clause–variable ratio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SAT, empirically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 theorem; a real phase transition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Vertex cover number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Even more than treewidth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Stronger parameter, rarer small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Distance from triviality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general design pattern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 far from an easy case is your instance?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Kernelisation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Shrink the instance, then solve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KERNELISATION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Preprocessing with a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KERNEL is a polynomial-time preprocessing that reduces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any instance to an EQUIVALENT one whose size is bounded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by a function of k alone -- independent of n.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VERTEX COVER, size-k kernel: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any vertex of degree &gt; k MUST be in the cover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(else all its neighbours are, exceeding k)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-&gt; take it, decrement k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any isolated vertex is irrelevant -&gt; delete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after these, if more than k^2 edges remain, there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no cover of size k -- each of k vertices covers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at most k edges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-&gt; so the kernel has at most k^2 edges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THEN SOLVE THE KERNEL by brute force. Total time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polynomial plus f(k).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WHY THIS MATTERS PRACTICALLY: kernelisation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PREPROCESSING WITH A PROOF. Every solver does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preprocessing; a kernel is preprocessing with a stated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guarantee about how much it reduces.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A PROBLEM IS FPT IF AND ONLY IF IT HAS A KERNEL,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which is a clean characterisation and means looking for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one is never wasted.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Kernelisation is the most directly applicable idea in this module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presolve with a theorem attached (CSCE 669 §09).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Fine-grained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exact exponent, and lower bounds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Fine-grained complexity asks for the exponent, and proves lower bounds conditionally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NEWER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'Polynomial' is not the question when n is a billion.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n² and n³ are both polynomial and only one is feasible.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field assumes a specific hardness hypothesis and derives exact exponents.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SETH: SAT needs essentially 2ⁿ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3SUM: needs n²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APSP: needs n³.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from those follow tight lower bounds for polynomial problems: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under SETH, edit distance needs n^(2−o(1))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textbook dynamic program is optimal.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the practically useful kind of result: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tells you whether your quadratic algorithm can be improved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'it is in P'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assumptions and what they give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Hypothesis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5394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Implies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k-SAT needs 2ⁿ as k grows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77440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4140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Edit distance, LCS need n². Orthogonal vectors hard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3SUM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3SUM needs n²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52928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889504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computational geometry lower bounds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APSP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All-pairs shortest paths needs n³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328416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364992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Negative triangle, graph radius, replacement paths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3-SAT needs 2^Ω(n)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803904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3840480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subexponential algorithms for many problems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this matters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assessment of the field's usefulness.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with a hard problem, in order of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Find the parameter.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Solution size, treewidth, dimension, distance from an easy case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check whether it is small in your instances.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Look for a kernel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use a solver's presolve and measure the reduction.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Check the approximation picture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Check the fine-grained lower bound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your problem is polynomial and too slow.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 · And only then consider the worst-case classification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where most courses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ordering is deliberate and is the opposite of the usual 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parameterised question is answerable and actionable, and the worst-case one frequently is neither.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is the part of complexity theory that pays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Worst-case classification answers 'is there a polynomial algorithm for all inputs'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rarely the question you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Parameterised complexity answers 'is there an algorithm fast on instances like mine'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usually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fine-grained complexity answers 'can my quadratic algorithm be improved'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question an engineer with a slow program actually asks.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two newest branches are the two most useful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they are the two most often omitted, which is a reasonable complaint about how the subject is taught.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Fixed-parameter tractable means f(k) times a polynomial in n, so vertex cover is NP-complete and solvable in O(2ᵏ n) — practical for k up to 40 on any graph.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right question for most real problems is parameterised, because the thing that is large and the thing that is hard are usually different.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Courcelle's theorem makes any monadic second-order property linear-time on bounded-treewidth graphs, which is the most leveraged result 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kernel is preprocessing with a proof, and a problem is FPT exactly when it has a kernel — so looking for one is never wasted.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Fine-grained complexity derives exact exponents from hypotheses like SETH, which is the only route to 'your quadratic algorithm is optimal'.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two newest branches are the two most useful and the two most often omitted, which is a reasonable complaint about how the subject is taught.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