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proved results are equalities and the open ones are separations is the structural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meet all six, and the common shape is the useful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certainty gradient is the semester's real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Complexity Tells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honest summary of a field with an open centre.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is proved and what is conjectured.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Avoid the standard overreaches.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a hardness result productively.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627 and CSCE 658.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complexity claim can honestly assert.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Proved and conjectured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honest division.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is actually proved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8640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5266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901952"/>
            <a:ext cx="457200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6" y="1956816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40864"/>
            <a:ext cx="5486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377440"/>
            <a:ext cx="5266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≠ EXPTIME; the hierarchy theorems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340864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377440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PROVED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(M07 §1)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79776"/>
            <a:ext cx="54864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16352"/>
            <a:ext cx="5266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Cook–Levin; thousands of problems NP-complete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779776"/>
            <a:ext cx="45720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816352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PROVED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(M04)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218688"/>
            <a:ext cx="5486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255264"/>
            <a:ext cx="5266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PSPACE = NPSPACE; NL = co-NL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218688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255264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PROVED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(M06)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657600"/>
            <a:ext cx="54864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694176"/>
            <a:ext cx="5266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IP = PSPACE; the PCP theorem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657600"/>
            <a:ext cx="45720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694176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PROVED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(M10)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96512"/>
            <a:ext cx="5486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33088"/>
            <a:ext cx="5266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Three barrier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4096512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133088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PROVED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(M07, M09)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535424"/>
            <a:ext cx="54864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572000"/>
            <a:ext cx="5266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≠ NP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3328" y="4535424"/>
            <a:ext cx="45720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3056" y="4572000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OPEN. Believed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974336"/>
            <a:ext cx="5486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010912"/>
            <a:ext cx="5266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NP ≠ co-NP; PH strict; NC ≠ P; BPP = 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53328" y="4974336"/>
            <a:ext cx="4572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3056" y="5010912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 OPEN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413248"/>
            <a:ext cx="54864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449824"/>
            <a:ext cx="5266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super-linear general circuit lower bound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53328" y="5413248"/>
            <a:ext cx="45720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3056" y="5449824"/>
            <a:ext cx="43525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OPEN. Best known ≈ 5n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overreaches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gets claimed, incorrectly.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Common 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6048" y="1901952"/>
            <a:ext cx="56692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65776" y="1956816"/>
            <a:ext cx="5449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'NP-complete means intractable'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2377440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2414016"/>
            <a:ext cx="5449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Solvers handle million-variable instances (M04 §4)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'NP-hard means exponential'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2852928"/>
            <a:ext cx="5669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2889504"/>
            <a:ext cx="5449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means no known polynomial algorithm, conditionally (M03 §2)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'Quantum computers solve NP-complete problems'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328416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3364992"/>
            <a:ext cx="5449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BQP is not believed to contain NP (CSCE 627 §11)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'Polynomial means fast'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6048" y="3803904"/>
            <a:ext cx="5669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65776" y="3840480"/>
            <a:ext cx="5449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n⁵ with a large constant is neither (M01 §4)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'P ≠ NP is basically proved'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6048" y="4279392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5776" y="4315968"/>
            <a:ext cx="5449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general circuit lower bound is 5n (M09 §2)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'This problem is NP-complete, so give up'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6048" y="4754879"/>
            <a:ext cx="5669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65776" y="4791455"/>
            <a:ext cx="5449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Five productive responses, all routine (M04 §4)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a hardness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Productively.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PRODUCTIVE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with 'your problem is NP-hard'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Run a solver first.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costs an afternoon and it frequently just works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669 §13).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Find the parameter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12 §1),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measure whether it is small in your data.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highest-value step.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Look up both approximation sides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11 §4), and implement the optimal algorithm if the question is closed.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Restrict the problem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planar, bounded degree, bipartite.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Frequently your instances already are.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always compute a bound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a heuristic's result becomes 'within 7% of optimal' rather than a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All five are routine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the hardness result is what tells you to do them rather than keep looking for an exact polynomial algorithm.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 and the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Closing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courses, three certainties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Central claim 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Certainty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'No algorithm exists'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Unconditional. Permanent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637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'No polynomial algorithm, unless P = NP'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Conditional on an open question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658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'Randomness helps here'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Proved in cases; removability open (M08 §3)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complexity claim can honestly assert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'This problem is NP-complete; here is the reduction and the certificate.'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Checkable, and both halves present.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'No polynomial algorithm exists unless P = NP'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with the conditionality stated, because it is real.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'The best achievable ratio is 7/8 and that is optimal unless P = NP.'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Both sides, with the condition.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'It is FPT in treewidth, and our instances have treewidth under 12.'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theorem plus a measurement, which is the strongest useful form.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what you cannot say: 'this is intractable'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unqualified, unconditional, and about your instances.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fourth form is the one to aim for: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 theorem about a parameter plus a measurement of that parameter is both rigorous and about your actual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prove a problem NP-complete with both halves, place problems in co-NP, PSPACE, and the hierarchy, and prove a hierarchy theorem.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know why the central question is open — three barrier results — and what the field can and cannot prove, including the 5n figure.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can take a hard problem and do something productive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parameter, a kernel, an approximation with both bounds, a fine-grained lower bound.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practical skill.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stating the conditionality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almost everything in this course rests on a conjecture, and saying so is the difference between a result and a slogan.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great deal is proved — hierarchy theorems, completeness, IP = PSPACE, PCP, three barriers — and almost every separation is open.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proved results are mostly equalities and completeness; the open ones are separations, which is a structural observation about the field's techniques.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 overreach treats a conditional worst-case asymptotic statement as an unconditional practical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productive response to NP-hardness is five routine steps, and the hardness result is what tells you to take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semester has a certainty gradient: unconditional in CSCE 627, conditional here, and partly open in CSCE 658.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strongest useful claim form is a theorem about a parameter plus a measurement of that parameter in your instances.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