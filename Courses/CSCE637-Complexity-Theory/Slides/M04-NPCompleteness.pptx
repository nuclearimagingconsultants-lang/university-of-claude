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two-halves-two-directions point prevents the most common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 core; it is what people actually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reverse direction; it is where grading bites.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NP-Completeness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problem's difficulty, shared by thousands.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NP-hardness and NP-completeness and distinguish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Cook–Levin theorem and what it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an NP-completeness proof with both halves.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the right problem to reduce from.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NP-completeness does and does not predict.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distinction people collapse.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NP-hard is about difficulty; NP-complete is about difficulty </a:t>
            </a:r>
            <a:r>
              <a:rPr sz="27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2700" b="1" i="0">
                <a:solidFill>
                  <a:srgbClr val="141924"/>
                </a:solidFill>
                <a:latin typeface="Georgia"/>
              </a:rPr>
              <a:t> membership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 is NP-hard if every problem in NP reduces to it in polynomial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 is NP-complete if it is NP-hard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in 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halting problem is NP-hard and not NP-complete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far harder, and not in NP at all.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NP-hard alone is a lower bound with no upper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 hardness proof is only half a proof.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membership half takes two sentences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is the half people omit.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consequence of completeness is the striking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polynomial algorithm for any NP-complete problem gives one for every problem in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they stand or fall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Polynomial reductions compose, and that is the whole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&lt;=_p B means: a polynomial-time computable f with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x in A  &lt;=&gt;  f(x) in B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TRANSITIVITY: if A &lt;=_p B and B &lt;=_p C then A &lt;=_p C,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because the composition of two polynomials is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polynomial (Module 02 Part 3).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once ONE problem is known NP-complete, proving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second requires only a reduction FROM the first --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 from all of NP.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every problem in NP  &lt;=_p  SAT      (Cook-Levin)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SAT                  &lt;=_p  3-SAT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3-SAT                &lt;=_p  your problem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-------------------------------------------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every problem in NP  &lt;=_p  your problem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WITHOUT TRANSITIVITY there would be no catalogue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every proof would start from scratch. The closure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property of Module 02 Part 3 is doing all the work here.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DIRECTION IS THE SAME AS CSCE 627 MODULE 06: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reduce the KNOWN HARD problem TO yours. Reducing yours to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3-SAT proves your problem is IN NP, which is the other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half and is a different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Transitivity is why a catalogue exists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direction error here is the same error as in CSCE 627, with the same fix: write down what reduces to what.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Cook–Levin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one, and how it was obtained.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Cook–Levin: SAT is NP-complete, by encoding a computation as a formula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BOOTSTRAPPING THEOREM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any non-deterministic polynomial-time machine M and input x, construct a formula satisfiable exactly when M accepts 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formula's variables describe a computation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tableau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grid of cells recording the machine's tape, head, and state at each of polynomially many steps.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clauses enforce local consistency: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first row is the start configuration, each row follows from the previous by a transition, and some row accepts.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satisfiability of the formula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existence of an accepting computation.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theorem works because logic is expressive enough to describe computation, which is CSCE 627 §10's arithmetisation idea in a different setting.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problems to reduce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6949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it when your problem involves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3-SAT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6949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Logical constraints, or nothing else fits. The default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cover / independent set / clique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6949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Selecting a set of objects subject to conflicts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Hamiltonian cycle /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6949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Ordering or sequencing everything exactly once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3-dimensional matching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6949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Grouping into triples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Subset sum / partition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6949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Numbers and arithmetic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colouring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4754879"/>
            <a:ext cx="6949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4791455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Assignment with conflict constraints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7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266943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 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5887" y="5230367"/>
            <a:ext cx="6949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5615" y="5266943"/>
            <a:ext cx="6729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Covering, and note it is also the hardness-of-approximation case (M11)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Constructing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procedure, and where it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NP-completeness proof,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1. MEMBERSHIP. Name the certificate and the check.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Two sentences (Module 03 Part 1). Do this FIRST,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because if it fails your problem is not in NP and you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are proving something else.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2. CHOOSE the source problem from Part 2's table.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3. CONSTRUCT f: an instance of the source -&gt; an instance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of yours.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4. PROVE both directions: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source YES  =&gt;  your problem YES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your YES    =&gt;  source YES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The second direction is where proofs fail. It requires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showing that EVERY solution to your instance comes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from a source solution -- including solutions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construction did not intend.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5. VERIFY f is polynomial-time. Usually obvious, and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state it; a reduction that blows up the instance size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exponentially is not a reduction.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COMMON ERRORS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omitting step 1 -&gt; you proved NP-hardness only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reversing step 3 -&gt; you proved membership, not hardness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hand-waving step 4's second direction -&gt; the proof 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simply incomplete, and this is the usual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4's second direction is where real proofs fail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unintended solutions to your constructed instance are the thing to rule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predicts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NP-completeness is a starting point, not a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says: no polynomial algorithm is known, and finding one would resolve a famous open problem.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strong evidence and not a proof of intractability.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says nothing about your instances.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SAT solvers handle millions of variables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§08);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MIP solvers improved a millionfold in thirty years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tell you the approximation picture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may be excellent (knapsack has an FPTAS) or hopeless (clique)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is Module 11.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 whether a parameter makes it easy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vertex cover is NP-complete and fixed-parameter tractable, which is Module 12.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label begins the engineering.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AFTER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once you know it is NP-complete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Try a solver.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SAT, SMT, MIP, or CP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§13)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your instances may simply not be hard.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Look for an approximation guarantee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§10, Module 11)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matching hardness bound.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Look for a parameter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12) — treewidth, solution size, or a structural restriction.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whether a special case is in 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planar, bipartite, bounded-degree, interval.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Frequently it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compute a bound even if you use a heuristic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§13 §3) — 'within 7% of optimal' is a far stronger claim than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 five are routinely productive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why 'NP-complete, therefore hopeless' is the wrong inference and the common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NP-hard is a lower bound with no upper one; NP-complete is NP-hard plus membership — so the halting problem is NP-hard and not NP-complete.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Polynomial reductions compose, which is why one completeness proof bootstraps a catalogue of thousands.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Cook–Levin encodes a computation tableau as a formula, so satisfiability becomes the existence of an accepting computation.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Choose the source problem structurally closest to yours, and the reduction is far shorter.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reverse direction of the correctness proof is where real proofs fail — unintended solutions to the constructed instance are the thing to rule 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NP-completeness says nothing about your instances, the approximation picture, or whether a parameter helps — so the label begins the engineering rather than ending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