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5n figure is the most sobering number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self-referential character is what makes this result so striking.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Circuits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non-uniform model, and the most promising attack.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circuit complexity and the class P/poly.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non-uniformity and what it buys.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known circuit lower bounds and their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natural proofs barrier.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circuits were the favoured attack.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circuit for each input length.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circuit family is a non-uniform program, which is strictly more powerful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MODEL, AND THE SUBTLETY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Boolean circuit computes one function on a fixed number of inputs.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family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gives one circuit per input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P/poly is the problems with polynomial-size families.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nobody has to be able to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construct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the circuits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that is the non-uniformity, and it is where the extra power comes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P/poly contains undecidable problems: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unary language is decided by a trivial circuit per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unary encodings of the halting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P/poly is not a model of computation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model of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circuit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its value is that lower bounds against it are strong and that P ⊆ P/poly.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circuits were the favoured attack on P versus NP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 ⊆ P/poly.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proving that SAT needs super-polynomial circuits would prove P ≠ NP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stronger statement, and a combinatorial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circuits are finite combinatorial objects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no computation, no time, and no simulation —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evades the relativisation barrier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§2), because there is no machine to give an oracle to.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technique worked on restricted models: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exponential lower bounds for monotone circuits, bounded-depth circuits, and formulas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all proved.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for a decade it looked like the route.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Then Razborov and Rudich proved that the successful technique cannot be extended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 — which is the second barrier.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is 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Real lower bounds, on restricted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LOWER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has been proved, and against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Monotone circuits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Exponential for clique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Razborov, 1985. No NOT gates allowed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Bounded depth (AC⁰)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Parity needs super-polynomial size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Håstad's switching lemma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AC⁰ with mod-p gates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Lower bounds known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Razborov–Smolensky, by polynomial approximation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Formulas (fan-out 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Quadratic for some functions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Khrapchenko and successors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 circuits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known: about 5n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 an explicit function. Essentially nothing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gap between 5n and exponential is the whole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SAID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We believe SAT requires circuits of size 2^Ω(n).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We can prove about 5n.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counting shows most Boolean functions require exponential circuits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are 2^(2ⁿ) functions and far fewer small circuits.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hard functions are abundant, and we cannot exhibit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 CSCE 627 §04's counting-versus-construction distinction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a different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useful calibration: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field's central conjecture is an exponential gap away from what it can prove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knowing that number is more informative than knowing the consensus.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Natural proofs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second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NATURAL PROOFS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successful technique cannot be extended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SUCCESSFUL LOWER BOUNDS all have one shape: find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PROPERTY of Boolean functions such that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hard function HAS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and every small-circuit function does NOT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Razborov and Rudich called such a property NATURAL if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CONSTRUCTIVE -- efficiently checkable from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function's truth table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LARGE        -- most random functions have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Every known lower-bound proof uses a natural property.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BARRIER: if strong one-way functions exist, then no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natural property can separate P from NP.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WHY: a natural property is an efficient test that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distinguishes random functions from easy ones. But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pseudorandom function generator (which exists if one-way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functions do) produces EASY functions that look RANDOM to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every efficient test. So the property cannot exist.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the technique that proved every known lower bound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cannot prove the one we want -- assuming exactly the kind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of hardness we are trying to establish.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barrier assumes the hardness it blocks you from proving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the self-referential sting — and it is the same shape as CSCE 627's barriers.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useful circuit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Karp–Lipton: NP in P/poly would collapse the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NP ⊆ P/poly, then the polynomial hierarchy collapses to the second level.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NP is believed not to be in P/poly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SAT is believed to need super-polynomial circuits even allowing non-uniformity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stronger belief than P ≠ 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Module 05 §4's reasoning style: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'X would collapse the hierarchy' deployed as evidence that X is false.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also means the circuit programme is attacking the right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super-polynomial circuit lower bound for SAT is both sufficient for P ≠ NP and believed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circuit classes that are practically meaningful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AC⁰: constant depth, unbounded fan-in.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Parity is not in it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is a real, unconditional, and practically meaningful limitation.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NC: polylogarithmic depth.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Efficiently parallelisable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06 §4)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circuit view is the natural one for parallelism.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NC¹ and formulas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correspond to bounded-width and expression-depth notions in real hardware.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circuit </a:t>
            </a:r>
            <a:r>
              <a:rPr sz="1700" b="1" i="1">
                <a:solidFill>
                  <a:srgbClr val="3C4555"/>
                </a:solidFill>
                <a:latin typeface="Calibri"/>
              </a:rPr>
              <a:t>depth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 is latency and circuit </a:t>
            </a:r>
            <a:r>
              <a:rPr sz="1700" b="1" i="1">
                <a:solidFill>
                  <a:srgbClr val="3C4555"/>
                </a:solidFill>
                <a:latin typeface="Calibri"/>
              </a:rPr>
              <a:t>size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 is area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is why this model is the natural one for hardware (CSCE 614).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So the model has engineering content independent of the P versus NP programme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worth separating.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Depth equals latency is the connection to CSCE 614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circuit lower bound on depth is a statement about how fast hardware can possibly 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circuit family is non-uniform — nobody has to be able to construct the circuits — so P/poly contains undecidable problems and is a model of size rather than of computation.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Circuits were the favoured attack because P ⊆ P/poly, they are finite combinatorial objects, and they evade relativisation.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Real exponential lower bounds are proved for monotone and bounded-depth circuits, and the best general bound is about 5n.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Counting shows most functions need exponential circuits and we cannot exhibit one, which is CSCE 627's counting-versus-construction gap again.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known lower bound uses a natural property, and no natural property can separate P from NP if strong one-way functions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Karp–Lipton says NP in P/poly would collapse the hierarchy, so the circuit programme is attacking something believed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