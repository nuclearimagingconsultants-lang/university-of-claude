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clock is the whole difference; make it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history is the point: each barrier closed off a promising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Hierarchies and Barriers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more resources buy, and why the method stops working.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the time hierarchy theorem.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space hierarchy theorem and compare.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hierarchy theorems do not separate P from NP.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relativisation and the Baker–Gill–Solovay result.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barrier result is and why it counts as progress.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More time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Proved, by diagonalisation.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TIME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proof, which you have seen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CLAIM: there is a language decidable in time n^3 and not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 time n^2. More time buys strictly more power.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PROOF is Module 05 of CSCE 627, with a clock.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Define D(M):               # M is a machine encoding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simulate M on input M for n^2.5 steps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if it halts and accepts, REJECT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otherwise, ACCEPT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D runs in about n^3 (simulation overhead is logarithmic).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Suppose some machine M0 decides D's language in n^2.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Run D on M0's own encoding. The simulation COMPLETES,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because n^2 &lt; n^2.5. So D does the opposite of M0.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But D's language is M0's language. CONTRADICTION.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TIME(n^2) is strictly inside TIME(n^3).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TWO INGREDIENTS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DIAGONALISATION -- do the opposite of what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enumerated machine does (CSCE 627 Module 05)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 CLOCK -- the simulation must be cut off, which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what makes this a complexity result rather than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a computability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Same technique as the halting problem, with a clock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the space hierarchy is the same argument and tighter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because space simulation has no overhead.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hierarchy theorems give, and what they do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give: P ≠ EXPTIME, NL ≠ PSPACE, and a strict hierarchy within each resource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they do separate classes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more than the field manages elsewhere.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only when the resource gap is large.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simulation overhead means you need more than a constant factor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technique compares a resource bound against a larger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 versus NP is not of that shape.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compares deterministic and non-deterministic polynomial time — the same resource bound, different machine mode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diagonalisation has no handle on, and Part 2 explains why formally.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Relativisation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first barrier, and it is a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Baker–Gill–Solovay: oracles go both ways, so diagonalisation cannot settle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FIRST BARRIER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an oracle A with P^A = NP^A, and an oracle B with P^B ≠ NP^B.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Both constructed explicitly.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diagonalisation arguments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relativise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go through unchanged when every machine has an oracle (CSCE 627 §07 §1 showed the halting proof does).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no relativising proof can settle P versus NP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any such proof would hold for every oracle, and the answer differs between oracles.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rules out the entire technique that produced every separation in Part 1.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a precise, proved statement about the inadequacy of the field's main tool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from 1975.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BARRIERS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barrier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Barrier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5303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Rules 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30767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0495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Relativisation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proof that works with oracles — i.e. diagonalisation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7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5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1975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Natural proofs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Combinatorial circuit lower bounds of the usual kind (M09)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7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5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1994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Algebrisation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Algebraic extensions of relativising techniques, including IP=PSPACE's method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7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5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Non-relativising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does get past the first barrier.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Some results do not relativise, which is why there is hope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IP = PSPACE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does not relativise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there are oracles making it false.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non-relativising techniques exist and have proved real theorems.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technique is arithmetisation: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convert a Boolean formula into a polynomial over a field, and exploit properties of polynomials that have no oracle analogue.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algebrisation barrier was constructed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to determine whether arithmetisation alone could reach P versus NP.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cannot.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state of play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barriers, each closing a technique, and the open question is what a technique evading all three would look like.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Nobody knows, and that is the honest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Barriers as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this is not just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BARRIERS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 barrier result is a genuine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redirects effort.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After 1975, nobody serious attempted a relativising proof of P ≠ NP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saved a great deal of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is a theorem about proofs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an unusual and respectable kind of result — and it is CSCE 627's undecidability argument applied to a methodology.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specifies what a solution must look like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non-relativising, non-naturalising, non-algebrising.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Three constraints is more guidance than none.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each barrier was proved by constructing a counterexample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required real technique and produced other results.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field's own honest assessment: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fifty years of not proving it, and three theorems explaining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Few fields can point to proofs that their own methods are inadequate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treating that as intellectual honesty rather than failure is the right reading.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take from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More resources provably help, when the gap is large.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positive result, and it is proved by the technique of CSCE 627 §05 plus a clock.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same technique provably cannot settle P versus NP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sharper statement than 'nobody has managed it'.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further barriers close two further techniques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 §3, and the algebrisation result).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is: the question is open, the belief is empirical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§3),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field has mapped out three dead ends rigorously.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form of progress, and is what is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time hierarchy theorem is CSCE 627's diagonalisation plus a clock, and the clock is what makes it a complexity result.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space hierarchy is tighter because space simulation has no overhead, so even a log factor more space buys power.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Hierarchy theorems separate classes only when the resource gap is large, and P versus NP compares the same bound with different determinism.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Baker–Gill–Solovay constructed oracles going both ways, so no relativising proof can settle P versus NP — which rules out diagonalisation.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Arithmetisation does not relativise and proved IP = PSPACE, which is why the algebrisation barrier was then constructed.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barrier result redirects effort, is a theorem about proofs, and specifies what a solution must look like — which is genuine progress.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