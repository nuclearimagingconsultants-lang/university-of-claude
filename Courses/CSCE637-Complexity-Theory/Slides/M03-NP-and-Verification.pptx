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on the membership half; it is graded and it is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asymmetry of consequences is worth stating.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NP, and 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class, and the question it poses.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NP by certificates and by non-determinism, and prove them equivalent.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certificate definition is the useful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problems in NP by exhibiting certificates.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P versus NP precisely and explain what it asks.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resolution either way would mean.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they are the same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NP is 'verifiable with a short certificate', and that is the definition to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FORMULATIONS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Certificate definition: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 is in NP if there is a polynomial-time verifier V and a polynomial p such that x ∈ L exactly when some certificate c with |c| ≤ p(|x|) makes V(x,c) accept.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Non-determinism definition: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 is in NP if a non-deterministic Turing machine decides it in polynomial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They are equivalent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certificate is the sequence of non-deterministic choices, and the verifier is the machine following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certificate definition is the one to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makes membership proofs concrete: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show a problem is in NP, say what the certificate is and how it is checked.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sentences, every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CERTIFICATES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Membership in NP, by exhibiting the witness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Certificate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Checked in polynomial time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satisfying assignment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Evaluating the formula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Hamiltonian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Checking edges and that each vertex appears once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Composite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non-trivial factor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division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Subset sum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subset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533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Adding it 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Graph isomorphism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vertex mapping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533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Checking edges correspond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Sudoku solvability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completed grid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53328" y="4754879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3056" y="4791455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Checking rows, columns, boxes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 versus NP, stated precisely.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 versus NP asks whether verification is genuinely easier than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INFORMAL READING, WHICH IS ACCURATE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 is 'solvable quickly'. NP is 'checkable quickly, given the answer'.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 ⊆ NP trivially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if you can solve it you can check it, ignoring the certificate.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 = NP would mean that whenever a solution can be recognised, it can be found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that checking and finding are the same difficulty.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question matters outside the field.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Mathematics is the search for proofs, which are checkable; design is the search for artefacts meeting checkable criteria.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has been open since Cook's 1971 paper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widely shared belief that P ≠ NP and no proof in either direction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Modules 07 and 09 explain rather than excuse.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resolution would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If P = NP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612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0585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If P ≠ NP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Public-key cryptography breaks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612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585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Cryptography's assumptions remain plausible — though it needs more than P ≠ NP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Optimisation becomes tractable — scheduling, design, routing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612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85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approximation and parameter work of M11–M12 is the right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Mathematical proof search becomes automatic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9612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585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Proof remains a creative act, in a provable sense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And the constant matters enormously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9612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0585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And we still do not know </a:t>
            </a:r>
            <a:r>
              <a:rPr sz="1150" b="1" i="1">
                <a:solidFill>
                  <a:srgbClr val="3C4555"/>
                </a:solidFill>
                <a:latin typeface="Calibri"/>
              </a:rPr>
              <a:t>how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 hard — n² lower bounds are not proved either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people believe it, and how good the reasons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 ≠ NP is believed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Fifty years of serious effort on thousands of NP-complete problems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has produced no polynomial algorithm for any of them.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best single argument.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polynomial algorithm for one gives one for all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04 §1), so the failures are jointly rather than separately informative.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hierarchy theorems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07)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show that more time does buy more power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the general shape of the belief is consistent.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Circuit lower bounds for restricted models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09)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are real, non-trivial, and in the expected direction.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honest counterweight: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this is all empirical, and the field has theorems saying its techniques are inadequate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(M07 §4, M09 §3).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evidence is substantial and circumstantial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a field that can prove its own methods insufficient has reason for humility about its beliefs.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NP's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two tiers.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P ≠ NP, there are problems strictly between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LADNER'S THEOREM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Ladner's theorem: if P ≠ NP, then there exist NP problems that are neither in P nor NP-complete.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NP-intermediate problems exist.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proof is a diagonalisation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627 §05) constructing a problem that is deliberately too hard for P and too easy for completeness — and the constructed problem is artificial.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natural candidates are graph isomorphism and factoring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§2), both of which have resisted both classifications for decades.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NP is not a two-tier structure of easy and 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matters when you meet a problem that resists both a polynomial algorithm and a hardness proof.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may be the correct answer rather than a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carry from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the certificate definition.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Membership in NP is two sentences: the witness and the check.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 versus NP is 'is finding as easy as checking'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natural question and explains why it matters beyond the field.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belief is empirically grounded and not proved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field knows why it cannot prove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NP has a middle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by Ladner, so 'neither' is a real answer.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 = NP would be transformative while P ≠ NP would change almost nothing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practical world already assumes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certificate habit is the single most useful thing here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it is what Module 04's proofs are built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NP has two equivalent definitions, and the certificate one is the useful one — membership is two sentences: the witness and the check.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 versus NP asks whether finding is as easy as checking, which is why it matters outside the field: mathematics and design are both searches for checkable things.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 = NP would be transformative; P ≠ NP would change almost nothing operationally, since everyone already assumes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evidence is fifty years of failure across thousands of problems, made jointly informative by the fact that one algorithm would give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And the field has theorems showing its own techniques cannot settle the question, which is grounds for humility.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Ladner's theorem says NP has a middle if P ≠ NP, so 'neither in P nor NP-complete' is a real answer and not a failure to classify.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