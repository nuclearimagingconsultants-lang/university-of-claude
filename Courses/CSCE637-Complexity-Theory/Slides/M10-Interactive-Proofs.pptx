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example is the best motivation for the whole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SNARK connection makes PCP feel less remote.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Interactive Proofs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you can be convinced of by a conversation.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an interactive proof and explain the two conditions.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graph non-isomorphism protocol.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IP = PSPACE and explain arithmetisation.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PCP theorem and explain what it says.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zero-knowledge and its practical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prover, a verifier, and randomness.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interactive proof is a conversation with a randomised verifier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MODEL, AND THE TWO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unbounded prover and a polynomial-time randomised verifier exchange messages.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verifier accepts or rejects at the end.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Completeness: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statement is true, an honest prover convinces the verifier with high probability.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Soundness: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it is false,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no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prover convinces the verifier except with small probability.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two ingredients are both essential.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Interaction alone adds nothing — a deterministic verifier's questions are predictable, so the prover can send the whole transcript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you are back to NP.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randomness that the prover cannot anticipate.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Graph non-isomorphism, which has no known certificate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TO PROVE: G1 and G2 are NOT isomorphic.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(No short certificate is known -- Module 05 Part 1.)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PROTOCOL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VERIFIER picks i in {1,2} at random, and a random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permutation; sends the permuted copy of G_i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PROVER says which of G1, G2 it came from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repeat k times; accept if the prover is always right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IF THEY ARE NOT ISOMORPHIC: the prover can always tell,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because the permuted graph is isomorphic to exactly one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of them. Always right. ACCEPT.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IF THEY ARE ISOMORPHIC: the permuted graph is isomorphic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to BOTH, so the prover is guessing. Right with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probability 2^-k. REJECT, almost certainly.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NOTE WHAT MADE IT WORK: the verifier's random choice is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HIDDEN FROM THE PROVER. A deterministic verifier's choice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would be predictable and the protocol would prove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nothing.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SO INTERACTION PLUS RANDOMNESS CAN CERTIFY SOMETHING WITH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NO CERTIFICATE.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hidden random choice is the whole mechanism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is why IP is not simply NP with extra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IP = PSPACE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Interaction is exactly as powerful as polynomial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IP = PSPACE, by arithmetisation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THEOREM, AND WHY IT MATTERS METHODOLOGICALLY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Interactive proofs capture exactly PSPACE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anything decidable in polynomial space can be proved to a polynomial-time verifier by conversation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far more than NP.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technique is arithmetisation: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convert the Boolean formula of TQBF into a polynomial over a finite field, and have the prover make claims about its values — which the verifier spot-checks at random points.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works because low-degree polynomials are rigid: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distinct low-degree polynomials disagree almost everywhere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lying prover is caught by a random check.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the result that does not relativise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the technique mattered, and why the algebrisation barrier had to be constructed afterwards.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PCP theorem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proof you can check by reading three bits.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PCP: every NP proof can be rewritten so that reading a constant number of bits suffices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ONE OF THE DEEPEST RESULTS IN THE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NP = PCP(log n, 1).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NP statement has a proof that a verifier using O(log n) random bits and reading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constant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number of proof bits can check.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true statement's proof always passes; a false statement's purported proof fails with constant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from reading three bits.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mechanism is that the proof is written in an error-correcting 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any error is spread everywhere and a random spot-check finds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its most useful consequence is hardness of approximation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11, CSCE 669 §10)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gap between a passing and failing proof becomes a gap in an optimisation problem, which is what makes inapproximability provable.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theorem gives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6035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follows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Hardness of approximation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accept/reject gap becomes an approximation gap (M11)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MAX-3SAT cannot be approximated beyond 7/8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Directly, and 7/8 is achievable — so the bound is tight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Set cover's log n is optimal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CSCE 669 §10 asserted and this proves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Succinct, spot-checkable proofs in practice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SNARKs and verifiable computation descend from this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Zero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Proving you know something without revealing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Zero-knowledge: the verifier learns the statement is true and nothing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IT IS SUBTLE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proof is zero-knowledge if the verifier's view of the conversation could have been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simulated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without the prover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transcript carries no information beyond the statement's truth.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classic example is three-colouring: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commit to a colouring, let the verifier open one edge, repeat.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round reveals two different colours and nothing about the colouring.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every NP statement has a zero-knowledge proof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assuming commitments exist — which is a striking general result.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practical use is authentication and privacy-preserving verification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proving you are authorised without revealing which credential, or that a transaction is valid without revealing its contents.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module establishes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Interaction plus randomness certifies statements with no certificate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graph non-isomorphism is the demonstration.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randomness must be hidden from the prover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where the power comes from.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IP = PSPACE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by arithmetisation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that is the technique that evaded relativisation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07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PCP rewrites NP proofs so three bits suffice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gives hardness of approximation and, eventually, SNARKs.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every NP statement has a zero-knowledge proof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most directly applied result in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This is the module where complexity theory produced deployed technology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worth noting in a course otherwise about what cannot be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interactive proof needs completeness and soundness, and interaction alone adds nothing — it is the randomness the prover cannot anticipate that gives the power.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Graph non-isomorphism has an interactive proof and no known certificate, which is the whole motivation for the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IP = PSPACE by arithmetisation, and that technique is what evaded the relativisation barrier.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Low-degree polynomials are rigid — two distinct ones disagree almost everywhere — which is why random spot-checking catches a lying prover.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PCP says every NP proof can be rewritten so that reading a constant number of bits suffices, via an error-correcting encoding.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Its most useful consequence is hardness of approximation, and its engineering descendants are deployed succinct proof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