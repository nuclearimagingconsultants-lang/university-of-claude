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PP row teaches why the 'bounded away' condition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hardness-to-randomness direction surprises everyone; dwell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Randomised Complexity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Does a coin help?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BPP, RP, co-RP, and ZPP and distinguish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error amplification and why one-sided error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BPP is believed to equal 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derandomisation and its connection to lower bounds.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randomness demonstrably buys.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ways a coin can be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RANDOMISED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error each class permits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Error allowed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Two-sided, bounded away from 1/2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 identity 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One-sided: never wrong on a 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Compositeness — a found factor is certain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co-RP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One-sided: never wrong on a 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Primality by Miller–Rabin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 — but the runtime is random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RP ∩ co-RP. Las Vegas algorithms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Two-sided, any gap from 1/2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 permissive; contains NP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Error amplification is why the constant does not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MAKES BPP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a BPP algorithm k times and take the majority.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error falls exponentially in 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 Chernoff 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error of 1/3 and an error of 2⁻¹⁰⁰ define the same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hundred repetitions converts one into the other, and a hundred is a constant.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definition requires the error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bounded away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from 1/2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if the gap can shrink with n, amplification needs polynomially many repetitions and the argument fails.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PP.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practical reading is that 2⁻¹⁰⁰ is smaller than the probability of a hardware 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BPP algorithm is more reliable than the machine running a deterministic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randomness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genuine successes.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SUCCESSES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randomness demonstrably bought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Primality testing.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Miller–Rabin was the practical algorithm for twenty-five years before AKS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it is still what everyone uses (M02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Polynomial identity testing.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Is this symbolic expression identically zero? In BPP, and not known to be in P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the headline open case.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Volume estimation of convex bodies.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Randomised approximation is possible and deterministic approximation is provably not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a real separation.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Quicksort's pivot, hashing, load balancing, and fingerprinting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where randomness buys simplicity and robustness rather than asymptotic power.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cryptography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needs randomness irreducibly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 deterministic cipher is a lookup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Note the pattern: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randomness most often buys simplicity and adversary-resistance, and only rarely a complexity class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what Part 3 explains.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BPP is believed to equal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derandomisation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BPP = P is the expectation, and the reason is pseudorandomness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SURPRISING BELIEF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pseudorandom generator stretches a short seed into a long string no efficient algorithm can distinguish from random.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such generators exist, a BPP algorithm can be run on pseudorandom bits from every seed, and the majority taken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deterministic and polynomial, since the seeds are short.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strong enough generators follow from circuit lower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some problem in E requires exponential-size circuits, then BPP = 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hardness implies derandomisation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existence of hard problems is what makes randomness unnecessary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most counterintuitive result in the course and is genuinely beautiful.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Hardness gives pseudorandomness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INTUITION: a sequence is random ENOUGH if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efficient observer can tell it from random. That is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COMPUTATIONAL notion, not a statistical one.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take a function f that is HARD to compute. Its output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bits look unpredictable to anything that cannot compute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it. Use f to stretch a seed.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Nisan-Wigderson: if f in E requires circuits of size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2^(eps n), then there is a pseudorandom generator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fooling polynomial-size circuits -- which gives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BPP = 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SHAPE OF THE ARGUMENT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HARD PROBLEMS EXIST  =&gt;  PSEUDORANDOMNESS EXISTS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=&gt;  RANDOMNESS IS REMOVABLE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CONVERSE DIRECTION ALSO HOLDS partially: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derandomising certain problems would imply circuit lower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bounds (Impagliazzo-Kabanets). So the two questions are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tied together.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WHICH MEANS: whether randomness helps is not 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independent question. It is the SAME question as whether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hard problems exist -- and that is Module 09's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Randomness and hardness are two views of one question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 deepest connection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practice, and for the rest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randomised algorithms freely.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2⁻¹⁰⁰ error is below the hardware fault rate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algorithms are usually simpler.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Prefer one-sided error when available.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found factor is a certainty; a Miller–Rabin 'probably prime' is not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the difference matters in a protocol.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distinguish Las Vegas from Monte Carlo.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Random runtime with a certain answer (ZPP) is usually preferable to a certain runtime with a random answer.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Randomness does not escape NP-hardness.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BPP is not believed to contain NP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 coin will not solve your NP-complete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quality of your randomness matters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 weak generator can break the guarantee entirely (CSCE 711).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'Randomness will not help with NP-hardness' is the practical headline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the thing people most often hope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bridge to CSCE 658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GOES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module is the complexity-class view. CSCE 658 is the algorithm-design view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how to build randomised algorithms and analyse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two meet at derandomisation: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658 covers the method of conditional expectations and limited independence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remove randomness from specific algorithms rather than from a class.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'does randomness help?' has a class-level answer (probably not, conditionally) and an algorithm-level answer (frequently, for simplicity).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are both correct and are about different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keeping them apart is the main thing to take from this module into the next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BPP permits two-sided error bounded away from a half; PP permits any gap and is useless, which shows why the bounded condition is essential.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Error amplification makes the constant irrelevant, so an error of a third and an error of 2⁻¹⁰⁰ define the same class.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Randomness most often buys simplicity and adversary-resistance, and only rarely a complexity class.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BPP = P is expected, because pseudorandom generators would derandomise and strong generators follow from circuit lower bounds.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So hardness implies derandomisation — the existence of hard problems is what makes randomness unnecessary.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Randomness does not escape NP-hardness, which is the thing people most often hope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