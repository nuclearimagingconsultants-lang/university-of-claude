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practically useful artefact of the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637 — Complexity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Hardness of Approximation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Exactly how well you can do, proved.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637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gap technique and its connection to PCP.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main inapproximability results.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Unique Games Conjecture and its role.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some problems have tight bounds and others do not.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the approximability picture to choose an approach.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gap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How PCP becomes an inapproximability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gap in the proof system becomes a gap in the optimisation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MECHANISM, IN ONE CALLOUT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PCP says: a false statement's proof fails a random check with constant probability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10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encode an NP problem as 'satisfy as many checks as possible'.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true instance satisfies all of them; a false one satisfies at most a constant fraction.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an approximation algorithm better than that constant could distinguish the two cases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would decide the NP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no such approximation exists unless P = NP.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entire field of inapproximability is that one argument, applied through reductions that preserve the gap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PCP created the field rather than contributing to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approximability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92608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1901952"/>
            <a:ext cx="320040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956816"/>
            <a:ext cx="29809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Best achievable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389120" cy="438912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1696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Hardness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40864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77440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Knapsack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340864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377440"/>
            <a:ext cx="29809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(1+ε), FPTAS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40864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377440"/>
            <a:ext cx="41696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None — as good as it gets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779776"/>
            <a:ext cx="29260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16352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Euclidean TSP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2779776"/>
            <a:ext cx="320040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2816352"/>
            <a:ext cx="29809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(1+ε), PTAS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779776"/>
            <a:ext cx="438912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16352"/>
            <a:ext cx="41696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218688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255264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Metric TSP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3218688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3255264"/>
            <a:ext cx="29809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About 1.5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218688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255264"/>
            <a:ext cx="41696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better than 123/122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657600"/>
            <a:ext cx="29260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694176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MAX-3SAT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3657600"/>
            <a:ext cx="320040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2736" y="3694176"/>
            <a:ext cx="29809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7/8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657600"/>
            <a:ext cx="438912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694176"/>
            <a:ext cx="41696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7/8 is optimal. TIGHT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096512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133088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MAX-CUT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3008" y="4096512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2736" y="4133088"/>
            <a:ext cx="29809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0.878 (SDP)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8" y="4096512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136" y="4133088"/>
            <a:ext cx="41696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0.878 optimal under UGC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535424"/>
            <a:ext cx="29260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572000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Vertex cover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93008" y="4535424"/>
            <a:ext cx="320040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02736" y="4572000"/>
            <a:ext cx="29809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93408" y="4535424"/>
            <a:ext cx="438912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03136" y="4572000"/>
            <a:ext cx="41696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better than 2 under UGC; 1.36 unconditionally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974336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010912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Set cover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93008" y="4974336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02736" y="5010912"/>
            <a:ext cx="29809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ln n (greedy)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93408" y="4974336"/>
            <a:ext cx="43891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03136" y="5010912"/>
            <a:ext cx="41696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ln n is optimal. TIGHT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5413248"/>
            <a:ext cx="292608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5449824"/>
            <a:ext cx="270662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Max clique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93008" y="5413248"/>
            <a:ext cx="320040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2736" y="5449824"/>
            <a:ext cx="2980944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Essentially nothing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93408" y="5413248"/>
            <a:ext cx="4389120" cy="438912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03136" y="5449824"/>
            <a:ext cx="4169663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n^(1−ε). Inapproximable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Unique games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conjecture a great deal depends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Unique Games Conjecture, and why so much rests on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CONDITIONALITY TO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UGC asserts that a particular constraint-satisfaction problem is hard to approximate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from it follow optimal inapproximability results for many problems.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Under UGC, the Goemans–Williamson 0.878 for MAX-CUT is optimal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669 §10 §3)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vertex cover's factor 2 is optimal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both of which look like analysis artifacts and turn out to be boundaries.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more strikingly: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under UGC, a generic semidefinite-programming relaxation gives the optimal ratio for every constraint satisfaction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the algorithm is known and only the analysis is missing.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UGC is unproved and the evidence is mixed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subexponential algorithms for it exist, which is unusual for a hardness assumption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state the conditionality when citing any of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some are tight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others are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determines approximability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Numeric problems with scalable precision get schemes.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Knapsack's FPTAS works by rounding the profits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structure permits trading precision for time.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Geometric problems get schemes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space can be partitioned and the error bounded — Euclidean TSP.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Constraint satisfaction gets constant factors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constant is set by how much a random assignment achieves (7/8 for MAX-3SAT is the random baseline).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Covering problems get logarithms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greedy's harmonic-sum analysis is tight.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problems where the optimum is a tiny structure resist entirely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clique, because missing it slightly gives nothing.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pattern is about what an approximate answer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is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 90%-good knapsack is nearly a knapsack and a 90%-good clique is not nearly a clique.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Using the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practical procedure.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Look up both sides before writing an algorithm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Find the best known approximation ratio and the best known hardness bound.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they coincide, the question is closed and you should implement the known algorithm.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there is a gap, the gap tells you how much improvement is possible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metric TSP's gap between 1.5 and 123/122 is where the research 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if the hardness is 'no constant factor', stop looking for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move to Module 12's parameters or a restricted case.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takes twenty minutes against a reference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it is the same discipline as CSCE 627 §06 §4's prove-impossibility-first, with a quantitative answer instead of a binary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things the picture does not tell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What your instances do.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2-approximation may routinely achieve 1.01 on real data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the guarantee is a worst case (Module 01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 measure the achieved ratio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against a bound, rather than reporting the guarantee.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whether exact is affordable.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 solver may simply solve your instances exactly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04 §4), making the approximation question moot.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Which is the recurring correction: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worst-case theory bounds what can be promised and not what will happen.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So: look up the theory, then measure.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Both, in that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'Look up the theory, then measure' is the whole practical content of this module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skipping either step is the common error.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gap in the proof system becomes a gap in the optimisation problem, and the whole field of inapproximability is that one argument applied through gap-preserving reductions.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MAX-3SAT at 7/8 and set cover at ln n are tight — the achievable ratio and the hardness bound coincide, so the trivial algorithm is optimal.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great deal of optimal inapproximability is conditional on the Unique Games Conjecture, which is unproved and whose evidence is mixed.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Under UGC a generic semidefinite relaxation is optimal for every constraint satisfaction problem, so the algorithm is known and the analysis is missing.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Approximability depends on what an approximate answer is — a 90%-good knapsack is nearly a knapsack and a 90%-good clique is not.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Look up both the achievable ratio and the hardness bound before writing anything, and then measure your instances.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