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directed/undirected gap is a satisfying concrete separation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different resource, with different theorems.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L and NL and explain the input-tape convention.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Savitch's theorem and its consequence.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NL-completeness and log-space reductions.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Immerman–Szelepcsényi and why it is surprising.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parallel connection and 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Logarithmic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the convention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Log space means log </a:t>
            </a:r>
            <a:r>
              <a:rPr sz="2700" b="1" i="1">
                <a:solidFill>
                  <a:srgbClr val="141924"/>
                </a:solidFill>
                <a:latin typeface="Georgia"/>
              </a:rPr>
              <a:t>working</a:t>
            </a:r>
            <a:r>
              <a:rPr sz="2700" b="1" i="0">
                <a:solidFill>
                  <a:srgbClr val="141924"/>
                </a:solidFill>
                <a:latin typeface="Georgia"/>
              </a:rPr>
              <a:t> space, with the input read-only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CONVENTION, AND IT IS NOT ARBITRARY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input occupies n cells, so charging for it would make sublinear space impossible.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the model gives a read-only input tape and charges only for the work tape.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that convention, L is the problems solvable in O(log n) work 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enough for a constant number of pointers into the input, and nothing more.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natural and practically meaningful class: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log-space algorithm is a streaming or pointer-chasing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restriction matches real constraints.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NL is the non-deterministic version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whose canonical problem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s-t connectivity in a directed graph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guess the path one vertex at a time, remembering only where you 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SPACE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fits in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Canonical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O(log n) work space, deterministic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Undirected s-t connectivity (Reingold, 2004)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O(log n), non-deterministic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Directed s-t connectivity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PSPACE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Polynomial space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TQBF (M05 §2)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 ⊆ NL ⊆ 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 known; none known strict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same situation as everywhere else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Savitch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Non-determinism costs little in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Savitch: non-deterministic space is at most squared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THEOREM, AND WHY IT SURPRISES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NSPACE(f) ⊆ SPACE(f²).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PSPACE = NPSPACE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non-determinism buys nothing at polynomial space.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Contrast time, where the best known simulation of non-determinism is exponential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whether it can be polynomial is P versus NP.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proof is a recursive reachability test: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can configuration A reach B in 2ᵏ steps? Try every midpoint, recursing.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Depth k, each level storing one configuration.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space is reusable in a way time is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whole reason: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recursion reuses the same cells at every branch, and you cannot reuse elapsed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Immerman–Szelepcsényi: NL is closed under complement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WHICH IS GENUINELY SURPRISING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NL = co-NL.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directed s-t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non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-connectivity is also in NL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has no obvious certificate.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technique is inductive counting: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count reachable vertices at each distance, non-deterministically and verifiably — and if the count is right, you can certify that a vertex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reachable.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exactly where the space analogue of NP versus co-NP goes the other 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§1):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settled, and settled in the surprising direction.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useful corrective: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analogy between time and space classes fails at the two most interesting points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Savitch and Immerman–Szelepcsényi — so arguing from one to the other is unreliable.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Reductions and completeness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finer notion, for a finer class.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Log-space reductions, because polynomial ones are too coarse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NOTION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Polynomial-time reductions are useless for distinguishing within 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 problem in P reduces to every other in polynomial time, trivially.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reduction must be weaker than the class it studies.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Log-space reductions are the right notion for L, NL, and P-completeness.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compose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requires care: you cannot store the intermediate result, so the composition recomputes it on demand.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proof is not trivial.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P-completeness under log-space reductions is the important application: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P-complete problem is one that probably does not parallelise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Part 4 and is the practically useful 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Parallelism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class that matters for CSCE 735.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NC is the parallel-tractable class, and P-completeness is evidence against parallelising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PAYOFF OF SPACE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NC is the problems solvable in polylogarithmic time with polynomially many processors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'efficiently parallelisable', formalised.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NC ⊆ P, and whether NC = P is open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parallel analogue of P versus NP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believed false for the same kinds of reason.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P-complete problem is one that probably does not parallelise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circuit value, linear programming, and depth-first search ordering are P-complete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all three resist parallelisation in practice.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practically useful content of this module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735):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your problem is P-complete, the difficulty you are having parallelising it is structural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response is a different algorithm rather than more effort.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space complexity gives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Savitch: non-determinism costs at most a square in space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PSPACE = NPSPACE — and the time analogue is open.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Immerman–Szelepcsényi: NL = co-NL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has no time analogue and is surprising.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time/space analogy fails exactly where it would be most useful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arguing across it is unreliable.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Log-space reductions are needed to distinguish inside P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a reduction must be weaker than what it classifies.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P-completeness is a practical warning about parallelisation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one result in this module you will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'Is it P-complete?' is worth asking before investing in parallelising anything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takes an hour against a catalogue.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Log space means log working space with a read-only input tape, which is what makes sublinear space classes possible at all.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Savitch's theorem gives PSPACE = NPSPACE, so non-determinism buys nothing in space — because space is reusable and elapsed time is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Immerman–Szelepcsényi gives NL = co-NL, which is surprising and has no known time analogue.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So the time/space analogy fails at exactly the two most interesting points, which makes arguing across it unreliable.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Log-space reductions are needed to distinguish inside P, because a reduction must be weaker than the class it classifies.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P-completeness is evidence a problem does not parallelise, which is the one result here you will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