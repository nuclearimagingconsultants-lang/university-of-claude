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robustness criterion is what students most often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'which distribution' objection is the real reason worst case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Measuring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complexity class is, and what makes one robust.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machine model matters here and not in CSCE 627.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complexity class and state what makes one natural.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input length is measured in bits.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worst case, average case, and why worst case dominates.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asymptotic analysis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 matters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difference from CSCE 627.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Computability is model-free; complexity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DIVISION BETWEEN THE TWO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627 Module 04 §1 showed every reasonable machine model computes the same functions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computability could be settled without choosing a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models differ in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time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multi-tape machine simulated on one tape costs a quadratic slowdown; random access costs a polynomial one; non-determinism costs exponential.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complexity class is only meaningful if it is robust to those differences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polynomial time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polynomials compose.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entire reason P is the class of interest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'Linear time' is not model-independent and 'polynomial time'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single fact shapes the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survives a change of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Robust?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Yes, entirely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627's whole subject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Polynomials compose, so P is well defined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Model-dependent; not a useful class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Logarithmic 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 care about the input tape (M06)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constants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68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441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is why theory ignores them, and you cannot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 the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bits, and why that is not pedantry.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Input length is bits, which makes some 'polynomial' algorithms exponential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CATCHES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Complexity is measured against the input's length in 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that is what is model-independent (CSCE 627 §01).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algorithm polynomial in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value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a number is exponential in its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number n takes log n bits, so O(n) in the value is O(2^bits).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what pseudo-polynomial means.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Knapsack's dynamic program is O(nW), which is polynomial in W and exponential in W's bit length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knapsack is NP-complete.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same issue is why primality looked hard for so long: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trial division is O(√n), which is exponential in the bit length.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AKS in 2002 gave a genuinely polynomial algorithm.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Which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Worst, average, and why the theory chose worst.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 with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slowest input of each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May never occur. Still the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Average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Expectation over an input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distribution? Rarely justifiable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Smoothed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 case, perturbed slightly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Explains simplex; harder to analyse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Amortised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Average over a sequence of operations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 case per sequence, not per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worst case is sometimes the wrong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STATED NOW, DEVELOPED IN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Simplex has exponential worst case and is excellent in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§03)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smoothed analysis explains it, and the worst case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SAT solvers dispatch million-variable instances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§08)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 a problem that is NP-complete.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quicksort's worst case is quadratic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no practitioner thinks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worst-case complexity is a correct answer to a question that is sometimes not the one you have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12's subject and the honest qualification to attach to everything in Modules 02–11.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asymptotics hide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matters in both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O-notation suppresses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Constants.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O(n) algorithm with a constant of 10⁶ loses to an O(n log n) one at every realistic size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theory cannot see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crossover point.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Asymptotically better means better eventually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'eventually' is sometimes past any input you will meet.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Galactic algorithms.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Matrix multiplication at O(n^2.37) has constants making it slower than O(n³) for any n that fits in the universe.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Memory behaviour.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Cache locality can dominate asymptotics by an order of magnitude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735 §02), and the model does not represent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parallelism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the sequential model does not express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So asymptotic analysis is necessary and not sufficient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tells you which algorithms are worth benchmarking and never which is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OF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02–05: the classes.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P, NP, NP-completeness, and what lies beyond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material everyone has heard of, done properly.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06–09: space, hierarchies, randomness, and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including two theorems about why the central question resists proof.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10–12: interactive proofs, hardness of approximation, and the fine-grained and parameterised views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where the practically useful material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13: what the classification licenses you to conclude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less than the labels suggest.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Computability is model-free and complexity is not, which is why polynomial time rather than linear time is the class of interest — polynomials compose.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Theory studies what is model-independent and engineering lives in what is not, so a complexity result and a benchmark answer different questions.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Input length is measured in bits, which is what makes knapsack's O(nW) algorithm pseudo-polynomial rather than polynomial.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Worst case dominates because it needs no assumptions — an average-case result is only as good as its unjustifiable distribution.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And the worst case is sometimes the wrong question, which simplex and SAT solvers both demonstrate.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Asymptotic analysis is necessary and not sufficient: it says which algorithms are worth benchmarking and never which is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