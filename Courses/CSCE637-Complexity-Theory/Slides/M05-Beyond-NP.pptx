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NP-intersect-co-NP argument is a genuinely useful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assume these separations are known; they are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637 — Complexity Theory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Beyond NP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co-NP, PSPACE, and the hierarchy.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637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co-NP and explain the asymmetry.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Define PSPACE and explain why games live there.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polynomial hierarchy and what it measures.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problems using quantifier alternation.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collapses would mean.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co-NP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asymmetry of certificates.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co-NP is 'short certificates for NO instances'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AND THE ASYMMETRY IS NOT KNOWN TO BE REMOVABLE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NP has short certificates for yes. co-NP has short certificates for no.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formula being satisfiable has a witness; being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un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satisfiable has no obvious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TAUTOLOGY and UNSAT are co-NP-complete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whether NP = co-NP is open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separate open question from P versus NP, though P = NP would imply NP = co-NP.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this is CSCE 627 §04's recognisable/co-recognisable asymmetry with a resource bound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structure, where the complement question was settled and here it is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practical trace is real: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SAT solver emitting an unsatisfiability proof is producing a co-NP certificate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625 §08)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why those proofs can be long, and why the existence of short ones is the NP = co-NP question.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CERTIFICATES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Which direction has the witness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87568" y="1901952"/>
            <a:ext cx="51206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97296" y="19568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certificate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NP-complete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87568" y="2377440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97296" y="2414016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satisfying assignment (yes)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UNSAT, TAUTOLOGY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co-NP-complete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87568" y="2852928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97296" y="2889504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refutation — possibly exponentially long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Primality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 P (and in NP ∩ co-NP)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87568" y="3328416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97296" y="3364992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Pratt certificate; and a factor for composite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Factoring (decision)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NP ∩ co-NP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87568" y="3803904"/>
            <a:ext cx="51206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97296" y="3840480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factorisation, both ways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Graph non-isomorphism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Not known in NP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87568" y="4279392"/>
            <a:ext cx="51206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97296" y="4315968"/>
            <a:ext cx="49011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short certificate known — but see M10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games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PSPACE is polynomial space, and it contains the games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ALTERNATION COSTS MORE THAN CHOICE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PSPACE is the problems decidable with polynomial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space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and unbounded time.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NP ⊆ PSPACE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try every certificate, reusing the space.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TQBF — is a fully quantified Boolean formula true? — is PSPACE-complete.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Alternating quantifiers rather than a single existential.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two-player games are PSPACE-complete: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 have a move such that for all your moves I have a move…' is exactly alternating quantification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625 §05's minimax).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Generalised geography, Go endgames, and Reversi are PSPACE-complete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chess and Go on an n×n board are EXPTIME-complete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harder still, because the game can be exponentially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classes,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L  subset  NL  subset  P  subset  NP  subset  PH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subset  PSPACE  subset  EXPTIME  subset  EXPSPACE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EVERY INCLUSION SHOWN IS KNOWN.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NOT ONE of the inclusions from P to PSPACE is known to be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STRICT. P = PSPACE is not ruled out, though nobody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believes it.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WHAT IS PROVED STRICT: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P != EXPTIME        (time hierarchy, Module 07)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NL != PSPACE        (space hierarchy)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  L != PSPACE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SO THE HIERARCHY THEOREMS GIVE SEPARATIONS ONLY WHEN THE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RESOURCE GAP IS LARGE -- exponential, not polynomial.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And P vs NP is a question about machines with the SAME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resource bound and different determinism, which is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exactly what those theorems cannot address (Module 07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Part 4).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THE PRACTICAL READING: "PSPACE-complete" means harder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than NP-complete in all likelihood, and the solvers are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correspondingly worse. A PSPACE-complete problem is where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you should expect a solver to fail.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Almost nothing is known to be strict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which is the honest state of the landscape and is worth seeing laid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polynomial hierarchy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Quantifier alternation, bounded.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polynomial hierarchy is CSCE 627's arithmetic hierarchy with polynomial witnesses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SAME CONSTRUCTION, BOUNDED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Σ₁ᵖ is NP: ∃ a short witness. Π₁ᵖ is co-NP: ∀ short witnesses.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Σ₂ᵖ is ∃ then ∀, and so 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exactly CSCE 627 §07's hierarchy with the quantifiers restricted to polynomial-length strings.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Natural problems live at level 2: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'is this the minimum-size circuit computing this function?' is ∃ a circuit ∀ inputs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circuit minimisation is harder than SAT.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hierarchy is believed strict and not known to be.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If any two adjacent levels coincide, the whole hierarchy collapses to that level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P = NP would collapse all of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PLACING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Problems above NP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Circuit minimisation.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Σ₂ᵖ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exists a small circuit, for all inputs it agrees.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Succinct set cover, and most 'is this the best X' questions.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Optimality is one quantifier above existence.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Two-player games with polynomially many moves.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PSPACE-complete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TQBF in disguise.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Games of exponential length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(chess, Go generalised).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EXPTIME-complete.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model checking with full temporal logic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sits in PSPACE — which is why it is harder than SAT-based bounded checking (CSCE 627 §08).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'Is this the best?' is systematically one level harder than 'is there a good one?'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the most useful placing heuristic in this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collapses mean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they are believed not to happen.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collapse would be a structural surprise, which is the evidence against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HOW THE FIELD REASONS UNDER UNCERTAINTY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NP = co-NP, then unsatisfiability has short certificates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decades of proof-complexity work suggests it does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polynomial hierarchy collapses, then adding quantifier alternation adds no power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CSCE 627 §07 showed it does add power when unbounded.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arguments are structural: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collapse would make a natural-looking distinction vanish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field treats that as evidence against.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weaker than proof and is what is available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collapse results are used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as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evidence: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'X would collapse the hierarchy' is a standard argument that X is false.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practical content of everything above NP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HONEST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NP-complete: solvers work, sometimes very well.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Try one.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Above NP (Σ₂ᵖ and beyond): expect solvers to struggle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QBF solvers exist and are much weaker than SAT solvers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practical trace of the separation.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PSPACE-complete: a solver will probably not help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engineering response is restriction or approximation.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placing heuristic is quantifier alternation: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count the alternations in the natural statement of your problem, and that is roughly where it sits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same method as CSCE 627 §07 §2.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co-NP has short certificates for no-instances, and whether NP = co-NP is a separate open question — a SAT solver's unsatisfiability proof is a co-NP certificate.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problem in NP ∩ co-NP is unlikely to be NP-complete, which is why factoring's membership there is evidence it is NP-intermediate.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PSPACE contains the two-player games, because alternating quantification is exactly what a game is.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Not one inclusion from P to PSPACE is known to be strict, and the hierarchy theorems only separate exponentially different resource bounds.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polynomial hierarchy is CSCE 627's arithmetic hierarchy with polynomial witnesses, and if any two adjacent levels coincide it all collapses.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'Is this the best?' is systematically one level harder than 'is there a good one?' — the most useful placing heuristic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637 · Complexity Theory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