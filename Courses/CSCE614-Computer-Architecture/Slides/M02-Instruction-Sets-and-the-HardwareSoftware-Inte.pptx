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column is the whole point: it is what lets one ISA survive thirty years of radically different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context matters: CISC made sense when memory was expensive and compilers were poor. Both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Compiler Explorer is the single most useful tool introduced in this course. Get them using it in week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important one: pointer chasing is not more expensive per access, it is less parallel, and that is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Spectre point lands well: the abstraction boundary was always leaky for performance, and it turned out to leak for confidentiality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Instruction Sets and the Hardware/Software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contract between the compiler and the chip.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an ISA specifies and what it deliberately leaves open.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RISC and CISC design philosophies and their modern convergence.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compiler-generated assembly well enough to diagnose performance.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addressing modes and the cost of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ISA is an abstraction boundary, and why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an ISA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contract, deliberately silent about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Specified, and deliberately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The ISA specifies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instructions and what each one does.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Registers: how many, how wide.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Memory addressing modes.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Data types and their representations.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Exception and interrupt behaviour.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Everything software can observe.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The ISA says nothing about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Pipeline depth.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Cache sizes or organisation.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Whether execution is in order.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Branch prediction.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How many instructions issue per cycle.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Everything this course is about.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ISA is why x86 is still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BOUNDARY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1985 program still runs on a 2026 processor, despite the two sharing essentially no implementation.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2026 chip decodes those instructions into internal micro-operations, reorders them, executes them speculatively on a dozen functional units, and retires them in order to maintain the illusion of sequential execution.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ISA is the only thing held constant. Everything beneath it has been free to change completely, and has.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an abstraction boundary doing an enormous amount of economic work — and like all abstraction boundaries, it leaks exactly where performance is concerned.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RISC and CISC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old argument whose resolution is more interesting than either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PHILOSOPHIES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original positions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CISC (x86, VAX)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RISC (ARM, RISC-V, MIPS)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Instructions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Many, complex, variable length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Few, simple, fixed length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Memory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Most instructions may touch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Only load and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 (8 in 32-bit x86)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(32 typical)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Decoding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 — variable length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Easy — fixed width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Rationale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code; compilers were weak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 hardware; pipelines cleanly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the argument actually resolved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INTERESTING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Modern x86 decodes its complex instructions into simple internal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micro-operations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and executes those on a RISC-like core. The CISC instruction set survives as a compatibility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interface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not as an implementation strategy.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Meanwhile ARM and RISC-V have accumulated vector extensions, cryptography instructions, and other complex operations where they pay.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So RISC won the argument about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how to build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a processor, and CISC won the market through compatibility. Both outcomes are real, and the apparent contradiction dissolves once you see the ISA as an interface rather than a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assembly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do not need to write it. You do need to read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READ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compiler is doing more than you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C source:                    int sum(int* a, int n)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                             int s = 0;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                             for (int i = 0; i &lt; n; i++) s += a[i];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                             return s;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                            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x86-64 at -O3, abbreviated: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sum: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test    esi, esi            ; n == 0?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jle     .empty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.vector_loop: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vpaddd  ymm0, ymm0, [rdi+rax*4]      ; EIGHT ints added per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vpaddd  ymm1, ymm1, [rdi+rax*4+32]   ;   instruction, two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add     rax, 16                      ;   accumulators to break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cmp     rax, rdx                     ;   the dependency chain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jb      .vector_loop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...                                  ; horizontal sum, then a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            ; scalar tail for leftovers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compiler vectorised the loop, unrolled it, used two accumulators to break the dependency chain, and generated a scalar tail. None of that is visible in the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WHAT TO LOOK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assembly for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Did it vectorise?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Look for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ymm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/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zmm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registers and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v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-prefixed instructions.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Did it unroll?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Repeated instruction groups per iteration.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loop body tight?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Spills to stack memory mean register pressure.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Are there branches inside?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Could they be made branchless (Module 04)?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there a division?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20–40 cycles; often replaceable.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Function calls in the loop?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Not inlined means the compiler could not see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You are not checking the compiler's work. You are finding out what it could not 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ADDRESSING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Addressing modes and their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add rax, rbx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Immediate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add rax, 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7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Base + displacement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mov rax, [rbp-8]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7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memory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Base + index×scale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mov rax, [rdi+rsi*8]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07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— computed in the AGU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Indirect through pointer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mov rax, [rax]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78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75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Same, but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serialised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pointer chasing is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Address arithmetic is free — dedicated address generation units compute base + index×scale + displacement at no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What is expensive is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dependent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load: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 = p-&gt;next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cannot begin until the previous load has returned. Each access serialises on the one before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array scan issues many independent loads that overlap, so the memory system works on several at once. A linked list issues one at a time and waits ~250 cycles for each.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the two data structures differ by 10–50× despite identical asymptotics — the point CSCE 629 Module 01 could only assert.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ISA as a leaky abstraction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ISA promises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what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instructions do, not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how fast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two programs that are functionally identical can differ by 50× and both be correct ISA-level code.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Performance lives entirely in the part the ISA does not specify.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why you cannot reason about speed from the instruction set alone.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And why the remaining eleven modules exist.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Speculative execution vulnerabilities (Spectre) were this abstraction leaking in a security-relevant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ISA specifies what software can observe and deliberately says nothing about pipeline, caches, or execution order — which is exactly what lets implementations change radically.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RISC won the argument about how to build processors; CISC won the market through compatibility. Modern x86 decodes to RISC-like micro-operations.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Read the generated assembly. The compiler vectorises, unrolls, and breaks dependency chains in ways invisible in the source.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Address arithmetic is free; dependent loads are not. Pointer chasing is slow because it serialises, not because each access costs more.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That serialisation is why arrays beat linked lists by 10–50× at identical asymptotic complexity.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Performance lives entirely in what the ISA does not specify — which is the subject of the rest of this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