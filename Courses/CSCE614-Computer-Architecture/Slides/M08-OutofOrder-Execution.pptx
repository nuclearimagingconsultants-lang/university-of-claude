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OoO as latency hiding, not as reordering for its own sake. That makes every mechanism that follows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payoff: both loads can be in flight simultaneously, which is memory-level parallelism —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In-order retirement is the mechanism that makes the whole thing safe. Without it neither exceptions nor speculation would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ROB-head point is the key one: a miss at the head blocks retirement even though execution continues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completes the array-vs-list story begun in Module 02 and continued in 05. Three modules, one phenomenon, three levels of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IPC is the first number to look at, and it narrows the search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Out-of-Order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Running instructions early while pretending you did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register renaming and why it removes false dependences.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reorder buffer and in-order retirement.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limits instruction-level parallelism.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memory-level parallelism and why it matters more than ILP.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Relate out-of-order behaviour to measured IPC.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stalled instruction should not stop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In-order stalls on the first miss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65785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383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ld   r1, [r2]       ; CACHE MISS -- 250 cycles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r3, r1, r4     ; depends on r1: must wait. Correct.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mul  r5, r6, r7     ; INDEPENDENT -- why should this wait?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sub  r8, r9, r10    ; also independent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In-order: everything behind the load stalls. 250 cycles of nothing.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Out-of-order: mul and sub execute DURING the miss. By the time r1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arrives, a great deal of useful work has already been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2439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processor is not trying to be clever for its own sake. It is trying to find anything at all to do during a 250-cycle wait.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Register renaming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Removing the dependences that were never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False dependences, dissolved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BEFORE renaming -- r1 reused, creating a WAW/WAR tangle: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ld   r1, [r2]       ; writes r1   (slow)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r3, r1, r4     ; reads  r1   -- TRUE dependence (RAW)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ld   r1, [r5]       ; writes r1   -- FALSE (WAW) -- must it wait?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r6, r1, r7     ; reads  r1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AFTER renaming to physical registers p40, p41, ...: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ld   p40, [p12]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p41, p40, p13  ; still waits -- RAW is real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ld   p42, [p14]     ; INDEPENDENT -- different physical register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add  p43, p42, p15  ;   -&gt; can issue immediately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Two independent load chains, discovered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Module 03 called WAR and WAW false dependences. Renaming is what makes that observation operational.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ISA exposes 16 architectural registers. The core has 150–400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physical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ones.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write to an architectural register allocates a fresh physical register.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Reads are redirected to whichever physical register currently holds that architectural value.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WAR and WAW vanish — they were artefacts of name reuse, and names are no longer reused.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RAW remains, because it is a genuine flow of information.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is why Module 03's distinction between true and false dependences mattered.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Keeping the illusion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Execute out of order; appear to execute in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reorder buffer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Instructions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issue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out of order, as soon as their operands are ready.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Instructions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retire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strictly in order, from the reorder buffer.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Retirement is what makes a result architecturally 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gives two things at once: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Precise exceptions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a fault appears to occur exactly where the program says.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Speculation recovery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mispredicted work is discarded before it ever becomes visible.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ROB size (300–500 entries) bounds how far ahead the core can look.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limits how far ahead it can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Runs out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Reorder buffer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~500 entries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long-latency miss blocks the head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Physical registers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~200–400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values live at once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Load/store queue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~70–130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memory ops in flight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Scheduler entries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~100–200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waiting instructions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actually limits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instruction-level parallelism — memory-level parallelism.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MLP matters more than ILP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Instruction-level parallelism is bounded: dependence chains in real code limit practical ILP to roughly 4–6, and wider cores show diminishing returns.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Memory-level parallelism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how many cache misses are outstanding at once — matters far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One miss at a time: 250 cycles each, serialised. Ten misses overlapped: still roughly 250 cycles total.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the real value of out-of-order execution is not executing arithmetic early. It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discovering independent memory accesses and issuing them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this means for your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Independent loads are enormously valuable.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Multiple pointers, multiple arrays, multiple accumulators.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Pointer chasing is the worst case.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Each load depends on the last, so MLP is exactly 1.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linked list cannot overlap any of its misses. This is the deepest reason it loses to an array.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long dependence chain through a miss is fatal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ROB fills and the core stalls.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Hyperthreading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exists to supply independent work when one thread stalls.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READING IPC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Diagnosing from counters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IPC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3–4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Near peak — compute-bound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Reduce work, or vectorise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1–2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7860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833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Moderate stalling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Check dependence chains, branches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0.3–1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860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833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Significant stalls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Check cache misses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&lt; 0.3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860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Severely memory-bound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Layout and access pattern (Mod 06)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Out-of-order execution exists to find work during long memory stalls, not to reorder arithmetic for its own sake.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Register renaming maps 16 architectural registers onto hundreds of physical ones, dissolving the WAR and WAW dependences that were only naming artefacts.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Instructions issue out of order and retire in order. In-order retirement is what gives precise exceptions and safe speculation.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reorder buffer bounds the lookahead window; a miss at its head blocks retirement and eventually stalls everything.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Memory-level parallelism matters more than instruction-level parallelism — overlapping ten misses costs about the same as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Pointer chasing has MLP of exactly 1, which is the deepest reason linked lists lose to arrays.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