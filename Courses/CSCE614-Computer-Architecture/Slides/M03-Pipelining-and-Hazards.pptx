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pipelines are 14-20 stages, but the five-stage model exposes every concept and nothing extra.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in the next ten modules is an elaboration of one of these three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load-use hazard is the one that survives into modern machines, and the reason instruction scheduling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WAR/WAW as naming artefacts makes register renaming feel inevitable rather than clever.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comparison is the justification for spending Modules 5-7 on memory and only one module on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614 —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Pipelining and Hazards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Overlapping instructions, and the three things that stop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614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classic five-stage pipeline and why pipelining raises throughput, not latency.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structural, data, and control hazards.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forwarding and when it is insufficient.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deeper pipelines increase misprediction cost.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Relate pipeline behaviour to measurable CPI.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assembly line for instructions.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classic five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Needs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IF — fetch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Read the instruction from memory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Instruction cache, PC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ID — decode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Decode it; read registers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Register file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 — execute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Do the arithmetic; compute addresses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MEM — memory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Load or store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Data cache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WB — write back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Write the result to a register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Register 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Throughput, not latency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Pipelining does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make any single instruction faster. An instruction still traverses all five stages.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makes the processor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finish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one instruction per cycle instead of one every five, by overlapping five instructions in different stages.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Ideal speedup is the number of stages. In practice it is less, because of hazards — and because the pipeline registers between stages add real delay.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the same throughput-versus-latency distinction as the graphics pipeline in CSCE 641, and for the same reason.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hazards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Everything that prevents the next instruction starting on schedule.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HAZARDS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Hazard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Structural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Two instructions need the same hardware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Duplicate it, or stall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 instruction needs a result not yet produced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Forwarding; stall if still too early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Control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next address is not yet known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Predict and speculate (Module 04)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DATA HAZARD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Forwarding: the result before it is written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add  r1, r2, r3     ; r1 is produced in EX, written in WB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sub  r4, r1, r5     ; needs r1 in its OWN EX -- one cycle later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Without forwarding: sub must wait until add reaches WB -&gt; 3 stalls.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With forwarding: the ALU output of `add` is routed directly to the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ALU input of `sub`. Zero stalls.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BUT: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ld   r1, 0(r2)      ; r1 available only after MEM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add  r4, r1, r5     ; needs r1 in EX -- which is EARLIER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-&gt; the value does not exist yet. Forwarding cannot help.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-&gt; one unavoidable stall: the LOAD-USE HAZARD.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Forwarding removes most data hazards. The load-use case is the one it cannot, which is why compilers schedule an independent instruction into that slot.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DATA HAZARDS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kinds of dependence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RAW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(read after write) — a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true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dependence. Real information flow; cannot be removed.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WAR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(write after read) and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WAW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(write after write) —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false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dependences.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They exist only because two instructions happened to use the same register name.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Removed by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register renaming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Module 08.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Only RAW is fundamental. The other two are artefacts of having finitely many architectural register names.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Control hazards are the expensive 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After a branch, the processor does not know which instruction to fetch next until the branch resolves in EX.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Stalling until then wastes several cycles on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single branch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roughly one instruction in five is a branch.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That is intolerable, so processors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guess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execute speculatively. When the guess is right, nothing is lost; when wrong, the speculated work is discarded.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entire mechanism of Module 04 exists because of this one hazard.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Depth and its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pipelines got deeper, and why that stopped.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Deeper pipelines: the trade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Less work per stage → shorter cycle → higher clock frequency.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But: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misprediction penalty is proportional to depth.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5 stages → ~3 cycles wasted. 20 stages → ~15–20.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Pentium 4 pushed to 31 stages chasing clock speed.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High frequency, poor performance per cycle, and enormous power. The design was abandoned.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Modern cores settle around 14–20 stages — the balance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An instructive case of a metric (clock speed) being optimised at the expense of the thing it was a proxy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hazards do to CPI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CPI  =  1  +  stalls per instruction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Ideal pipelined CPI is 1. Everything above that is a hazard.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branch stalls  =  frequency × misprediction rate × penalty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20% branches × 5% mispredicted × 15 cycles = 0.15 CPI.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memory stalls  =  miss rate × miss penalty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2% miss × 250 cycles =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5.0 CPI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. Memory dominates everything.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Compare the last two lines. A 2% cache miss rate costs more than thirty times what a 5% branch misprediction rate does.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this means for your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Dependency chains limit speed.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chain of dependent operations runs at one per latency, not one per cycle.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Use multiple accumulators to break chains — as the compiler did in Module 02.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Loads early.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Issue a load several instructions before the value is needed.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Branches cost, but memory costs more.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Check IPC and cache misses before restructuring control flow.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Compilers schedule for this automatically. Your job is to not block them — usually by avoiding aliasing and keeping loops simple.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Pipelining raises throughput, not latency: an instruction still takes five stages, but one completes per cycle.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Three hazards: structural (resource conflict), data (value not ready), control (next address unknown).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Forwarding removes most data hazards. The load-use hazard survives, which is why instruction scheduling matters.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Only RAW is a true dependence. WAR and WAW are artefacts of register naming, removed by renaming in Module 08.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Misprediction penalty scales with pipeline depth, which is why the 31-stage Pentium 4 failed and modern cores sit at 14–20.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2% cache miss rate costs ~5.0 CPI; a 5% branch miss rate costs ~0.15. Memory dominates.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