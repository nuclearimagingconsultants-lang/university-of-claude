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noting that AVX-512 often downclocks the core, so 16-wide is not always 2x the 8-wide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SVE's width-agnostic model is the interesting design: the same binary adapts to whatever width the hardware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Aliasing is by far the most common, and `restrict` is by far the cheapest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'promise' framing — restrict is unchecked and violating it is undefined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independent reasons converging on the same layout decision is worth pointing out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SIMD and Data-Level Parallelism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instruction, many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SIMD execution and its register widths.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loops that can and cannot vectorise.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why a compiler failed to auto-vectorise.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intrinsics when auto-vectorisation is insufficient.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SoA layout is a precondition for good vectorisation.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Amortise instruction overhead across many data elements.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Width is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Scalar: one add per instruction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 = 0; i &lt; N; i++) c[i] = a[i] + b[i];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SSE   (128-bit):  4 floats per instruction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AVX2  (256-bit):  8 floats per instruction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AVX-512 (512-bit): 16 floats per instruction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__m256 va = _mm256_load_ps(&amp;a[i]);     // 8 floats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__m256 vb = _mm256_load_ps(&amp;b[i]);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__m256 vc = _mm256_add_ps(va, vb);     // 8 additions, ONE instruction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_mm256_store_ps(&amp;c[i], vc);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Same execution unit count, eight times the arithmetic. The instruction fetch, decode, and loop overhead are amortised across all eight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WIDTHS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instruction set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Width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Floats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SSE / SSE2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128-bit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Baseline on all x86-64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AVX / AVX2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256-bit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practical default 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AVX-512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512-bit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Server; may reduce clock frequency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NEON (ARM)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98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128-bit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1441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Baseline on all ARM64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SVE (ARM)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01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98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468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1441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9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08975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Width-agnostic code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blocks vectorisation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compiler will do this for you — if you let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your loop did not vectorise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Blocker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Pointer aliasing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Compiler cannot prove a and b are disjoint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restrict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or copy locally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Loop-carried dependence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Iteration i needs iteration i−1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Restructure, or accept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FP reduction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Reassociation changes the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-ffast-math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knowingly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Branches in the body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Divergent control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Masking, or branchless arithmetic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Non-unit stride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Gathers are slow or unavailable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Change the layout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(Module 06)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Function calls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Cannot vectorise an opaque 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Inline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ALIASING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most common blocker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add(float* c, float* a, float* b, int n)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i = 0; i &lt; n; i++) c[i] = a[i] + b[i];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Will NOT vectorise. The compiler must assume c may overlap a or b,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in which case processing 8 at once would change the result.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add(float* restrict c, float* restrict a,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float* restrict b, int n)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i = 0; i &lt; n; i++) c[i] = a[i] + b[i];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`restrict` promises no overlap. Vectorises immediately.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NOTE: it is a PROMISE. Break it and you get silent corruption.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keyword, frequently an 8× difference. C++ has no standard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restrict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but every major compiler offers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__restrict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Floating-point reductions and why they resist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Vectorising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sum += a[i]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requires splitting the sum into 8 partial sums and combining at the end — which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reassociates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additions.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Floating-point addition is not associative: (a+b)+c ≠ a+(b+c) in general. So the vectorised result differs, usually in the last bits.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compiler will not do this without permission, because silently changing numerical results is not its decision to make.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-ffast-math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grants permission globally and enables much else besides;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#pragma omp simd reduction(+:sum)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grants it for one loop. Prefer the narrow version — and know that the vectorised sum is usually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accurate, since partial sums stay smaller.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Layout and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Vectorisation is mostly a data layout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SoA is a precondition, not an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42316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AoS: x values are 32 bytes apart. A vector load needs a GATHER,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which is slow, or 8 separate loads plus shuffles.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P { float x,y,z, vx,vy,vz; int id; float m; 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 p[N];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(i...) p[i].x += p[i].vx * dt;        // poor vectorisation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SoA: x values are contiguous. One aligned 256-bit load gets 8.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Ps { float x[N], ..., vx[N], ...; 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(i...) P.x[i] += P.vx[i] * dt;        // vectorises perfectly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8970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Module 06 argued for SoA on cache grounds. Vectorisation is the second, independent argument, and often the larger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approach vectorisation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Check whether it already vectorised.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Compiler reports (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-fopt-info-vec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) or read the assembly.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If not, find out why.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compiler will usually tell you with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-fopt-info-vec-missed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Remove the blocker.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restrict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inlining, layout change, pragma.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Only then consider intrinsics.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are unportable, verbose, and hard to maintain.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Measure.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 loop is memory-bound, vectorising the arithmetic changes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Point 5 is the one people skip. 8× the arithmetic on a bandwidth-limited loop is 0× the speedup.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Vectorising a memory-bound loop does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DISAPPOINTMENT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SIMD multiplies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arithmetic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throughput. If the loop is waiting on memory, there was never an arithmetic shortage.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first: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compute the arithmetic intensity — operations per byte loaded. Below roughly 1 flop/byte you are almost certainly bandwidth-bound and SIMD will not help.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Module 06 comes before Module 09. Fix the memory behaviour, then vectorise what remains.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exception: SIMD loads also move more bytes per instruction, so there is sometimes a modest benefit even when bandwidth-bound. Modest, not 8×.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SIMD and the courses around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Connection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CSCE 641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Shaders are SIMD. A GPU warp is 32-wide SIMD with a nicer programming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CSCE 735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SIMD is the finest-grained level of the parallelism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Module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GPUs take this idea much further — next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Module 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SoA layout is required for both cache and vector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SIMD amortises instruction overhead across 4, 8, or 16 elements. AVX2 at 256 bits is the practical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Pointer aliasing is the most common vectorisation blocker, and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restrict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is an unchecked promise that fixes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Floating-point reductions resist vectorisation because reassociation changes results. Grant permission per loop, not globally.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Struct-of-arrays is a precondition for good vectorisation, not merely a cache optimisation — two independent arguments, same conclusion.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Let the compiler vectorise; reach for intrinsics only after removing blockers and measuring.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Vectorising a memory-bound loop achieves nothing. Check arithmetic intensity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