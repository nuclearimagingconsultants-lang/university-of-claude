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prediction as a precondition rather than a refinement is the right emphasis.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jump from bimodal to two-level is the conceptual one: correlation between branches is real and exploitable.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correlation insight (Yeh &amp; Patt) is one of the genuinely clever ideas in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student should run this. It makes branch prediction real in a way no diagram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trade is the point: branchless is not strictly better, it is a different risk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614 — Computer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Branch Prediction and Speculation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Guessing the future, and the cost of being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614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branch prediction is necessary rather than merely helpful.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static, bimodal, two-level, and modern predictors.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Measure the misprediction penalty on your own machine.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branchless code and judge when it is worth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speculative execution and its security consequences.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guess at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arithmetic makes stalling impossible.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ARITHMETIC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you cannot simply stall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~20% of instructions are branches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One in five. Conditionals, loops, calls, returns.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pipeline depth ~15–20 stages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branch resolves well after it was fetched.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stalling every branch  ⇒  CPI ≈ 1 + 0.2×15 =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fourfold slowdown. Completely unacceptable.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the processor guesses, and executes speculatively. Prediction is not an optimisation — deep pipelines are impossible without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SPECULATION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speculative execution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Predict the branch outcome; fetch and execute down the predicted path immediately.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Results are held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provisionally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not committed to architectural state.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Right: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commit everything. Nothing was lost.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Wrong: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discard the speculated work and restart from the correct address.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Cost is the pipeline depth — everything in flight is thrown away.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At 95% accuracy this is overwhelmingly profitable.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How prediction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From one bit to neural-inspired, in four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PREDICTORS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Predictor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47888" y="1901952"/>
            <a:ext cx="33832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5" y="1956816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Always taken; or backward-taken, forward-not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2377440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5" y="2414016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~60–70%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1-bit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Remember the last outcome for this branch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47888" y="2852928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5" y="2889504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~80%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2-bit bimodal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Saturating counter — needs two misses to flip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3328416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3364992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~85–90%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Two-level / gshare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Index by branch address XOR global history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47888" y="3803904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57615" y="3840480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~93–96%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TAGE / perceptron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Many history lengths, tagged, combined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47888" y="4279392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7615" y="4315968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~98–99%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two bits rather than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KEY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A 1-bit predictor mispredicts </a:t>
            </a:r>
            <a:r>
              <a:rPr sz="1900" b="1" i="0">
                <a:solidFill>
                  <a:srgbClr val="141924"/>
                </a:solidFill>
                <a:latin typeface="Georgia"/>
              </a:rPr>
              <a:t>twice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per loop: once on the final iteration (predicts taken, loop exits) and once on the first iteration of the next execution (now predicts not-taken).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A 2-bit saturating counter requires two consecutive wrong outcomes before changing its prediction. A single anomalous outcome — like a loop exit — does not flip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For a loop of n iterations, mispredictions drop from 2 per execution to 1. One extra bit of state, and roughly half the misses removed. The hysteresis is the whole idea.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global history helps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Branches are not independent. Later ones often depend on earlier ones.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if (x &gt; 0) ... ; if (x &gt; 10) ...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The second is highly predictable </a:t>
            </a:r>
            <a:r>
              <a:rPr sz="1600" b="0" i="1">
                <a:solidFill>
                  <a:srgbClr val="798290"/>
                </a:solidFill>
                <a:latin typeface="Calibri"/>
              </a:rPr>
              <a:t>given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the first.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two-level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predictor indexes its table by branch address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combined with recent global outcomes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So the same branch gets different predictions in different contexts.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gshare: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index = PC XOR global history register. Simple, and a large accuracy 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ALSO PREDICTED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Direction is not the only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Direction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taken or not. The main predictor.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Target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where to, for indirect branches. The Branch Target Buffer caches recent targets.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Virtual calls and switch statements are indirect, and harder.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Returns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Return Address Stack, pushed on call and popped on return.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Almost perfectly accurate, since calls and returns nest.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Deep recursion can overflow the RAS, and accuracy collapses.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Virtual dispatch costs most when the target varies unpredictably — which is exactly when polymorphism is most useful.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Measuring and avoiding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you can do about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classic experiment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Fill an array with random values, then branch on them.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for (i = 0; i &lt; N; i++) a[i] = rand() % 256;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uint64_t sum = 0;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for (rep = 0; rep &lt; 1000; rep++)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for (i = 0; i &lt; N; i++)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if (a[i] &gt;= 128) sum += a[i];     // ~50% taken, UNPREDICTABLE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Now SORT the array and run the identical loop again.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sort(a, N);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Same instruction count. Same memory access pattern.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Typically 3-6x FASTER -- the branch is now almost always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correctly predicted.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Identical work, identical data, identical memory traffic. The only difference is predictability. This is the single most convincing demonstration in the course.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Branchless: pay always, never mispredict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242316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Branchy: 0 or ~15 cycles, depending on prediction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if (a[i] &gt;= 128) sum += a[i];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Branchless: always ~1-2 cycles, never mispredicts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sum += a[i] * (a[i] &gt;= 128);          // multiply by 0 or 1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Or with a conditional move (often emitted automatically):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int t = (a[i] &gt;= 128) ? a[i] : 0;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sum += 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8970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Worth it when the branch is unpredictable. A 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loss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when the branch predicts well, because you pay the work on every iteration instead of almost never.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JUDGEMENT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to go branchless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Situation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87568" y="1901952"/>
            <a:ext cx="5943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7296" y="1956816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Branch is data-dependent and ~50/50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87568" y="2377440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6" y="2414016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the big win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Branch is almost always one 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87568" y="2852928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7296" y="2889504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prediction is already free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Both sides are cheap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87568" y="3328416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97296" y="3364992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Probably 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side is expensive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87568" y="3803904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97296" y="3840480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— you would always pay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Inside a hot inner loop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87568" y="4279392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97296" y="4315968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Measure. Do not guess.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Spectre: speculation leaks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Mis-speculated instructions are discarded architecturally — but they ran, and they left data in the cache.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 attacker can induce speculation past a bounds check, cause a secret-dependent memory access, and then recover the secret by timing cache accesses. The architectural state was never wrong; the microarchitectural state carried the information out.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ISA guaranteed no architectural effect, and that guarantee held. It said nothing about timing, and timing was enough.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Mitigations cost real performance. This is the Module 02 abstraction leak, in a form nobody designed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With 20% branches and a 15-stage pipeline, stalling on every branch gives CPI 4. Prediction is a precondition for deep pipelines, not an optimisation.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2-bit saturating counter needs two consecutive misses to change its mind, which halves loop mispredictions compared with 1 bit.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Branches correlate. Two-level predictors index by address combined with global history, reaching 95%+; TAGE reaches 98–99%.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Direction, target, and return address are predicted by separate mechanisms. Indirect calls are the hard case.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Sorting an array makes an identical loop 3–6× faster purely by making one branch predictable.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Branchless code is worth it only when the branch is genuinely unpredictable and both sides are cheap. Otherwise it is a loss.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