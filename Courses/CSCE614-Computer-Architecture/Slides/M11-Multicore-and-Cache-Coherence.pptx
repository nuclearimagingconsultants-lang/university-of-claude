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conflate coherence and consistency constantly. Distinguish them early and repeat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 state is the useful optimisation: a write to an E line needs no bus traffic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local-accumulation pattern generalises: minimise writes to any line another core touches.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scaling point matters: adding cores to a contended-atomic workload makes it slower, not faster.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First-touch is the practical consequence and the usual bug: serial initialisation puts everything on one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614 — Computer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Multicore and Cache Coherence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Many caches, one memory, and the protocol that reconciles them.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614 · Module 11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coherence is needed and what it guarantees.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Describe the MESI protocol states and transitions.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false sharing and detect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atomic operations cost what they do.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NUMA and its implications for data placement.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Private caches plus shared memory equals disagreement.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Two cores, two answers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127248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2852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Initially x = 0 in memory.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Core 0                      Core 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load x    -&gt; cache has 0    load x    -&gt; cache has 0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x = 1     -&gt; cache has 1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                             load x    -&gt; still reads 0 from ITS cache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Core 1 is reading stale data. Without a protocol, nothing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prevents this -- each core's cache is private and neither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knows the other exists.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COHERENCE: a read must return the most recent write.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193792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Coherence is about a 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single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location seen consistently. Consistency — the ordering of operations across several locations — is a separate and harder problem (Module 12).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MESI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states per cache line, and a protocol to move between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states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1945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7121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60196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Other caches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62288" y="1901952"/>
            <a:ext cx="24688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72015" y="19568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377440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" y="2414016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odified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6148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7121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 have it and have changed 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0196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None have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162288" y="2377440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2015" y="2414016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Stale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2852928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" y="2889504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xclusive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6148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7121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 have it, unchanged, alone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0196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None have 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62288" y="2852928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72015" y="2889504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Current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28416"/>
            <a:ext cx="21945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364992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hared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6148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7121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 have it, read-only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0196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1169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Others may have it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62288" y="3328416"/>
            <a:ext cx="24688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272015" y="3364992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Current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3803904"/>
            <a:ext cx="21945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" y="3840480"/>
            <a:ext cx="19751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</a:t>
            </a:r>
            <a:r>
              <a:rPr sz="1150" b="0" i="0">
                <a:solidFill>
                  <a:srgbClr val="3C4555"/>
                </a:solidFill>
                <a:latin typeface="Calibri"/>
              </a:rPr>
              <a:t>nvalid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6148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7121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 do not have it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60196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1169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162288" y="3803904"/>
            <a:ext cx="24688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72015" y="3840480"/>
            <a:ext cx="22494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MESI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How it behaves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Read miss: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fetch the line. If nobody else has it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; if others do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everyone.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to 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broadcast an invalidate; all other copies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; mine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Write to 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silently →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 No traffic at all.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This is why E exists — private data is written without any bus transaction.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Another core reads my M line: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 supply it and drop to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Enforced by snooping on a bus, or by a directory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False sharing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common and most invisible parallel performance bug.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Coherence operates on lines, not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BUG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Two threads write to two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different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variables that happen to occupy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same 64-byte cache line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Logically there is no sharing. The hardware cannot tell: it tracks lines, not variables. Every write invalidates the other core's copy.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The line ping-pongs between cores on every write. Each access becomes a coherence miss costing hundreds of cycles.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parallel program can be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slower than the serial version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with perfect logical independence. Nothing in the source suggests a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FALSE SHARING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bug and the 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361943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087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BAD: counters[0..7] share one or two cache lines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long counters[8];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thread i:  counters[i]++;        &lt;- ping-pongs constantly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GOOD: pad each to its own line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struct alignas(64) Counter { long v; char pad[56]; };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Counter counters[8];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thread i:  counters[i].v++;      &lt;- no sharing at all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// BETTER: accumulate locally, combine at the end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long local = 0;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for (...) local++;                  // in a register</a:t>
            </a:r>
          </a:p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E4E8EF"/>
                </a:solidFill>
                <a:latin typeface="Consolas"/>
              </a:rPr>
              <a:t>counters[tid].v = local;            // ONE write at the 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428487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third version is usually best: it avoids both false sharing and the coherence traffic of frequent writes to shared 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Atomics and NUMA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synchronisation costs, and where memory actually lives.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ATOMICS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atomic operations are expensive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An atomic read-modify-write must obtain the line in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state exclusively.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Under contention, that line moves between cores constantly.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Uncontended atomic: ~20 cycles.</a:t>
            </a:r>
          </a:p>
          <a:p>
            <a:pPr algn="l" lvl="1">
              <a:lnSpc>
                <a:spcPct val="122000"/>
              </a:lnSpc>
              <a:spcAft>
                <a:spcPts val="500"/>
              </a:spcAft>
            </a:pPr>
            <a:r>
              <a:rPr sz="1600" b="0" i="0">
                <a:solidFill>
                  <a:srgbClr val="798290"/>
                </a:solidFill>
                <a:latin typeface="Calibri"/>
              </a:rPr>
              <a:t>–  Contended atomic: 100–500+ cycles, and worse with more cores.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Atomics do not scale.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single contended counter is a bottleneck at any core count.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Fix: per-thread counters combined at the end — the same pattern as the false-sharing fix.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NUMA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Not all memory is equally far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8" name="Rectangle 7"/>
          <p:cNvSpPr/>
          <p:nvPr/>
        </p:nvSpPr>
        <p:spPr>
          <a:xfrm>
            <a:off x="4773168" y="1901952"/>
            <a:ext cx="32918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82896" y="19568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5008" y="1901952"/>
            <a:ext cx="35661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74736" y="19568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Bandwidth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Local socket memory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73168" y="2377440"/>
            <a:ext cx="32918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82896" y="2414016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~90 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65008" y="2377440"/>
            <a:ext cx="35661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6" y="2414016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Full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Remote socket memory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73168" y="2852928"/>
            <a:ext cx="32918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82896" y="2889504"/>
            <a:ext cx="30723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~140 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65008" y="2852928"/>
            <a:ext cx="35661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4736" y="2889504"/>
            <a:ext cx="33467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Reduced — crosses the interconnect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Writing scalable parallel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Minimise sharing.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Per-thread data combined at the end beats shared data protected by locks.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Pad shared structures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to 64-byte boundaries.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Avoid contended atomics.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Accumulate locally; combine once.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Initialise in parallel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so NUMA first-touch distributes pages.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Pin threads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when it matters, so the OS does not migrate them away from their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Diagnose with cache-coherence counters, not with guesswork.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798290"/>
                </a:solidFill>
                <a:latin typeface="Calibri"/>
              </a:rPr>
              <a:t>A parallel speedup well below the core count almost always means sharing, not insufficient parallelism.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Coherence guarantees a read returns the most recent write to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one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 location. Consistency — ordering across locations — is Module 12.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MESI tracks four states per line. The Exclusive state exists so writes to private data generate no bus traffic.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False sharing: two threads writing different variables in the same 64-byte line. Logically independent, physically contended, invisible in source.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A contended atomic costs 100–500+ cycles and gets worse with more cores. Atomics do not scale.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The fix for both is the same: accumulate per-thread, combine once.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NUMA pages land near the core that first touches them, so parallel initialisation matters as much as parallel computation.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614 · Computer Architecture  —  Module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