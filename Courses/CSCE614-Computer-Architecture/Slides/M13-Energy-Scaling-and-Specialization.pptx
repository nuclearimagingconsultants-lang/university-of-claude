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conflate Moore's law ending with Dennard scaling ending. The distinction is the whole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Multicore was the first and bluntest response, and it transferred the burden to software. That transfer is why CSCE 735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energy breakdown is the explanation people usually lack. Instruction overhead dominating arithmetic is the key 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RT cores row connects directly to CSCE 647: hardware acceleration changed what is feasible in real-time rendering.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is the course's deliverable. Students should be able to work down it without prompting.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614 — Computer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Energy, Scaling, and Specialization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Why the free lunch ended, and what replaced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614 · Module 13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Dennard scaling and why its end changed everything.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dark silicon and the shift to multicore.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specialised hardware is more efficient.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Describe the current landscape of accelerators.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Build a working cost model of a modern machine.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free lunch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Thirty years of programs getting faster without being changed.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DENNARD SCALING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it worked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P  =  C · V² · 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Dynamic power: capacitance, voltage squared, frequency.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shrink by k:  C ↓ k,  V ↓ k,  f ↑ 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Dennard's observation: smaller transistors run at lower voltage.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power density stays constant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More transistors, faster, </a:t>
            </a:r>
            <a:r>
              <a:rPr sz="1250" b="1" i="1">
                <a:solidFill>
                  <a:srgbClr val="798290"/>
                </a:solidFill>
                <a:latin typeface="Calibri"/>
              </a:rPr>
              <a:t>same power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. For thirty years.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Moore's law gave more transistors; Dennard scaling let you use them for free. The second one is what actually ended.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Dennard scaling ended around 2005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TURNING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Voltage stopped scaling, because leakage current rises sharply as threshold voltage falls — a transistor that does not switch off cleanly wastes power continuously.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With V fixed, shrinking transistors raises power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density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 Clock frequency became limited by heat rather than by switching speed.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Clock speeds flattened at 3–4 GHz, where they remain twenty years later.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Moore's law continued for some time — transistors kept getting smaller. What ended was the ability to use them all at full speed. That is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dark silicon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a chip with more transistors than it can power simultaneously.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responses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strategies, in historical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the industry adapted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Response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Idea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Cost to you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Multicore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Many simpler cores instead of one fast 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You must parallelise.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Amdahl applies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Heterogeneity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Big cores + little cores on one die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Scheduling complexity; variable performance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Specialisation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Fixed-function units for specific work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Only helps if your work matches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burden moved to software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CONSEQUENCE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Before 2005, a program got faster every year by doing nothing. Clock speeds rose and single-thread performance rose with them.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After 2005, performance came from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more cores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benefit only programs written to use them.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Single-thread performance has improved maybe 2–3× in twenty years, from microarchitecture rather than frequency.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This is why parallel programming stopped being specialised and became general. It is also why Amdahl's law from Module 01 is a practical constraint rather than a theoretical curiosity.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Specialisation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fixed-function hardware wins by orders of magnitude.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a general-purpose core spends its energy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 32-bit integer add costs well under 1 pJ.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Fetching, decoding, renaming, scheduling, and retiring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instruction that performs it costs far more.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In a general-purpose core, the arithmetic is a small fraction of the energy.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Fixed-function hardware removes the overhead entirely: no fetch, no decode, no scheduling, data flowing through dedicated logic.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 result is routinely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10–1000×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better energy efficiency for the task it was built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ACCELERATORS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current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Accelerator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 it wins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GPU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Data-parallel throughput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Area spent on ALUs, not control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Video codec block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H.264/H.265/AV1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Fixed function; ~100× efficiency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Tensor/matrix units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Matrix multiply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Systolic dataflow; minimal data movement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Ray tracing units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BVH traversal, intersection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0608" y="3803904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3840480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Fixed-function traversal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DSP / NPU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012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985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Signal processing, inference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50608" y="4279392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4315968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Specialised datapaths, low precision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Specialisation has a cost too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Fixed-function hardware does one thing. If the algorithm changes, the silicon is wasted — and silicon takes years to design and fabricate.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video block that decodes H.265 is useless for AV1. Tensor units tuned for one numeric format are poor for another.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So specialisation is a bet that the workload is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stable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 It has paid off for video, graphics, and dense linear algebra, all of which have been stable for a decade or more.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It is a worse bet for anything still changing rapidly — which is why programmable GPUs beat fixed-function graphics pipelines in the first place.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 cost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this course was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questions to ask about any slow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4389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956048" y="1901952"/>
            <a:ext cx="3291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65776" y="19568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47888" y="1901952"/>
            <a:ext cx="33832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7615" y="1956816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Module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Am I compute- or memory-bound?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56048" y="2377440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65776" y="24140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IPC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47888" y="2377440"/>
            <a:ext cx="3383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5" y="2414016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01, 08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Am I missing in cache?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56048" y="2852928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65776" y="2889504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Miss rates by level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47888" y="2852928"/>
            <a:ext cx="33832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7615" y="2889504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05, 06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Am I missing in the TLB?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56048" y="3328416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65776" y="3364992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dTLB misses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47888" y="3328416"/>
            <a:ext cx="3383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7615" y="3364992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07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Am I mispredicting branches?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56048" y="3803904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65776" y="3840480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branch-miss rate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47888" y="3803904"/>
            <a:ext cx="33832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57615" y="3840480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04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Am I vectorised?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56048" y="4279392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65776" y="4315968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Assembly, vec reports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47888" y="4279392"/>
            <a:ext cx="3383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57615" y="4315968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09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Am I sharing between cores?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56048" y="4754879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65776" y="4791455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perf c2c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47888" y="4754879"/>
            <a:ext cx="33832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57615" y="4791455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11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5230367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" y="5266943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Would this suit a GPU?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56048" y="5230367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65776" y="5266943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Arithmetic intensity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47888" y="5230367"/>
            <a:ext cx="3383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57615" y="5266943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13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should now believe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Memory dominates.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2% miss rate costs more than a 5% branch misprediction rate by a factor of ten.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Latency is hidden, not removed.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Caches, prefetching, out-of-order, and multithreading are all latency hiding.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Parallelism is everywhere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lanes, pipelines, cores, devices — and each level has a different cost.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Layout decides performance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more often than algorithms do, once the algorithm is reasonable.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Measure.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Every claim in this course is checkable on your own machine in an afternoon.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course leaves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You can predict, roughly, what will make a loop slow — before running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You can diagnose a slow program from counters rather than guesswork.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You know why CSCE 629's model is wrong, and by how much.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CSCE 641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is where cache behaviour becomes frame time.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CSCE 735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takes the parallelism hierarchy seriously.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CSCE 611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explains the operating system on top of this hardware.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Dennard scaling — not Moore's law — is what ended around 2005, when voltage stopped scaling because of leakage.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Dark silicon: a chip can contain more transistors than it can power at once. Clock speeds have been flat at 3–4 GHz for twenty years.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response was multicore, which transferred the performance burden to software and made Amdahl's law a practical constraint.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In a general-purpose core, instruction overhead dominates the arithmetic energy. Fixed-function hardware removes it, winning 10–1000×.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Specialisation bets that the workload is stable. It has paid for video, graphics, and dense linear algebra.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deliverable of this course is a diagnostic checklist: IPC, cache misses, TLB, branches, vectorisation, sharing.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