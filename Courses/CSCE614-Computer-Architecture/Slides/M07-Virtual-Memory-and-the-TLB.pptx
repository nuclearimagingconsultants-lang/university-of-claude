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'dependent' — the walk cannot be parallelised, exactly as in Module 02's pointer chasing.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TLB reach being smaller than L3 is the surprising fact. Students assume the TLB covers whatever the cache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Transparent huge pages are on by default on many Linux systems and are a known cause of latency spikes in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Minor faults are routine and cheap: first touch of freshly allocated memory, copy-on-write after fork.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Virtual Memory and the TLB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indirection under every memory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address translation and multi-level page tables.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TLB and why it is on the critical path.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Quantify TLB reach and recognise when it is exceeded.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huge pages and when they help.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page faults, swapping, and memory-mapped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indirection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problems solved by one mechanism.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virtual memory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Isolation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process cannot name another's memory. Security and robustness come free.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Relocation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every program can believe it starts at the same address.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Over-subscription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use more memory than exists, paging to disk.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Sharing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one physical copy of a library mapped into many processes.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All four come from one idea: programs 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virtual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addresses that hardware translates 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physical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Four-level page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Virtual address (x86-64, 48-bit):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47   39 38   30 29   21 20   12 11        0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+-------+-------+-------+-------+-----------+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| PML4  | PDPT  |  PD   |  PT   |  OFFSET   |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+-------+-------+-------+-------+-----------+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9       9       9       9         12 bits -&gt; 4 KB pages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Each 9-bit field indexes one level of the page table.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 full walk = FOUR dependent memory accesses, before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actual data access.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At ~250 cycles each if uncached, that is ~1000 cycles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to translate one address. Clearly unacceptable -- hence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the TLB.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Multi-level tables keep the structure sparse: unused regions cost nothing. The price is four dependent lookups per translation.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TLB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cache for translations, and a hard limit you can hit.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TLB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Caching the translation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Translation Lookaside Buffer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caches recent virtual-to-physical mappings.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Small and fast: typically 64 entries for L1 DTLB, 1500–2000 for L2 TLB.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Often fully associative, because it is small enough to afford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translation is essentially free, overlapped with cache access.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Miss: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page walk — up to four dependent memory accesses.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It is on the critical path of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 single memory access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TLB reach — the number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reach  =  entries × page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much memory can be addressed without a TLB miss.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1536 entries × 4 KB  =  6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Your L3 cache may be 32 MB. The TLB cannot reach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1536 entries × 2 MB  =  3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With huge pages, reach grows 512× for free.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the mismatch that makes huge pages worth configuring: a working set that fits in cache may still thrash the TLB.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 fit in cache and still miss constantly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NON-OBVIOUS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20 MB working set fits comfortably in a 32 MB L3. But with 4 KB pages and 1536 TLB entries, the TLB reaches only 6 MB.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access to the other 14 MB triggers a page walk — up to four dependent memory accesses — even though the data itself is in cache.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symptom is a program that is clearly not bandwidth-bound and clearly not missing in L3, yet runs far slower than it should. Check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dTLB-load-misses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huge pages. 2 MB pages raise the reach from 6 MB to 3 GB.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HUGE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Benefit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 MB 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512× TLB reach; shorter page walks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Internal fragmentation; harder to allocate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GB pages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Enormous reach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Only for very large, long-lived regions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Transparent HP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Automatic, no code change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Allocation stalls; unpredictable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Faults and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happens when the page is not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PAGE 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kinds, very different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is in memory, not mapped in this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 μs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Major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must be read from disk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~100 μs (SSD)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Invalid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valid mapping exists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SIGSEGV — your bug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Things this explains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First touch is slow.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malloc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reserves address space; physical pages arrive on first write.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Hence benchmark warm-up: the first pass pays the faults.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fork() is cheap.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Pages are shared copy-on-write until written.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mmap on a file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turns file I/O into memory access, with the page cache doing the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NUMA first-touch: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 multi-socket machines, a page is allocated near whichever core first touches it.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initialise data in parallel, with the thread that will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NUMA point is a real and common performance bug in parallel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module sits between caches and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PERSPECTIVE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Every memory access in Modules 05 and 06 silently assumed a physical address. Obtaining one is itself a memory access problem, with its own cache (the TLB) and its own miss behaviour.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practical upshot is that there are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two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hierarchies to keep happy: the data cache hierarchy and the translation hierarchy. Code can be perfectly cache-friendly and still be destroyed by TLB misses.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When a program is slow, has good cache behaviour, and is not bandwidth-bound, the TLB is the next thing to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Virtual memory buys isolation, relocation, over-subscription, and sharing from one indirection.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four-level page walk is four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dependent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memory accesses, which is why the TLB exists.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TLB reach = entries × page size. At 4 KB pages it is typically ~6 MB — smaller than your L3 cache.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working set that fits in cache can still thrash the TLB. Check dTLB-load-misses before concluding memory is fine.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Huge pages raise reach 512× and shorten walks, at the cost of fragmentation and allocation stalls.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First touch allocates the physical page — and on NUMA systems, allocates it near the touching core. Initialise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