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this. Seeing it happen on real hardware is the only thing that makes the module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x86's TSO is relatively strong, which is why code that works on x86 often breaks on ARM. Test on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Acquire/release is the right mental model: release publishes everything written before it; acquire sees everything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students remember one thing from this module, it should be this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volatile misconception is extremely common and worth attacking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uncontended mutex is cheap. The cost is entirely in contention, which is an argument for reducing sharing rather than for avoiding 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Memory Consistency and Synchronization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Why your multithreaded code does not do what it says.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sequential consistency and why no hardware implements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store buffering and the reorderings real hardware permits.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memory barriers and acquire/release semantics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compiler reorders too.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lock-free programming is difficult.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surprise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program that cannot produce an outcome, producing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DEKKER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result that should be impossible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Initially: x = 0, y = 0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Thread 1              // Thread 2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x = 1;                   y = 1;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r1 = y;                  r2 = x;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Reason about all interleavings of a sequential execution: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 both stores happen before at least one of the loads,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 so at least one load must see 1.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  r1 == 0 &amp;&amp; r2 == 0 is IMPOSSIBLE.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On real x86 hardware, r1 == 0 &amp;&amp; r2 == 0 HAPPENS.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Not a compiler bug and not a race in the usual sense. The hardware is behaving as specified — the specification is just not what you assumed.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Store buffers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store must obtain the cache line in Modified state, which can take hundreds of cycles. Stalling the core on every store would be ruinous.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stores go into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store buffer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core proceeds immediately. The store becomes visible to other cores later.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Meanwhile loads may read ahead, from cache or from the local store buffer.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Thread 1's store to x may still be sitting in its store buffer when Thread 2 loads x. Both threads see the old value. The hardware is correct; sequential reasoning was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Consistency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contract about what reorderings are permitted.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model allows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068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5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Found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Sequential (SC)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9068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5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real hardware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Store→Load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5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x86-64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Weak / relaxed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Almost anything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068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0415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ARM, POWER, RISC-V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weak code works on x86 and breaks on 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REAL PORTABILITY 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x86 provides TSO: only store→load reordering is permitted. A great deal of incorrectly synchronised code happens to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ARM and POWER permit store→store, load→load, and load→store reordering as well. The same code breaks.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a concurrency bug can lie dormant for years and then appear when a product ships on ARM.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 not infer correctness from testing.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Reason from the memory model, use the language's atomics, and test on weakly ordered hardware as well.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Barriers and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Telling the hardware and the compiler what you require.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Acquire and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821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acquire (load)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 after it moves before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Taking a lock; reading a flag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release (store)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 before it moves after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Releasing a lock; setting a flag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acq_rel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Read-modify-write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seq_cst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single global order of all seq_cst 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18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safe default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relaxed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Atomicity only, no ordering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18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Counters you only read at the 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publish/subscribe idiom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PRODUCER                         // CONSUMER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data = compute();                   while (!ready.load(acquire))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ready.store(true, release);             spin;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     use(data);     // guaranteed to see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                     // the compute() result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The release store publishes everything written BEFORE it.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The acquire load sees everything that was published.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Together they create a happens-before edge across threads.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With relaxed ordering, the consumer may see ready == true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while `data` still holds its old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pairing is the foundation of almost all lock-free code. Release publishes; acquire subscribes.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COMPILERS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compiler reorders as 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Hardware reordering is only half the problem. Compilers reorder, cache values in registers, and delete 'redundant' loads.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spin loop on a non-atomic variable can be hoisted into an infinite loop.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compiler proves nothing in the loop modifies it — which is true single-threaded.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volatile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synchronisation primitive in C or C++.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It prevents some compiler optimisations. It provides no hardware ordering and no atomicity.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std::atomic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(or C11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_Atomic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). It constrains both compiler and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actually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Synchronisation, priced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Uncontended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821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Contended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Relaxed atomic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 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Acquire/release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~1–20 cycles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Coherence traffic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seq_cst store (x86)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~20–40 cycles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Uncontended mutex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~20 cycles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18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Contended mutex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245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342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18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~1,000+ (syscall, context switch)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ADVICE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write correct concurrent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a mutex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unless you have measured that it is the problem. Uncontended locks are cheap and obviously correct.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Prefer immutability and message passing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over shared mutable state.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you must go lock-free: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use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std::atomic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explicit ordering, document the reasoning, and test under a race detector and on ARM.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Never invent a synchronisation primitive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without a proof. This is one area where cleverness is reliably punished.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tools: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ThreadSanitizer, helgrind, stress tests on weak hardware.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Lock-free code that is subtly wrong usually passes every test you write for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Dekker's example produces an outcome that sequential reasoning says is impossible, because store buffers delay visibility.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No real hardware implements sequential consistency. x86 gives TSO; ARM and POWER are much weaker.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Code that is incorrectly synchronised often works on x86 and fails on ARM. Do not infer correctness from testing.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Release publishes everything written before it; acquire sees everything published. That pairing underlies almost all lock-free code.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compiler reorders too, and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volatile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is not a synchronisation primitive. Use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std::atomic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Uncontended mutexes are cheap. Reach for lock-free only after measuring, and never invent a primitive without a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