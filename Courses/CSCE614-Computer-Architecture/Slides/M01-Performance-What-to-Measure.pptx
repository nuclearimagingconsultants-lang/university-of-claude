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CPI as 'the microarchitecture meeting your code' sets up the whole course: CPI is not a property of the chip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nod at Amdahl and then optimise the wrong thing anyway. The f=0.9, s=infinity line usually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Frequency scaling is worth dwelling on — a laptop under sustained load can drop 40% and make the last benchmark look better than the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min-vs-median choice differs from CSCE 629's harness because here we want the machine's capability, not the typical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course in miniature. Students should know these to within a factor of two by the end of week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614 —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Performance: What to Measure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Why intuition about speed is usually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614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Decompose execution time into instruction count, CPI, and clock period.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MIPS and clock speed are misleading metrics.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Amdahl's law and state what it implies for optimisation effort.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 benchmark that measures what you intend it to.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basic hardware performance counters.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performance equation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factors, and every optimisation touches one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Execution time, decomposed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time  =  instructions × CPI × clock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 performance change is a change to one of these three.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instructions — the compiler and the 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Better algorithm, better codegen, fewer operations.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CPI — the microarchitecture meeting your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Cache misses, branch misses, dependencies.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This course.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Clock period is largely out of your hands. Instruction count is CSCE 629's territory. CPI is where architecture lives.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clock speed and MIPS mislead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BAD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Clock speed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ignores how much work happens per cycle. A 3 GHz core with CPI 4 is slower than a 2 GHz core with CPI 1.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rewards executing more instructions, which is backwards. A compiler that emits twice the instructions at the same speed scores better.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FLOPS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measures only floating-point work, and most real programs are limited by memory, not arithmetic.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only honest metric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time to complete your actual workload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Everything else is a proxy that someone is incentivised to game.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Amdahl's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arithmetic that decides where to spend effort.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AMDAHL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Speedup is bounded by what you did not improve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speedup  =  1 / ( (1−f) + f/s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 = fraction of time affected, s = how much faster that part becomes.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= 0.9, s = ∞  ⇒  speedup =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Making 90% of the work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free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gives only 10×.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= 0.5, s = 10  ⇒  speedup = 1.8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tenfold improvement to half the program is worth less than 2×.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unimproved fraction dominates very quickly. This is why profiling before optimising is not advice but arithmetic.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Amdahl's law actually tells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Profile first.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Optimising 5% of the runtime caps your gain at 5%, no matter how brilliant the optimisation.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Diminishing returns are structural,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not a failure of effort. Each optimisation shrinks f for the next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bounds parallelism too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serial fraction caps speedup regardless of core count.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5% serial → at most 20×, with infinite cores.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CSCE 735 takes this seriously.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Gustafson's counterpoint: with more machine, people solve bigger problems, so f is not fixed in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Measuring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Most published benchmarks are wrong in at least one of these 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Ways to measure the wrong 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Mistake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7040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you actually measured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warm-up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377440"/>
            <a:ext cx="7040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414016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Cold caches, page faults, and JIT compilation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Result unused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852928"/>
            <a:ext cx="7040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89504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 — the optimiser deleted your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Reporting the mean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328416"/>
            <a:ext cx="7040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364992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scheduler preemption or thermal event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Single input size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03904"/>
            <a:ext cx="7040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point, not a curve — no asymptotic information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Timing inside the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4279392"/>
            <a:ext cx="7040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Mostly the cost of reading the clock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Benchmarking in a VM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4754879"/>
            <a:ext cx="7040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791455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hypervisor's scheduling decisions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230367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266943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Ignoring frequency scaling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0288" y="5230367"/>
            <a:ext cx="7040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0016" y="5266943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CPU's thermal state, not your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Thermal throttling will lie to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MEASURE CAREFULLY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Sustained load heats a chip, and modern processors respond by lowering the clock — on a laptop, often by 30–50%.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Run benchmark A then benchmark B back to back, and B runs on a hotter, slower machine. The result is a systematic bias that looks exactly like a real difference.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1" i="0">
                <a:solidFill>
                  <a:srgbClr val="141924"/>
                </a:solidFill>
                <a:latin typeface="Georgia"/>
              </a:rPr>
              <a:t>Mitigations: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interleave the variants rather than running them in blocks; discard the first runs; monitor actual clock frequency during the benchmark; and treat any difference under about 10% on a laptop as unproven.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harness that measures what you meant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double bench(void (*f)(void*), void* data, int trials) {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f(data);                       // warm up: caches, branch predictor,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f(data);                       //   page tables, frequency ramp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double best = 1e30;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for (int i = 0; i &lt; trials; i++) {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uint64_t t0 = rdtsc_serialized();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f(data);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uint64_t t1 = rdtsc_serialized();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double t = (t1 - t0);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if (t &lt; best) best = t;    // MINIMUM, not mean: noise only adds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return best;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And consume the result, or the optimiser removes the work entirely: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asm volatile("" : : "r"(result) : "memory");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Minimum rather than mean: interference only ever makes a run slower, so the fastest observed run is the closest estimate of the true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COUNTERS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Hardware performance counters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processor counts microarchitectural events directly. Use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cycles, instructions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IPC. Below ~1 means something is stalling.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cache-misses, LLC-load-misses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memory-bound?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branch-misses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control-flow problem?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stalled-cycles-frontend/backend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which end is the problem?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perf stat ./program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on Linux; VTune or uProf on Windows.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Counters turn 'it feels slow' into a diagnosis.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IPC alone answers the first question: is this compute-bound or stalled?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numbers to internalise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138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48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Cycles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50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Relative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Register access, simple ALU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8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L1 cache hit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4×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L2 cache hit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38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48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12×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L3 cache hit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89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86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40×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Main memory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3892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4865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~200–300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6500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7473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~250×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Branch misprediction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38928" y="4754879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48656" y="4791455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~15–20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65008" y="4754879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74736" y="4791455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~17×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SSD read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38928" y="5230367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48656" y="5266943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~10⁵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65008" y="5230367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74736" y="5266943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100,000×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time = instructions × CPI × clock period. CPI is where architecture meets your code, and it is this course's subject.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Clock speed, MIPS, and FLOPS are all gameable proxies. Time on your real workload is the only honest metric.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Amdahl's law: the fraction you do not improve dominates fast. Making 90% of a program free gives only 10×.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Warm up, consume the result, take the minimum, vary the input size, and interleave variants to defeat thermal drift.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Hardware counters turn 'it feels slow' into a diagnosis. Start with IPC.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L1 is ~4 cycles and main memory is ~250. The RAM model charges 1 for both, and that gap is why this course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