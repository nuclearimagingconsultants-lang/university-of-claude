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predict the ratio from line size before measuring. The prediction is usually close, which builds confidence in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sizing calculation is the point: blocking is not magic, it is arithmetic against a known cache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Fusion and fission oppose each other. Which one helps depends on whether you are limited by reuse or by stream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valuable slide for a graphics student. Particle systems, vertex data, and ECS designs all turn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latency-to-bandwidth conversion is the key framing, and it explains why sequential access is so much faster than its latency numbers suggest.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'measure': software prefetch frequently makes things slower by adding instructions and polluting the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ordering matters and is frequently got backwards — people tile first and then discover SoA would have sufficed.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Cache Optimization and Prefetching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Restructuring code and data so the hierarchy works for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loop interchange, blocking, and fusion for locality.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array-of-structs and struct-of-arrays.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hardware prefetching and what defeats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software prefetch intrinsics and know when not to.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Predict a transformation's benefit before measuring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Loop transformations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Same operations, different order, very different speed.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INTERCHANGE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Loop order decides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892552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BAD: strides by N*sizeof(float) -- one useful float per 64B line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(j = 0; j &lt; N; j++)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(i = 0; i &lt; N; i++)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sum += a[i][j];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GOOD: strides by 4 bytes -- 16 useful floats per line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(i = 0; i &lt; N; i++)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(j = 0; j &lt; N; j++)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sum += a[i][j];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Identical arithmetic. Identical result. Typically 5-10x faster.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909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bad version fetches a 64-byte line and uses 4 bytes of it. 16× the memory traffic for the same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BLOCKING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Tiling for the 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Naive matrix multiply: B is traversed column-wise N times.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for (i...) for (j...) for (k...) c[i][j] += a[i][k] * b[k][j];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Blocked: work on tiles small enough to stay resident.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for (ii = 0; ii &lt; N; ii += B)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for (jj = 0; jj &lt; N; jj += B)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for (kk = 0; kk &lt; N; kk += B)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for (i = ii; i &lt; ii+B; i++)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for (j = jj; j &lt; jj+B; j++) {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float s = c[i][j];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for (k = kk; k &lt; kk+B; k++) s += a[i][k] * b[k][j];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c[i][j] = s;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Choose B so that three B x B tiles fit in L1: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   3 * B^2 * 4 bytes &lt; 32 KB  -&gt;  B ~ 50, so B = 32 or 48.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tile is loaded once and reused B times. Misses drop by roughly a factor of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Transformation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4927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5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Helps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Reorder nested loops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4927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5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Access stride is wrong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Blocking / tiling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Work on sub-blocks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24927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5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Working set exceeds cache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Merge loops over the same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927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5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 re-read between loops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one loop into several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4927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5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Too many streams at once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Unrolling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Fewer iterations, bigger body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24927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34655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Loop overhead dominates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Data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Often a larger win than any loop transformation.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AOS VS SOA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layout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ARRAY OF STRUCTS -- natural, and often wrong for bulk processing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struct Particle { float x,y,z, vx,vy,vz; int id; float mass; };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Particle p[N];                           // 32 bytes each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(i...) p[i].x += p[i].vx * dt;       // uses 8 of every 32 bytes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          // -&gt; 75% of fetched data wasted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STRUCT OF ARRAYS -- awkward, and what the hardware wants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struct Particles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float x[N], y[N], z[N], vx[N], vy[N], vz[N];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(i...) P.x[i] += P.vx[i] * dt;       // two dense streams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          // -&gt; every byte used, and it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          //    vectorises cleanly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AoS is better when you touch most fields of one object. SoA is better when you touch one field of many objects — which is what bulk processing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Other layout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Hot/cold splitting.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Separate frequently accessed fields from rarely accessed ones.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More hot objects per cache line.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Alignment.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Align hot structures to 64 bytes so they do not straddle two lines.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Shrink the data.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float instead of double; 16-bit indices; quantised normals.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Half the bytes is often close to half the time when memory-bound.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Avoid pointer chasing.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Flat arrays with indices beat node graphs (Module 02).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Prefetching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Fetching before you ask — and what stops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prefetcher does for free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Hardware detects access patterns and fetches ahead automatically.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Detected easily: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sequential forward, sequential backward, constant stride.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 detected: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random access, pointer chasing, indirect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a[b[i]]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stream that is prefetched well turns a latency problem into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bandwidth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problem — and bandwidth is plentiful.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Prefetchers stop at page boundaries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they cannot risk faulting on an unmapped page.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Which is one argument for huge pages (Module 07).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Explicit prefetch, used sparingly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188464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1914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(i = 0; i &lt; N; i++)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Ask for data ~8 iterations ahead. The distance must be tuned: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too short and it has not arrived; too long and it is evicted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before use.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__builtin_prefetch(&amp;data[index[i + 8]], 0, 1);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process(data[index[i]]);      // indirect: hardware CANNOT predict this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5500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Worth trying for indirect access, graph traversal, and hash probing. Almost never worth it for sequential access — the hardware already does it better.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optimisation checklist,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463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996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969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969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Is it actually memory-bound?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IPC and cache-miss counters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1463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969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Which level is missing?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L1/L2/LLC miss counters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2996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3969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Which of the three Cs?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Vary size and stride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1463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2996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3969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 layout first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AoS→SoA, hot/cold, shrink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2996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3969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Then loop structure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Interchange, block, fuse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1463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29968" y="4754879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39696" y="4791455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Then prefetch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Only for indirect patterns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Loop interchange can give 5–10× with identical arithmetic, because the wrong stride wastes 15 of every 16 bytes fetched.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Blocking sizes the working set to the cache. Compute the tile size from the cache capacity; do not guess.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AoS is right when you touch most fields of one object; SoA when you touch one field of many. Bulk processing wants SoA.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Hardware prefetchers handle sequential and constant-stride access, and fail on random, pointer-chasing, and indirect patterns.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Good prefetching converts a latency problem into a bandwidth problem, and bandwidth is the plentiful resource.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Optimise in order: confirm memory-bound, classify the miss, fix layout, then loops, then prefetch.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