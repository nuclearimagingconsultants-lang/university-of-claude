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problem, opposite answers. The CPU avoids the wait; the GPU finds other work during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Module 07 of CSCE 641. Same mechanism, explained from the hardware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'divergence at warp granularity is free' point is the actionable one, and it is often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Coalescing is to GPUs what cache line utilisation is to CPUs — same principle, harsher penalty.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Shared memory is the interesting one: a programmer-managed cache, which is how blocking (Module 06) is done explicitly on a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transfer cost is the one that kills otherwise-suitable workloads. Always count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614 — Computer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GPUs as Throughput Machines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 different answer to the same memory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614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Contrast latency-oriented and throughput-oriented design.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SIMT execution and warp divergence.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memory coalescing and its importance.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occupancy and what limits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Decide whether a workload suits a GPU.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philosophies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same memory wall, answered in opposite ways.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Hide latency, or tolerate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CPU — latency oriented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Make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one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thread fast.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Large caches, deep out-of-order windows, branch prediction, speculation.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Most of the die is control logic and cache.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Few cores, each enormous.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Good at: everything, including irregular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GPU — throughput oriented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Make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many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threads collectively fast.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Small caches, in-order, no speculation.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Most of the die is arithmetic units.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Thousands of threads resident at once.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Good at: regular, data-parallel work with high arithmetic intensity.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a GPU hides memory latency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KEY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CPU hides a cache miss with out-of-order execution: find independent instructions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within one thread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The window is a few hundred instructions.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GPU hides it by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switching threads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When a warp stalls on memory, another resident warp issues in the very next cycle. With 64 warps resident, there is almost always something ready.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Context switching is free because every thread's registers stay resident — that is what the enormous register file is for.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consequence: a GPU needs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many more threads than cores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 perform well. Under-occupancy is the most common reason GPU code disappoints.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SIMT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SIMD with a thread-shaped programming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SIMT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Warps: 32 threads in lockstep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Threads are grouped into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warps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of 32 (NVIDIA) or waves of 32/64 (AMD).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All threads in a warp execute the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same instruction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each cycle.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write scalar per-thread code; the hardware executes it 32 lanes wide.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This is SIMD with a far more pleasant programming model.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Divergence: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if threads in a warp take different branches, both paths execute with inactive lanes masked off.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Worst case — all 32 take different paths — costs 32×.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divergence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127248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852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BAD: threads within a warp diverge every time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if (threadIdx.x % 2 == 0) heavy_a();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else                      heavy_b();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Both branches execute for the whole warp. Cost = a + b.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GOOD: divergence occurs at warp granularity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if ((threadIdx.x / 32) % 2 == 0) heavy_a();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else                             heavy_b();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Each warp takes one path. Cost = max(a, b) per warp.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BEST: no divergence at all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result = select(cond, value_a, value_b);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1937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Divergence costs nothing if it happens at warp boundaries. Restructuring so that neighbouring threads agree is often the single largest GPU optimisation.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Coalescing is the single most important GPU optimisation.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COALESCING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Neighbouring threads must touch neighbouring addresses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2892552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61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COALESCED: thread i reads element i.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32 consecutive floats = 128 bytes = ONE memory transaction.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float v = data[blockIdx.x * blockDim.x + threadIdx.x];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UNCOALESCED: thread i reads element i*32.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32 separate transactions, each using 4 of 128 bytes fetched.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float v = data[(blockIdx.x * blockDim.x + threadIdx.x) * 32];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 -&gt; 32x the memory traffic for the same data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This is Module 06's stride problem, with a 32x penalty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instead of a 16x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959096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GPU fetches memory in wide transactions. If a warp's 32 threads touch 32 scattered addresses, you pay 32 transactions and use a fraction of 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MEMORY SPACES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GPU memory hierarchy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0468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1441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Latency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82127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91855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 for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Registers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409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thread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0468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82127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1855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Everything you can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Shared / LDS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4436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5409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Thread block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0468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1441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~20 cyc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82127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1855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Explicit tiling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L1 / texture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0468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1441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~30 cyc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82127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91855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Automatic caching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4436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5409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Device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0468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1441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~200 cyc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82127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91855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Automatic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Global (VRAM)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4436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5409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Device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0468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1441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~400–600 cyc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82127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91855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Bulk data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OCCUPANCY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Keeping enough warps resident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Occupancy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= resident warps / maximum possible.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Limited by whichever runs out first: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Registers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a register-hungry kernel allows fewer threads.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Shared memory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a block using a lot allows fewer blocks.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Block size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too small wastes scheduling slots.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Higher occupancy means more warps available to hide latency.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But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higher is not always better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kernel with high arithmetic intensity may do better with more registers and fewer warps.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Occupancy is a means to latency hiding, not a goal in itself.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JUDGEMENT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Does this workload suit a GPU?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486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Suits a GPU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3328" y="1901952"/>
            <a:ext cx="5577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63056" y="1956816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Suits a CPU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Thousands of independent work items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3328" y="2377440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414016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Few threads, or heavy inter-dependence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5486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Regular, predictable memory access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3328" y="2852928"/>
            <a:ext cx="5577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889504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Pointer chasing, irregular structures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High arithmetic intensity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328" y="3328416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6" y="3364992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Low intensity — PCIe transfer dominates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5486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Little divergence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3803904"/>
            <a:ext cx="5577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6" y="3840480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Heavily data-dependent control flow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Data already on the device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53328" y="4279392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4315968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Data must round-trip over PCIe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Count the transfer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USUAL MISTAKE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PCIe gives roughly 16–32 GB/s. GPU memory gives 500–1000 GB/s.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moving data to the device and back can cost far more than the computation saves. A kernel that is 50× faster is worthless if the transfer takes 100× the kernel time.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Rule: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arithmetic per byte transferred must be high, or the data must already live on the device and stay there.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why graphics works so well: the vertex and texture data lives in VRAM permanently and is used every frame. It is also why many 'GPU-accelerated' library calls disappoint.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CPUs hide latency within one thread; GPUs tolerate it by switching among thousands. Same memory wall, opposite answers.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Context switching is free on a GPU because every resident thread's registers stay in place — hence the enormous register file.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SIMT is SIMD with a per-thread programming model. Warp divergence executes both paths, costing up to 32×.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Divergence at warp granularity is free. Restructuring so neighbouring threads agree is often the biggest win.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Coalescing is Module 06's stride problem with a 32× penalty: neighbouring threads must touch neighbouring addresses.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Count the PCIe transfer. A 50× kernel is worthless if moving the data costs more than the computation saves.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