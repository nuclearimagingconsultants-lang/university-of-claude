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level is roughly 10x bigger and 3-5x slower than the one above. That geometric structure is not an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Spatial locality is why the cache line exists, and the line is the unit everything else is measured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8-way is the common compromise for L1. The TLB is often fully associative because it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rarely ask why the index is in the middle. Telling them makes the conflict-miss discussion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Conflict misses are the surprising ones: plenty of free cache, and still missing. Always suspect a power-of-two stride.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Project 1's core experiment and the most satisfying measurement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Caches: The Memory Wall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gap that shapes every modern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memory wall and its historical origin.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temporal and spatial locality and why caches work at all.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direct-mapped, set-associative, and fully associative caches.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misses as compulsory, capacity, or conflict.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your own machine's cache hierarchy.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exponential curves with different exponents.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memory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ORGANISING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From roughly 1980 to 2005, processor speed improved about 50% per year. DRAM latency improved about 7% per year.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Compounded over twenty-five years, the gap grew by more than two orders of magnitude. An access that once cost a few cycles now costs two to three hundred.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DRAM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bandwidth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has improved far more than latency — you can get a great deal of data, but the first byte still takes a long time to arrive.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Essentially every architectural mechanism from here on exists to avoid that latency or to find other work to do during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typical modern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5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KB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7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5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Named by the ISA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L1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32–48 KB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~4 cyc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7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5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core; split from L1 instruction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0.5–2 MB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~12 cyc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7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91855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core, usually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8–64 MB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468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1441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~40 cyc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7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91855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across cores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409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8–128 GB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0468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1441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~250 cyc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7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5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Shared, and far away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SSD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4436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5409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0.5–4 TB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0468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1441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~10⁵ cyc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82127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91855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different world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Locality is the whole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cache only helps if future accesses are predictable from past ones. Real programs oblige.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Temporal locality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recently used item is likely to be used again.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Loop variables, hot functions, frequently traversed structures.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Spatial locality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items near a used item are likely to be used soon.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Array traversal, struct fields, sequential instruction fetch.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Caches exploit temporal locality by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spatial locality by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fetching a whole 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can a line live, and how do you find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placement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 line may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Lookup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Direct-mapped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 exactly one 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tag compare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Conflict misses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N-way set associative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 any of N ways of one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 compares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Cost of 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Fully associative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Anywhere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Compare 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Impractical above tiny sizes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an address is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63                        12 11        6 5        0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+-----------------------------+-----------+----------+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|            TAG              |   INDEX   |  OFFSET  |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+-----------------------------+-----------+----------+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OFFSET  which byte within the cache line      (64B line -&gt; 6 bits)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INDEX   which set to look in                  (64 sets  -&gt; 6 bits)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TAG     compared against stored tags to confirm a hit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A 32 KB, 8-way, 64-byte-line cache: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32768 / 64 = 512 lines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512 / 8 ways = 64 sets  -&gt; 6 index bits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NOTE: the index comes from the MIDDLE bits, not the top.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Sequential addresses therefore spread across sets rather than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all landing in one -- which is the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middle-bit indexing is deliberate. Using the top bits would map an entire contiguous array to a single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causes, and a different fix for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THREE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Classify before you optimise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Miss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Compulsory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First ever reference to this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Prefetching; larger 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Capacity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Working set exceeds the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Blocking/tiling; shrink the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Conflict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Too many lines map to one 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Padding; change the stride; more associativity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power-of-two strides are dangerous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CLASSIC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set index comes from middle address bits. A stride that is a large power of two leaves those bits unchanged, so every access lands in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same 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Walking a column of a 1024×1024 float matrix strides by 4096 bytes. With 64 sets of 64-byte lines, every element maps to the same set. An 8-way cache holds 8 of them; the ninth evicts the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now miss on every access while using 8 lines out of 512. The cache is 98% empty and useless.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pad the row length to a non-power-of-two — 1024 → 1032 floats. A few kilobytes of waste for a large speedup.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Finding your cache sizes by pointer chase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Build a pointer chain within a working set of `size` bytes,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in RANDOM order so the prefetcher cannot help.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Then time a long traversal.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for (size = 4*KB; size &lt;= 256*MB; size *= 2)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build_random_chain(buf, size);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t = time_chase(buf, ITERATIONS);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printf("%8zu KB   %6.1f cycles/access\n", size/1024, t);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Output shows PLATEAUS with sharp steps between them: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32 KB      4.2     &lt;- fits in L1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64 KB     12.1     &lt;- spilled to L2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512 KB     13.0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 2 MB     41.5     &lt;- spilled to L3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32 MB    198.0     &lt;- spilled to DRAM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Each step marks a cache capacity. You just measured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hierarchy without reading a datasheet.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Random order is essential — a sequential chase is perfectly prefetched and shows no steps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Replacement and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Replacement: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LRU is the ideal; true LRU is expensive above 2-way.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Real caches use pseudo-LRU, or tree-LRU, or random for high associativity.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Write-through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write to cache and memory together. Simple; high bandwidth.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Write-back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write to cache, mark dirty, write out on eviction. Standard.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Write-allocate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write miss fetches the line first.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why writing a large array you never read still consumes read bandwidth — unless you use non-temporal stores.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Non-temporal stores bypass the cache. Useful for streaming output you will not re-read.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Processors improved ~50% per year and DRAM latency ~7%. The resulting memory wall shapes every modern design.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Caches work only because of temporal and spatial locality. Keeping exploits the first; fetching a whole line exploits the second.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set index comes from middle address bits, so sequential data spreads across sets — and power-of-two strides collapse onto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Three Cs: compulsory, capacity, conflict. Classify before optimising, because each has a different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power-of-two row length in a 2D array can make a cache 98% useless. Padding fixes it for a few kilobytes.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random pointer chase across working-set sizes reveals your entire cache hierarchy as plateaus with sharp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