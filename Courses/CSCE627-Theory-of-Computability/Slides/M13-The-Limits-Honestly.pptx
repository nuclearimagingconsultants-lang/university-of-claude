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will meet all six; the table is worth memorising.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certainty gradient is the honest framing of the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627 — Theory of Computability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Limits, Honestly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this course does and does not tell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627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the results do and do not constrain.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Avoid the standard overreaches.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to use an impossibility result productively.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this course relative to CSCE 637 and CSCE 658.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claim about computability can honestly assert.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is established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results, listed.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ESTABLISHED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semester of proofs gives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There is a definition of algorithm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it is robust across every reasonable model, and it is almost certainly the right one (M01, M04, M11).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strict hierarchy of language classes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each separation proved, with practical consequences at every level (M02, M03).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Specific, natural, important problems are undecidable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almost every semantic property of programs is (M05, M06).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'Undecidable' is infinitely many levels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measured by quantifier alternation (M07).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no sound, complete, mechanically checkable system of sufficient strength exists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(M10) — which is M05 again.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All of it permanent, and all of it independent of hardware, language, and era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no other course in this program can say.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overreaches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people claim from these results, incorrectly.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OVERREACH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Common claims, and what is wrong with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5138928" y="1901952"/>
            <a:ext cx="5486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48656" y="1956816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it is wrong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'Static analysis is pointless'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38928" y="2377440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8656" y="2414016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Undecidability constrains the guarantee, not the usefulness (M08, M12)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'Gödel shows minds exceed machines'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8928" y="2852928"/>
            <a:ext cx="5486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48656" y="2889504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Assumes minds are consistent and formalisable — the thing to be shown (M10 §3)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'Quantum computers break undecidability'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38928" y="3328416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3364992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Same computable class; only the speed changes (M11 §3)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'The halting problem means we cannot verify software'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38928" y="3803904"/>
            <a:ext cx="5486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48656" y="3840480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We verify software routinely, by M12's four strategies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'Undecidable means practically impossible'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38928" y="4279392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48656" y="4315968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Conflates the universal quantifier with the typical case (M01 §3)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'AI cannot be intelligent because of Gödel'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38928" y="4754879"/>
            <a:ext cx="5486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48656" y="4791455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Applies equally to any formalisable reasoner, including a human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most useful correction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SAID ONCE MORE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'No algorithm decides X for all inputs' and 'X is hard for the inputs I have' are different claims.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first is proved. The second is an empirical question about your inputs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frequently false — most real programs are obviously terminating.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an undecidability result tells you what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total and exact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tool cannot promise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nothing about what a tool can deliver on your workload.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Module 12's strategies work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why the correct response to an impossibility proof is to design the approximation rather than to abandon the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Using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productive response.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PRODUCTIVE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do with an impossibility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Stop looking for the exact algorithm.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 hour proving impossibility saves a month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(M06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Identify what you actually need.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Frequently a sound approximation, or an answer on your inputs, is the whole requirement.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Choose from Module 12's four strategies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state which of sound, complete, terminating you gave up.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Consider restricting the problem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most underused move, and the only one that removes the difficulty.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document the limit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the next person does not repeat your month.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documentation step is the one that compounds: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 impossibility recorded in a design document is worth more than one proved and forgotten.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courses, three kinds of limit.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SEMESTER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theory courses, three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Course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Asks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Answers of the 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Can it be done at all?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algorithm exists. Proved, permanent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637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Can it be done efficiently?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in polynomial time, unless P = NP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658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Does randomness help?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Sometimes, provably — and perhaps never essentially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claim about computability can honestly assert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SCOPED CLAIM, IN THIS SUBJECT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'This problem is undecidable, by reduction from the halting problem; here is the reduction.'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Checkable, and the strongest form available.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'This property is semantic and non-trivial, so Rice's theorem applies.'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Also checkable, and much faster.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'Our analyser is sound and incomplete; here is a false positive we constructed.'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position stated and demonstrated.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what you cannot say: 'this is impossible'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unqualified.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Impossible for a total exact algorithm, and that is a different and much narrower claim.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prove a language non-regular, place a problem in the hierarchy, construct a reduction, and apply Rice's theorem in under a minute.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derive incompleteness from halting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state both theorems with their conditions rather than their popular versions.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can look at a tool and say which of sound, complete, terminating it gave up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practical skill, and it changes how you read every analyser's output.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closing rule is the program's: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measured, state what you assumed, and never claim more than you established.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Here it means saying what the quantifier ranges over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the whole subject lives in the difference between 'for all inputs' and 'for my inputs'.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results are permanent and independent of hardware, language, and era, which no other course in this program can claim.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Every standard overreach has the same shape — a result about a universally quantified claim read as a result about practice or about minds.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'No algorithm decides X for all inputs' and 'X is hard for my inputs' are different claims, and the second is frequently false.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productive response is to stop looking, identify what you need, choose a strategy, consider restricting, and document the limit.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semester has a certainty gradient: unconditional here, mostly conditional in CSCE 637, and partly open in CSCE 658.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You cannot say 'this is impossible' unqualified — only impossible for a total exact algorithm, which is much narrower.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