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why the contradiction blames H rather than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EQ row previews the hierarchy and is worth flagging.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627 — Theory of Computability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Undecidability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halting problem, proved.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627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the halting problem undecidable by diagonalisation.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self-reference and why it is not a trick.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that the complement of halting is not recognisable.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diagonal method in general.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precisely what the result forbids.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lines, and they are the most important four in the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halting problem is undecidable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HALT = { (M, w) : machine M halts on input w }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Suppose H decides HALT. Then build D: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D(X):                       # X is a machine encoding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if H(X, X) says "halts":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 loop forever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else: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 halt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D takes a machine description and does the OPPOSITE of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what that machine does on its own description.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NOW RUN D ON ITS OWN DESCRIPTION, D(D):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if D halts on D, then H(D,D) says "halts",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so D loops forever.      CONTRADICTION.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if D does not halt on D, then H(D,D) says "loops",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so D halts.              CONTRADICTION.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Both branches contradict. So D cannot exist. But D was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built from H by an entirely mechanical construction --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an if-statement and a loop. So H cannot exist.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THEREFORE HALT IS UNDECIDABLE.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THAT IS THE WHOLE PROOF. Four lines of construction and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two cases.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Note where the impossibility lands: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D is unobjectionable code, so the contradiction falls on H — which is the step to be sure of.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self-reference is not a trick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OBJECTION, ANSWERED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 is given its own description as a string.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not a paradox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Module 04 §3's encoding, used exactly as intended.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do this routinely: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compiler compiling its own source, a diff of a file against itself, a hash of an executable.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Nothing unusual is happening.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construction of D from H is mechanical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if H existed as a program, D would be a twenty-line wrapper around 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cleverness is required to build 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contradiction must fall on 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D's existence follows from H's by construction, and D cannot exist, so H cannot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logical shape is what the proof actually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consequence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Recognisable but not decidable.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HALT is recognisable, and its complement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THE ASYMMETRY SHOWS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HALT is recognisable: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simulate M on w. If it halts, accept.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it never halts, run forever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permitted for a recogniser.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HALT is recognisable and not decidable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shows the two classes genuinely differ (Module 04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complement of HALT is not even recognisable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if it were, then by Module 04 §2's theorem HALT would be decidable, and it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'M does not halt on w' has no finite certificate.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is nothing you could be shown that would verify non-termination in general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much stronger and more unsettling statement than undecidability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things 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Recognisable, undecidable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Simulate; may not terminate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Complement of HALT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recognisable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Else HALT decidable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Aₜₘ (M accepts w)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Recognisable, undecidable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Same proof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Eₜₘ (M accepts nothing)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recognisable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all inputs to fail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EQₜₘ (M₁ = M₂)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Neither it nor its complement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Harder than halting (M07)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Diagonalisation, in general.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Diagonalisation: build the thing that differs from everything in the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ONE TECHNIQUE, SEVERAL FAMOUS THEOREMS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Cantor: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given a list of reals, construct one differing from the nth in the nth digit.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reals are uncountable.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Halting: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given a decider, construct a machine differing from what the decider predicts about 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no decider exists.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Gödel: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given a proof system, construct a sentence asserting its own unprovability (Module 10).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Russell, the time hierarchy theorem, Rice's theorem, the undecidability of first-order validity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all the same method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assume an enumeration, construct the element it misses.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forbids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Precisely, and no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halting theorem actually says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 single program decides halting for all (program, input) pairs.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That is the claim, exactly.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does not say your program's termination is unknowable.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Most are easy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tools that handle the easy cases are valuable (Module 12).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does not forbid a partial decider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that answers yes, no, or 'do not know'.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Every termination checker is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does not forbid deciding halting for a restricted class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primitive recursive programs, total functional languages, bounded loops.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does not depend on the machine model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04 §1), so no hardware or language escapes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'Undecidable' is about the universal quantifier.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Every practical response in Module 12 works by weakening it — fewer inputs, or a third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is the most important result in the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 THE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Everything else you have learned could be superseded.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better algorithm, a bigger model, a new architecture.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cannot.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proof that no program exists, and it is as true in a century as it is now.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has immediate practical content: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 06 turns it into undecidability for almost every interesting property of programs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Module 08 finds those properties in tools you use daily.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this is not philosophy.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reason your type checker rejects valid programs and your optimiser misses valid optimisations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knowing that is the difference between being surprised and being correct.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halting problem's proof is four lines of construction and two cases, and the contradiction falls on the decider because the contradictory machine is built from it mechanically.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self-reference is not a trick — it is a program being given a string, which happens whenever a compiler compiles itself.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HALT is recognisable and undecidable, which shows the two classes genuinely differ.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complement of HALT is not even recognisable, so non-termination has no finite certificate at all.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Diagonalisation is one method behind Cantor, halting, Gödel, Rice, and the time hierarchy theorem: assume an enumeration, construct what it misses.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theorem is about the universal quantifier, and every practical response weakens it — fewer inputs, or a third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