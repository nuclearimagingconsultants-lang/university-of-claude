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Y combinator as the recursion theorem is the connection to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practical warning about configuration languages is the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627 — Theory of Computability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Other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same class, reached many ways.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627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lambda calculus and its equivalence.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universality in cellular automata.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minimal Turing-complete systems.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quantum computation changes and what it does not.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hypercomputation proposals and what they assume.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Lambda calculus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Functions and nothing else.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LAMBDA CALCULUS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rules, and everything follows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 ENTIRE SYNTAX: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x                  a variable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(lambda x . M)     a function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(M N)              an application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 ONLY RULE: beta reduction.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((lambda x . M) N)  -&gt;  M with N substituted for x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NO numbers. NO booleans. NO data structures. NO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recursion construct. NO state.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AND IT IS TURING COMPLETE.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CHURCH NUMERALS: represent n as the function applying f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n times.  2 = lambda f x . f (f x)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BOOLEANS: true = lambda a b . a ;  false = lambda a b . b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PAIRS, lists, trees: all encodable as functions.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RECURSION: the Y COMBINATOR, which is the recursion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theorem's fixed point (Module 09 Part 3) made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syntactic.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WHY IT MATTERS TO YOU: this is the foundation of every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functional language, and of the typed core of every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language with closures. Your lambda expression is this,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and so is the theory behind CSCE 605's type checking.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Turing completeness from function application alone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why 'what is the minimal sufficient mechanism' has such a surprising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Universality from nothing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Systems with no control flow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MINIMAL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Turing-complete systems with almost no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Two-counter machine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Increment, decrement, test zero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Minsky. Two counters suffice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Rule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1D cellular automaton, one rule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Cook, 2004. No control flow at 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Game of Life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2D automaton, four rules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Gliders as signals; a built universal machine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Tag systems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Delete from the front, append by rule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Post. Two symbols suffice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SKI combinators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Three constants, application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variables at all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Magic: The Gathering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Published card interactions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84848" y="4754879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94576" y="4791455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Genuinely proved, 2019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Accidental Turing completeness is a real engineering hazard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CONSEQUENCE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your configuration format, template language, or rule engine is Turing-complete, then whether a config terminates is undecidable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you have built a programming language by accident.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has happened repeatedly: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C++ templates,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sendmail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configuration, spreadsheet formulas with iteration, and several build systems.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symptom is a config that hangs, or a build that does not terminate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no static check can rule it out, by Module 05.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design deliberately for weakness.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non-Turing-complete config language can be analysed, validated, and bounded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Module 03 §4's weakest-sufficient-model principle, with teeth.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Quantum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it changes, precisely.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Quantum computation changes the speed, not the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STATED CAREFULLY, BECAUSE IT IS WIDELY MISSTATED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quantum computer computes exactly the same functions as a Turing machine.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can be simulated classically, with exponential slowdown.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it does not decide the halting problem, and no undecidability result in this course is affected.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 even slightly.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changes is complexity.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BQP is believed to exceed 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Shor's factoring algorithm is the evidence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CSCE 637 and CSCE 640's subject.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Church–Turing thesis is untouched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while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extended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thesis (that everything physical is efficiently simulable classically) is what quantum computing challenges.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Two different claims.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Hypercomputation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Proposals to exceed the class, and what each assumes.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PROPOSALS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Ways to compute more, and what each requires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 oracle.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Works, trivially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07 §1) — and assumes you have one, which is the entire question.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Infinitely many steps in finite time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(Zeno machines, relativistic computation).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Requires unbounded energy density or exotic spacetime.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Infinite precision real numbers.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Assumes a physical quantity can carry infinite information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thermodynamics disputes.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Analog computation.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Looks promising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reduces to the previous item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once noise is modelled.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a true random source.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Does not help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randomness does not add computability, only speed (CSCE 658).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pattern is that every proposal assumes an infinity somewhere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infinite precision, infinite energy, or infinite time compressed — and that is what makes the thesis robust.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the agreement of the models is the real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 THE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reasonable definition of computation, proposed for different reasons across ninety years, defines the same class.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wildly dissimilar systems reach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function application, cellular automata, two counters, a card game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suggests the class is a natural object rather than an artefact of any formalism.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impossibility results of this course are about computation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about Turing machines — which is what makes them worth a semester.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engineering lesson is the other way round: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universality is cheap, so weakness must be designed for deliberately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2) if you want a language you can analyse.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lambda calculus has three syntactic forms and one rule, no numbers, no recursion construct, and no state — and it is Turing complete.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Y combinator is the recursion theorem's fixed point made syntactic, which is why recursion is available in a language without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Universality is cheap: two counters, one cellular automaton rule, or a card game suffices.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So accidental Turing completeness is a real hazard — a Turing-complete config language makes termination undecidable, and it has happened repeatedly.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Quantum computation changes the complexity and not the class, so no undecidability result here is affected at all.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Every hypercomputation proposal assumes an infinity somewhere, which is what makes the Church–Turing thesis robust.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