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Agda connection makes the abstract result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find the recursion theorem reassuring after Module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Computable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positive theory, and a theorem about self-reference.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primitive recursion and explain what it cannot express.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μ-recursion and why it recovers full power.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recursion theorem and use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Kolmogorov complexity and its uncomputability.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busy beaver function and what it demonstrates.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Primitive recursion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Total by construction, and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Primitive recursive functions always terminate, and miss some that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FIRST POSITIVE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 functions from zero, successor, and projection, using composition and recursion on a single decreasing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primitive recursive function is total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terminates on every input, by construction,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termination is decidable for this class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§4's restriction response).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class of bounded loops: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primitive recursive function is a program whose loops have bounds computed in advance.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while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misses total computable functions.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Ackermann's function is total, computable, and grows faster than any primitive recursive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by a diagonal argument over the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bounded loops are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PRIMITIVE RECURSIVE functions can be enumerated: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f_0, f_1, f_2, ...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Define g(n) = f_n(n) + 1.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g is total and computable -- enumerate, run, add one.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g differs from every f_n at 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 g is NOT primitive recursive.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-- Module 05's diagonalisation, applied to a class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rather than to all machines.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ACKERMANN'S FUNCTION is the standard concrete witness,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it grows unmanageably fast: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A(1,n) ~ 2n,   A(2,n) ~ 2^n,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A(3,n) ~ a tower of 2s,  A(4,2) is already larger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than the number of particles in the observable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universe.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LESSON: TOTALITY CANNOT BE GUARANTEED BY SYNTAX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WITHOUT LOSING EXPRESSIVENESS.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-- which is exactly the trade a total functional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language makes (Agda, Idris): every program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terminates, and some computable total functions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cannot be written.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Total languages are strictly less expressive, provably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a precise statement of what a termination guarantee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Recovering full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unbounded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μ-recursion adds unbounded search, and that is exactly the missing piece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CHARACTERISATION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 the μ operator: μy.R(x,y) is the least y such that R(x,y) holds.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Search upward from zero, forever if necessary.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resulting class — the μ-recursive functions — is exactly the Turing-computable functions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§2's coincidence, in this form).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μ operator is exactly where non-termination enters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no y satisfies R, the search never ends.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full computational power costs precisely one unbounded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while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loop.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whole undecidability of the subject is traceable to that single construct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remarkably clean localisation.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recursion theorem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 program can refer to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RECURSION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Self-reference is always available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RECURSION THEOREM: for any computable function t,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there is a program p with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the behaviour of p = t(description of p)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In other words: you may write a program that uses its own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source code, and such a program always exists.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WHY THIS IS NOT OBVIOUS: you cannot simply embed your own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source in yourself -- that is circular, since embedding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text makes the text longer. The theorem says a fixed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point exists anyway.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CONSEQUENCES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QUINES exist -- programs printing their own source.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Not a party trick; a corollary.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VIRUSES can copy themselves, for the same reason.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MODULE 05's PROOF becomes cleaner: build a machine that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obtains its own description and contradicts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decider, with no diagonal construction needed.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RICE'S THEOREM has a short proof from it.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AND THE Y COMBINATOR is the lambda-calculus version --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recursion from a language with no recursion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(Module 11).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SELF-REFERENCE IS A THEOREM, NOT A LOOPHOLE.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Self-reference is guaranteed rather than permitted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Module 05's proof is not a trick and why quines are inevitable.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Describing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Kolmogorov complexity, and a function that outgrows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Kolmogorov complexity: the length of the shortest program that prints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DEFINITION OF RANDOMNESS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K(x) is the length of the shortest program outputting x.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string is random if K(x) ≈ |x|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it has no shorter description than itself.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strings are random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counting: there are fewer short programs than long strings.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incompressibility is the norm, not the exception.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K is uncomputable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by the Berry paradox made precise: a program that found the shortest program would itself be a short description of its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a one-line proof that general lossless compression cannot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formal definition of randomness that does not mention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both of which are worth having.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busy beaver function grows faster than anything computable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CONCRETE UNCOMPUTABLE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BB(n) is the largest number of steps any halting n-state Turing machine takes.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perfectly well-defined function of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uncomputable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you could compute BB(n), you could decide halting for n-state machines by running them BB(n) steps.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grows faster than every computable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stronger statement than merely being uncomputable.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known values stop almost immediately: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BB(1) through BB(4) are known, BB(5) was settled in 2024 after decades, and BB(6) is known to exceed 10↑↑15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BB(748) is independent of standard set theory.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module establishes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Totality by syntax costs expressiveness, provably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what a total language trades.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Full power costs exactly one unbounded search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all the undecidability traces to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Self-reference is a theorem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Module 05's construction was inevitable rather than clever.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Randomness has a definition that does not mention probability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it is uncomputable.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uncomputable functions can be perfectly concrete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BB(5) is a specific number that took sixty years to find.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BB(748)'s independence from set theory is the striking fact here: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 question about a finite number that no amount of mathematics can settle.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Primitive recursive functions are total by construction and are exactly the bounded-loop programs — and they miss Ackermann's function, by diagonalisation.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So totality guaranteed by syntax costs expressiveness provably, which is precisely what a total functional language trades.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μ-recursion adds one unbounded search and recovers exactly the Turing-computable functions — so all undecidability traces to one construct.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recursion theorem guarantees that self-reference is always available, so quines, viruses, and Module 05's construction are corollaries.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Kolmogorov complexity defines randomness without mentioning probability, and it is uncomputable by the Berry paradox made precise.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busy beaver function grows faster than every computable function, and BB(748) is independent of standard set theory.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