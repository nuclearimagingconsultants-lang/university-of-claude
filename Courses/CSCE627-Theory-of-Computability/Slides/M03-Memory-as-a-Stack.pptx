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the whole hierarchy here orients the rest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 concrete undecidability payoff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PEG row matters; students assume it is a CF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Memory as a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Context-free languages, and why parsing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context-free grammar and derive strings from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equivalence of grammars and pushdown automata.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ambiguity and why it matters for parsing.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a language not context-free.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the practical grammar classes in the hierarchy.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Grammars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Rules that rewrite, and the trees they 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context-free grammar generates; a pushdown automaton recognises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TWO VIEWS OF ONE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grammar is a set of rules rewriting a non-terminal into a string of terminals and non-terminals.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string is in the language if some derivation produces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pushdown automaton is a finite automaton with a stack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push, pop, and branch on the top symbol.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stack is unbounded, and it is the only unbounded memory.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two are equivalent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proof is a construction in each direction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'context-free' can mean either a generating or a recognising device.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stack is exactly what counting needs: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push on each a, pop on each b, accept if empty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{aⁿbⁿ} is context-free, which Module 02 showed is not regular.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memory discipline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Can express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Regular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Finite state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Tokens. Not nesting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Context-free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Nesting. Not cross-dependency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Context-sensitive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tape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aⁿbⁿcⁿ; declare-before-use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Recognisable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Unbounded tape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Anything a program can verify (M04)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Decidable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Tape, with a halting guarantee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Anything a program can decide (M05)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Ambiguity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a string has two trees.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AMBIGUITY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parsing cares, and what cannot be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 grammar is AMBIGUOUS if some string has two distinct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parse trees. The classic: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E -&gt; E + E | E * E | id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Then "a + b * c" has two trees, and THEY MEAN DIFFERENT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THINGS. Parsing is not just recognition; the TREE is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output, and an ambiguous grammar does not determine it.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THE USUAL FIXES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stratify the grammar by precedence level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E -&gt; E + T | T ;  T -&gt; T * F | F ;  F -&gt; id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or declare precedence and associativity and let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parser generator resolve conflicts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-- which is what yacc-family tools do, and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conflict report is telling you the grammar is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ambiguous (CSCE 605 Module 03).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AND SOME LANGUAGES ARE INHERENTLY AMBIGUOUS: no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unambiguous grammar exists for them at all. Rare, and it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establishes that ambiguity is not always a grammar-writing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mistake.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WORSE: WHETHER A GRAMMAR IS AMBIGUOUS IS UNDECIDABLE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(Module 08). So a parser generator cannot tell you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"your grammar is unambiguous" -- it can only report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conflicts IT found with ITS method. That is why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conflict count is a diagnostic rather than a verdict.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undecidability of ambiguity is why parser generators report conflicts rather than verdicts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practical consequence of a theorem.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stack cannot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stack counts one thing at a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CONTEXT-FREE STOPS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{aⁿbⁿcⁿ} is not context-free.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stack can match the a's against the b's, and it is then empty and cannot also match the c's.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Nor is {ww : w ∈ {a,b}*}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stack reverses what it stores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can recognise wwᴿ and not ww.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pumping lemma for context-free languages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pumps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two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segments at once (from a repeated non-terminal in the parse tree), which is the formal tool.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these are exactly the real cases: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declare-before-use, type agreement, and matching argument counts are all beyond context-free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precisely why a compiler has a separate semantic analysis phase (CSCE 605 §06).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Context-free closure, and the surprise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Closed under union, concatenation, and star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combine the grammars.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 closed under intersection.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aⁿbⁿc* and a*bⁿcⁿ are each context-free and their intersection is aⁿbⁿcⁿ, which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 closed under complement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follows.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Closed under intersection with a </a:t>
            </a:r>
            <a:r>
              <a:rPr sz="1800" b="1" i="1">
                <a:solidFill>
                  <a:srgbClr val="3C4555"/>
                </a:solidFill>
                <a:latin typeface="Calibri"/>
              </a:rPr>
              <a:t>regular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language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preserves Module 02's best proof technique.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deterministic context-free languages are a strict subclass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unlike the regular case,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here non-determinism does buy power.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That non-determinism matters here and not for regular languages is worth noting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question's answer depends on the model, which is why P versus NP is hard.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practical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parsers actually accept.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grammar classes tools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Parsed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LL(k)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Recursive descent, predictive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Top-down; no left recursion allowed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LR(k), LALR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Shift-reduce tables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Strictly more powerful than LL; yacc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Deterministic CF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Deterministic PDA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Exactly the LR(1) languages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General CF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Earley, CYK, GLR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O(n³), or O(n²·⁸) by matrix tricks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Packrat, ordered choice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 CF subclass — incomparable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real languages are not quite context-free, and it does not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ENGINEERING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real programming language is context-free.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Declare-before-use, type agreement, and arity checking are all beyond it (Part 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standard architecture splits the work: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regular lexer, a context-free parser, and a separate semantic phase for everything else (CSCE 605 §02–06).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phase uses the weakest machinery that suffices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gives linear lexing, near-linear parsing, and a general-purpose checker only where one is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layering is the practical lesson of this module: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the weakest model that expresses your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weaker models have better algorithms and better error messages.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context-free grammar generates and a pushdown automaton recognises the same class, and the stack is exactly what matched counting needs.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Parsing's output is the tree, so an ambiguous grammar does not determine the meaning — and ambiguity is undecidable, which is why parser generators report conflicts rather than verdicts.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stack counts one thing at a time, so aⁿbⁿcⁿ and ww are beyond context-free — and those are exactly the real cases like declare-before-use.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Context-free languages are not closed under intersection, and aⁿbⁿc* with a*bⁿcⁿ proves it in one line.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Non-determinism buys power for pushdown automata and not for finite ones, which is why the analogous question for polynomial time is hard.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LR(1) exactly characterises the deterministic context-free languages, and PEGs are incomparable with the context-free class rather than a subset.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