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are surprised how many; the table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frame is the most useful thing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place their own toolchain in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Undecidability in the Wild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theorems, in tools you used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undecidable problems in compilers and type systems.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them in program analysis and verification.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they appear and what the tool does instead.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Halting-adjacent problems in security.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tool's documentation for its soundness 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your 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phase meets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COMPILERS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Undecidable problems a compiler 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the compiler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this code reachable?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Conservative: assume reachable unless provably not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 these two pointers alias?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04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Assume they might — and lose optimisations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this loop terminate?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01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Recognise the easy patterns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this grammar ambiguous?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04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Report conflicts (M03 §2)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Are these two expressions equal?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04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01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Syntactic matching plus known identities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this the optimal code?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044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017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Apply a fixed sequence of rewrites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Alias analysis is the most expensive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 DISPROPORTIONATELY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'Can these two pointers refer to the same location?'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compiler cannot rule it out, it must assume they can.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assumption blocks reordering, caching in registers, and vectorisation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undecidability of aliasing costs measurable performance in every C program.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restrict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Fortran historically outperformed C on numerical code: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Fortran's rules let the compiler assume no aliasing.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Rust's borrow checker is interesting here: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makes the programmer supply the proof the compiler cannot find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12 §3's third strategy, in a shipping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your type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it rejects programs that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Type checking is decidable because the language was designed to make it 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Type inference for the full lambda calculus with polymorphic recursion is undecidable.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languages restrict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Hindley–Milner inference is 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(and DEXPTIME-complete in theory, linear in practice)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let-polymorphism is restricted in exactly the way that keeps it decidable.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dependent types push the boundary: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type checking stays decidable only if the language guarantees termination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Agda and Idris have totality checkers.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type checker rejects some programs that would have worked, and that is the price of terminating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alternative is a checker that sometimes does not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Pick two of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SOUND       never accepts a bad program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(no false negatives)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COMPLETE    never rejects a good program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(no false positives)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TERMINATING always gives an answer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RICE SAYS YOU CANNOT HAVE ALL THREE. Pick two.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And which two a tool picked is exactly what its output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licenses you to believe -- so it is the first thing to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find out about any analyser.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Pick two of three is the whole design space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next slide places the tools you already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Who picks which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TYPE CHECKERS            sound + terminating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-&gt; they reject valid programs. You have met this.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MOST LINTERS             neither + terminating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-&gt; false positives AND false negatives, and still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useful, because they are cheap and fast.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VERIFIERS (Astree,       sound + terminating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SPARK, bounded CBMC)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-&gt; many false positives, BY DESIGN, because in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their domain a missed bug is unacceptable.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BUG FINDERS (Infer,      complete-ish + terminating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Coverity)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-&gt; they prefer not to cry wolf, so they miss bugs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deliberately. A product decision, not a defect.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PROOF ASSISTANTS         sound + complete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-&gt; and NOT automatically terminating. A human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supplies the search the tool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proof-assistant row is the only one with both soundness and completeness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pays for them with a human (Module 12 §3).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verification and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stakes are higher.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More undecidable problems you have met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'Is this program malware?'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Undecidable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behavioural properties are semantic. So detection is signatures, heuristics, and sandboxing.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'Does this program leak secrets?'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Non-interference is undecidable; practical systems use type systems or taint tracking, both approximate.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'Can this race occur?'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Undecidable, which is why race detectors report both false positives and false negatives.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'Will this smart contract terminate?'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why Ethereum charges gas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bounding the resource makes it decidable (Module 06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'is this virus signature sufficient?'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Cohen's 1987 result that virus detection is undecidable.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gas mechanism is the cleanest engineering response in this list: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rather than deciding termination, make non-termination expensive and bounded by construction.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Bounded model checking: give up the quantifier on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SUCCESSFUL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'Is there a bug?' is undecidable. 'Is there a bug within k steps?' is 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unroll k steps and hand it to a SAT solver (CSCE 625 §08).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tool answers a strictly weaker question completely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the real question partially.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dominant industrial verification technique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exactly that reason: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answer is trustworthy within its bound, and the bound is stated.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honest claim is 'no bug within 20 steps', not 'no bug'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tool that says the first and a reader who hears the second is the failure mode to watch.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a tool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its documentation should tell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Questions to ask of any analyser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of sound, complete, terminating did it give up?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the documentation does not say, assume neither sound nor complete.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is the bound?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Loop unrolling depth, call depth, timeout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what happens when it is hit.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does 'no issues found' mean?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'Proved safe' and 'found nothing' are completely different claims.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are the documented unsoundness sources?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Reflection, dynamic loading, native code, concurrency — most analysers simply do not model these.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can you construct a false positive and a false negative?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If you can, you understand the tool; if you cannot, you do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question is the project.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Constructing both is the fastest way to calibrate how much to trust an analyser's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take from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Undecidability is not abstract.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why your tools behave the way they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behaviour is derivable from the theorem rather than from the implementation.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analyser gave up one of sound, complete, terminating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one determines what its output licenses you to believe.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Bounding a resource is the most successful response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gas, unrolling depth, timeouts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it converts an undecidable question into a decidable weaker one with a stated scope.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tools are genuinely useful anyway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point.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Undecidability constrains what a tool can promise and not whether it is worth having.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Reachability, aliasing, termination, grammar ambiguity, expression equality, and optimality are all undecidable, and all are Rice's theorem.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Aliasing is the most expensive one, which is why `restrict` exists and why Rust makes the programmer supply the proof.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Type checking is decidable because languages were designed to make it so, and a checker rejecting valid programs is the price of terminating.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Pick two of three — sound, complete, terminating — is the whole design space, and which two a tool picked tells you what its output means.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Bounded model checking gives up the quantifier on purpose and answers a weaker question completely, which is why it dominates industrially.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If you cannot construct a false positive and a false negative for an analyser, you do not understand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