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construction before drawing the conclusions.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 vs NP parallel is the connection worth making early.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apply the lemma mechanically and fail; the string-choice tactic is the teachable part.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intersection trick saves many painful pumping arguments.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627 — Theory of Computability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Finite Memory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What a machine with no memory of how it got here cannot do.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627 · Module 02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Define a DFA and an NFA and convert between them.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non-determinism adds no power here.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Prove a language non-regular with the pumping lemma.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the closure properties and use them in proofs.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Recognise regular languages in practical settings.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627 · Theory of Computability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States, transitions, and nothing else.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627 · Theory of Computability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finite automaton's only memory is which state it is in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WHOLE CONSTRAINT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finite set of states, a transition on each input symbol, a start state, and a set of accepting states.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Read the input once, left to right.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machine's entire memory of the input so far is one state out of finitely many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means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two inputs leading to the same state are indistinguishable forever after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That observation is the whole theory.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language is regular exactly when it has finitely many distinguishable prefix classes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(Myhill–Nerode), and every non-regularity proof is that fact in disguise.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gives the minimal DFA for free: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 states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are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 equivalence classes, so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minimal automaton is unique up to renaming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unusual and useful.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627 · Theory of Computability  —  Module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EQUIVALENCE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Non-determinism adds nothing, and the proof is a construction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AN NFA may have several transitions on one symbol, or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none, or epsilon-transitions. It accepts if SOME path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accepts.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CLAIM: every NFA has an equivalent DFA.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THE SUBSET CONSTRUCTION: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  the DFA's states are SETS of NFA states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  the DFA's state after reading w is exactly the set of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      NFA states reachable on w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  accept if that set contains any NFA accepting state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Determinism is recovered by tracking ALL the places the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NFA could be, at once.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THE COST: 2^n states in the worst case, and that bound is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TIGHT -- there are languages where every equivalent DFA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really does need exponentially many states.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Determinism is recovered by tracking all the places the NFA could be at once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, which costs states and buys predictability.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627 · Theory of Computability  —  Module 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CONSEQUENCES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that equivalence means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SO NON-DETERMINISM BUYS CONCISENESS, NOT POWER.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That distinction recurs. In CSCE 637, whether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non-determinism buys POWER for polynomial time is the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P vs NP question, and it is OPEN. Here the same question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is settled, and the answer is no.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AND IT IS WHY REGEX ENGINES COME IN TWO KINDS: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  Thompson NFA simulation -- linear time, because it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      tracks a SET of states rather than searching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      paths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  backtracking -- exponential worst case, but it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      supports backreferences, which are not regular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      at all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So the engine choice is a choice about which language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class you support, and the performance follows from the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theory rather than from implementation quality.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Catastrophic backtracking is a direct consequence of leaving the regular languages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a theorem showing up as a production incident.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627 · Theory of Computability  —  Module 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Proving a limit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pumping lemma, and how to use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627 · Theory of Computability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pumping lemma is the pigeonhole principle on states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WHERE IT COMES FROM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If a DFA with p states accepts a string of length at least p, some state repeats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there are more steps than states.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segment between the two visits to that state is a loop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it can be traversed any number of times and the machine still accepts.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every sufficiently long accepted string splits as xyz with |y| &gt; 0 and |xy| ≤ p, and xyⁱz is accepted for every i ≥ 0.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To prove a language non-regular, assume p exists, choose a string cleverly, and show no valid split survives pumping.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art is entirely in the choice of string.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627 · Theory of Computability  —  Module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WORKED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proof, in full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CLAIM: L = { a^n b^n : n &gt;= 0 } is not regular.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Suppose it is, with pumping length p.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Choose s = a^p b^p, which is in L and has length &gt;= p.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The lemma gives s = xyz with |y| &gt; 0 and |xy| &lt;= p.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Since |xy| &lt;= p, the prefix xy lies entirely within the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a's -- so y consists only of a's, and y is non-empty.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Then xyyz has MORE a's than b's, so it is not in L.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But the lemma says xyyz must be in L. Contradiction.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Therefore L is not regular.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WHY THE CHOICE OF s MATTERED: with s = (ab)^p the split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could straddle, and the argument is harder. With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s = a^p b^p the |xy| &lt;= p condition pins y inside the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a's, which is what makes the contradiction immediate.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THE GENERAL TACTIC: choose s so that the |xy| &lt;= p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condition FORCES y into a region where pumping visibly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breaks a counting or matching requirement.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AND THE INTUITION FIRST: a^n b^n needs UNBOUNDED counting,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and finite state cannot count without a bound. The lemma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is the formal version of that; have the intuition before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writing the proof.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Have the intuition before the proof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'this needs unbounded memory' comes first, and the lemma makes it rigorous.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627 · Theory of Computability  —  Module 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Closure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Building proofs out of other proofs.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627 · Theory of Computability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CLOSURE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Regular languages are closed under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377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Operation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4368" y="1901952"/>
            <a:ext cx="38404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54096" y="19568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Construction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84848" y="1901952"/>
            <a:ext cx="47548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94576" y="1956816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Note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Union, intersection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44368" y="2377440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54096" y="24140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Product automaton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84848" y="2377440"/>
            <a:ext cx="4754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94576" y="2414016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States are pairs; accept per the operation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Complement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44368" y="2852928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889504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Swap accepting states — of a DFA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84848" y="2852928"/>
            <a:ext cx="4754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94576" y="2889504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Does NOT work on an NFA. A classic error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Concatenation, star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44368" y="3328416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364992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Easy with an NFA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84848" y="3328416"/>
            <a:ext cx="4754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94576" y="3364992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Which is what NFAs are for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Reversal, homomorphism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44368" y="3803904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54096" y="3840480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Reverse the arrows; relabel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84848" y="3803904"/>
            <a:ext cx="4754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94576" y="3840480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Both straightforward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Intersection with regular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44368" y="4279392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54096" y="4315968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Product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784848" y="4279392"/>
            <a:ext cx="4754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94576" y="4315968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most useful proof tool — see below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627 · Theory of Computability  —  Module 02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closure proofs beat pumping proofs when they apply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PRACTICAL ADVICE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Pumping arguments require inventing a string and checking every split.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They are error-prone and the cases multiply.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Closure arguments reuse a result you already have.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To show L non-regular, intersect it with a regular language and obtain a known non-regular language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if L were regular, so would that be.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Example: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 language of balanced strings over {a,b} intersected with a*b* is {aⁿbⁿ}, which Part 2 settled.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try closure first.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note that the pumping lemma is necessary but not sufficient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 language can satisfy it and still not be regular, so a failed pumping argument proves nothing.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627 · Theory of Computability  —  Module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In practice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Where regular languages actually appear.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627 · Theory of Computability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Regular languages in real systems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Lexical analysis.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Tokens are regular by design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which is why a lexer is a DFA and runs in linear time (CSCE 605 §02).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Protocol and input validation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where finite state is exactly the right amount of power and an unbounded parser would be a liability.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Model checking of finite-state systems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where the state space is finite by construction and everything is decidable.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Text search.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Thompson NFA simulation is linear and immune to catastrophic backtracking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which is why </a:t>
            </a:r>
            <a:r>
              <a:rPr sz="1472" b="0" i="0">
                <a:solidFill>
                  <a:srgbClr val="3C4555"/>
                </a:solidFill>
                <a:latin typeface="Consolas"/>
              </a:rPr>
              <a:t>grep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does not hang and some regex libraries do.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And not: matching nested brackets, HTML, or anything balanced.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That is Module 03, and the famous refusal to parse HTML with a regex is this theorem.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'Regex' in most libraries is not regular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backreferences and lookahead exceed the regular languages, which is exactly where the exponential behaviour comes from.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627 · Theory of Computability  —  Module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A finite automaton's entire memory is its current state, so two inputs reaching the same state are indistinguishable forever after.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A language is regular exactly when it has finitely many distinguishable prefix classes, and the minimal DFA's states are those classes.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Non-determinism buys conciseness and not power here — whereas the same question for polynomial time is P versus NP and is open.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The pumping lemma is the pigeonhole principle on states, and the art is entirely in choosing the string.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Closure under intersection is the better proof technique when it applies, and a failed pumping argument proves nothing.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Most libraries' 'regex' is not regular — backreferences exceed the class, which is where catastrophic backtracking comes from.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627 · Theory of Computability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