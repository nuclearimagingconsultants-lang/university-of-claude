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problem/language identification is what makes everything else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independence of the formalisations is the whole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 Computation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the question needed answering.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formal definition of algorithm was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Church–Turing thesis and classify what kind of claim it 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multiple independent definitions coinciding is the evidence.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 problem from an instance and from a language.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an impossibility result is and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Hilbert asked for a procedure, and nobody could say what that was.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cannot prove no algorithm exists until you define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1930S MATTERED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Hilbert's tenth problem asked for a procedure to decide whether a Diophantine equation has an integer solution.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Everyone understood the request.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nobody could prove that no such procedure exists, because 'procedure' was not defined.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cannot quantify over a class you have not specified.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1930s produced definitions: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Church's lambda calculus, Turing's machines, Gödel and Herbrand's recursive functions, Post's rewriting systems.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all turned out to define the same class of functions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was not expected and is the central evidence of Part 2.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Hilbert's tenth was then settled, negatively, in 1970.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Problem, instance,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specific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'Is 91 prime?'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Problem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family of all instances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'Given n, is n prime?'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Decision 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problem with a yes/no answer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Primality. Not factoring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Language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set of strings whose answer is 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{ n : n is prime }, encoded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Encoding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 objects become strings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Usually immaterial — but see the 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Encoding usually does not matter, and knowing when it does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DETAIL WITH REAL TEETH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reasonable encoding of a graph, a program, or a number can be converted to any other in polynomial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decidability is encoding-independent, and so is polynomial-time complexity.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exception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unary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versus binary for numbers.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number n written in unary takes n symbols and in binary takes log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algorithm polynomial in the unary length is exponential in the binary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exactly what 'pseudo-polynomial' means (CSCE 629's knapsack).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Decidability is unaffected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complexity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one of the differences between this course and CSCE 637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worth filing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kind of claim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Church–Turing thesis is not a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THIS IS IMPORTANT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claim is that the intuitive notion of 'effectively computable' coincides with Turing computability.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cannot be proved, because one side is informal.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claim about the adequacy of a definition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mathematical statement — and conflating the two is the commonest confusion about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evidence is the coincidence of independent formalisations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11): lambda calculus, recursive functions, Post systems, register machines, cellular automata, and every programming language.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Nothing has ever been proposed that is effectively computable and not Turing computable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ninety years of attempts, including quantum computation,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changes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speed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and not the class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Independent definitions, one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Proposed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Lambda calculus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Church, 1936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Function abstraction and application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Turing machines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Turing, 1936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tape and a finite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μ-recursive functions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Gödel, Herbrand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Composition, recursion, minimisation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 systems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Post, 1936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String rewriting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Register machines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Minsky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counters suffice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Rule 110, Game of Life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Cook, Conway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Cellular automata (M11)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limit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Reading an impossibility result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'undecidable' does and does not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says: no single algorithm answers </a:t>
            </a:r>
            <a:r>
              <a:rPr sz="1750" b="1" i="1">
                <a:solidFill>
                  <a:srgbClr val="3C4555"/>
                </a:solidFill>
                <a:latin typeface="Calibri"/>
              </a:rPr>
              <a:t>every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 instance.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That is the entire claim.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say any particular instance is hard.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programs you can write are obviously terminating or obviously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difficulty is in the universal quantifier.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forbid a useful tool.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Answer yes, no, or 'I cannot tell' and you have a decidable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forbid solving a restricted version.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Terminating for loops, well-founded recursion, total functional languages — all decidable.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is permanent.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hardware, no model, and no cleverness changes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unlike every other result in this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'Undecidable' means the problem has no total algorithm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conflating that with 'intractable in practice' is the mistake to avoid for the next twelve modules.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SHAPE OF THE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02–03: what weaker machines cannot do.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Finite memory and a stack — and the proofs are the same techniques in miniature.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04–07: the Turing machine, undecidability, and the structure above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Diagonalisation and reduction, which are the course's two methods.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08–10: undecidability in practice, computable functions, and incompleteness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Gödel's theorem is a corollary of Module 05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most satisfying connection 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11–13: other models, the engineering response, and an honest statement of the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You cannot prove no algorithm exists until 'algorithm' is defined, which is why the 1930s mattered and why Hilbert's tenth waited until 1970.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decision problem is a language — the set of strings whose answer is yes — and that identification is what makes the mathematics 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Encoding does not affect decidability; unary versus binary does affect complexity, which is what 'pseudo-polynomial' means.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Church–Turing thesis is a claim about the adequacy of a definition, not a theorem, and the evidence is the coincidence of independent formalisations.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'Undecidable' means no single algorithm answers every instance; it says nothing about any particular instance.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And the results are permanent — unlike everything else in this program, no hardware or model change affects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