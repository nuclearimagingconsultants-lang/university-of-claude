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the template explicitly; it is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bounded row is the bridge to Module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Making the identity explicit saves students relearning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Reductions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hard problem becomes many.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 mapping reduction and state what it preserves.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Get the direction right, which is where attempts fail.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Construct reductions proving several problems undecidable.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apply Rice's theorem.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relationship to NP-hardness reductions.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Transform instances, and transfer the impossibility.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reduction transforms instances, and the direction is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GET THIS RIGHT AND THE REST IS MECHANICAL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mapping reduction from A to B is a computable function f with x ∈ A if and only if f(x) ∈ B.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Write A ≤ B.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≤ B and B is decidable, then A is 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transform and ask.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contrapositively, if A is undecidable then so is B.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to prove B undecidable, reduce a known undecidable problem TO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≤ B, with A known hard. Not the other way round.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direction is where almost every attempt fails.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Reducing B to HALT proves nothing about B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says B is no harder than halting, which is not what you wanted to show.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construction, as a recipe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TO PROVE B UNDECIDABLE: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Assume a decider R for B.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Build a decider for HALT (or A_TM) using R.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Conclude R cannot exist.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STANDARD SHAPE: given (M, w), construct a NEW machine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M' whose B-property holds exactly when M halts on w.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EXAMPLE -- "does M accept the empty string?":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Given (M, w), build M':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M'(x):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ignore x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run M on w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if that halts, accept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Then M' accepts the empty string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&lt;=&gt; M' accepts everything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&lt;=&gt; M halts on w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So a decider for "accepts the empty string" would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decide HALT. Contradiction.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Note what M′ does: it ignores its own input and runs the machine you are asking about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that one move generates most of the reductions in the subject.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Rice's theorem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Everything interesting is undecidable, in one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Rice: every non-trivial semantic property of programs is undecidable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GENERALISES ALL OF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Let P be a property of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language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 machine recognises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property of behaviour, not of syntax.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P is non-trivial (some machines have it, some do not), P is undecidable.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does this program compute the identity? Does it ever output 7? Is it equivalent to that one? Does it halt on all inputs? Is this dead code?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undecidable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one stroke.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conditions matter.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'Semantic' excludes syntactic properties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'has fewer than 100 states' is decidable.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'Non-trivial' excludes 'always true' and 'always false'.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why static analysis is hard in principle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Rice's theorem says you are not failing to find the clever algorithm; there isn't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APPLYING 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Semantic or syntactic?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'Halts on every input'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Semantic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'Accepts a finite language'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Semantic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'Equivalent to this other program'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Semantic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Undecidable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'Contains a while loop'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Syntactic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Decidable — just look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'Has at most 50 states'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Syntactic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Decidable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'Halts within 1000 steps'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0740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1713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Neither, strictly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Decidable — simulate 1000 steps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More reductions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Problems far from programs.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Undecidable by reduction, and not obviously about computation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Post correspondence problem.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Given domino pairs, is there a sequence matching top and bottom?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Pure string manipulation, undecidable.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Grammar ambiguity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03 §2), and whether two context-free grammars generate the same language.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Tiling the plane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with a given finite tile set.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Geometry, undecidable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and connected to aperiodic tilings.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Hilbert's tenth: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does a Diophantine equation have an integer solution?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Number theory, undecidable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01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matrix mortality: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can a product of given integer matrices be zero?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Linear algebra, undecidable.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Undecidability is not confined to questions about programs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these problems make no reference to computation, and the reductions are how computation gets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Post correspondence is the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MATTERS DISPROPORTIONATELY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PCP is undecidable, by a reduction from halting that encodes a computation history as a domino 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PCP is then easy to reduce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to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other string and grammar problems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it is the intermediate step in so many proofs.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grammar ambiguity's undecidability goes via PCP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directly from halting — the reduction is far more natural that 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general pattern: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build a small library of hard problems in different shapes, and reduce from whichever one is closest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exactly as CSCE 629 does with 3-SAT, vertex cover, and Hamiltonian 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parallel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Same technique, different resource bound.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Undecidability against NP-hardness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This course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CSCE 629 / CSCE 637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Reduce from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HALT or Aₜₘ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3-SAT, or another NP-complete problem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 must be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Computable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Computable in polynomial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Conclusion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algorithm at 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polynomial algorithm, unless P = NP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Proved, unconditional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Conditional on P ≠ NP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Known hard → your problem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Known hard → your problem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practical upshot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TO DO WITH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you meet a problem that resists solution, try to prove it impossible.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hour spent attempting a reduction is cheaper than a month of algorithm design.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successful reduction redirects the effort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toward restriction, approximation, or a partial answer (Module 12), all of which are productive.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Rice's theorem makes this unusually fast for program analysis: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property is semantic and non-trivial, stop and design the approximation.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professional value of this module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recognising impossibility early is a skill, and it saves more time than any optimisation.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mapping reduction from A to B means B is at least as hard, so to prove B undecidable you reduce a known undecidable problem TO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direction is where almost every attempt fails — reducing your problem to HALT proves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workhorse construction builds a machine that ignores its input and runs the machine in question, so its behaviour encodes halting.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Rice's theorem: every non-trivial semantic property of programs is undecidable — which is why static analysis is hard in principle.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Bounding the resource makes the question decidable, which is what every practical analyser and bounded model checker does.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technique is identical to NP-hardness reduction and only the resource bound on the transformation differs.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