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counting method is genuinely usable; make students do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enjoy placing problems once they see it is mechanical.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627 — Theory of Computability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Degrees of Unsolvability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Undecidable is not one 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627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an oracle machine and relative computability.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Turing reducibility and Turing degrees.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problems in the arithmetic hierarchy.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hierarchy does not collapse.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this structure matters for Module 08.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if you were given the answer to halting?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oracle machine can ask a question it cannot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Give a Turing machine a black box that answers membership in some language A, in one step.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an oracle machine.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a HALT oracle, halting becomes trivially decidable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new problems become undecidable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relative to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'B is Turing reducible to A' (B ≤_T A) means an A-oracle machine decides B.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weaker and more general notion than Module 06's mapping reduction.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gives a notion of equivalent difficulty: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and B have the same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Turing degree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if each reduces to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'as hard as' becomes a precise 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halting problem relativises, and that is the key fact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STRUCTURE IS INFINITE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 05's proof used nothing about the machine model except that programs are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it goes through unchanged for oracle machines.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'does this HALT-oracle machine halt?' is undecidable even with a HALT oracle.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Call it HALT′, the jump.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can do it again, forever.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HALT, HALT′, HALT″, …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infinite strictly increasing sequence of difficulties.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'undecidable' names infinitely many distinct levels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one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Module 05's EQ_TM really is harder than halting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being loosely described that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Counting quantifiers.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ARITHMETIC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Difficulty is quantifier alternation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Write a problem as a formula over a DECIDABLE predicate R,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count the leading quantifiers.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Sigma_1   exists y . R(x,y)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RECOGNISABLE. "M halts on w" = exists a halting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computation. One existential; a finite witness.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Pi_1      forall y . R(x,y)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CO-RECOGNISABLE. "M halts on EVERY input" --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no finite witness, and the complement is Sigma_1.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Sigma_2   exists y forall z . R(x,y,z)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"M accepts a finite language": there EXISTS a bound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such that FOR ALL longer strings M rejects.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Pi_2      forall y exists z . R(x,y,z)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"M halts on infinitely many inputs".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SO ON, ALTERNATING. The hierarchy is STRICT: each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level contains problems not in any lower one, proved by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diagonalisation at that level (Module 05 Part 3).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TO PLACE A PROBLEM: WRITE IT WITH QUANTIFIERS AND COUNT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ALTERNATIONS. That is the whole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Quantifier alternation is the measure of difficulty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Σ₁ ∩ Π₁ is exactly the decidable problems — Module 04's complement theorem, restated.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familiar problems 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42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1908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Decidable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Σ₁ ∩ Π₁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 halts on 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245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Σ₁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1908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∃ a halting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 halts on all inputs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Π₂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1908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∀w ∃ a run that halts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 accepts nothing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Π₁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908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∀w, M does not accept 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 accepts a finite 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245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42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Σ₂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1908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∃ bound ∀ longer, rejects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M₁ ≡ M₂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24528" y="4754879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34256" y="4791455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Π₂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908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∀w, both agree — each Σ₁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Beyond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hierarchy buys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distinguishes 'undecidable' from 'hopeless'.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Σ₁ problem has verifiable yes-instances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a semi-decision procedure exists and is useful.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predicts which direction a tool can be sound in.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Π₁ properties can be refuted by one counterexample and not confirmed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is exactly a testing asymmetry.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explains why some verification is harder than others.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Safety is Π₁; liveness is Π₂ — and liveness really is harder, in a provable sense.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It is where the polynomial hierarchy comes from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637), by bounding the quantifiers.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it tells you a hard problem is not necessarily equally hard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Post's problem asked whether there is a degree strictly between, and the answer is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safety/liveness distinction is the most useful practical consequence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tool that checks safety can be sound; a liveness checker faces a strictly harder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Safety and liveness, and why the asymmetry is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ENGINEERING PAYOFF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safety property says 'nothing bad happens' — ∀ states, the state is good.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Π₁: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one bad state refutes it, and no finite trace confirms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liveness property says 'something good eventually happens' — ∀ paths ∃ a point.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Π₂, strictly harder.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testing finds safety violations and essentially never establishes liveness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failing test is a counterexample to safety and no test is evidence about eventuality.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why model checkers treat the two differently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safety by reachability, liveness by cycle detection on the product with a Büchi automaton.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algorithms differ because the levels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is known about the degrees.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degree structure is rich, strange, and mostly settled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BRIEF TOUR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a least degree (the decidable problems) and the jump operator always strictly increases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there is no greatest.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Post's problem: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there a recognisable problem strictly between decidable and HALT?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Yes — proved independently by Friedberg and Muchnik in 1956, by the priority method.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degrees are not a line.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are incomparable degrees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problems neither of which reduces to the other, which is non-transitivity of difficulty.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a deep and specialised field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knowing that it exists and that difficulty is a partial order rather than a scale is the useful takeaway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more than any particular result in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 oracle machine gets membership in some language for free, which defines Turing reducibility — weaker and more general than mapping reduction.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halting proof relativises, so there is a strictly harder halting problem above every level, and the hierarchy is infinite.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Difficulty is quantifier alternation: write the problem with quantifiers over a decidable predicate and count.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Σ₁ and Π₁ intersect exactly in the decidable problems, which is Module 04's complement theorem restated.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Safety is Π₁ and liveness is Π₂, which is why testing refutes safety and never establishes liveness.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degrees are a partial order rather than a scale — there are incomparable degrees, and a degree strictly between decidable and halting.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627 · Theory of Computability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