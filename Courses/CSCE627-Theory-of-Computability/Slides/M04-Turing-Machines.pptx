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two-counters result is worth stating; it is genuinely surprising.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one theorem does most of the work in Modules 05-07.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underestimate how much depends on the encoding.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Turing Machines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model, and why it is the right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 Turing machine and trace a computation.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robustness — why variants add no power.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decidable from Turing-recognisable.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universal Turing machine and what it established.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Encode machines as strings and explain why that is essential.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tape, a head, and a finite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Turing machine is a finite automaton with unbounded, rewritable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DEFINITION, AND WHY IT IS SHAPED THAT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infinite tape, a head that reads and writes one cell and moves one step, and a finite control.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finite control is the program and the tape is the memory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machine has a fixed-size description and unbounded working space, which is exactly the situation of a real computer.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Turing designed it to model a person computing with paper and pencil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justification in his paper is an argument about what such a person can do — which is why the thesis is credible.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model is deliberately inefficient.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tool for proving what is possible, not for computing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its polynomial-time class matters (CSCE 637) and its constants do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variant computes the same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MULTIPLE TAPES           -&gt; simulate on one, interleaved.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Costs a quadratic slowdown. Same class.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TWO-WAY INFINITE TAPE    -&gt; fold it, store both halves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interleaved on a one-way tape. Same class.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NON-DETERMINISM          -&gt; breadth-first search the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computation tree on a deterministic machine.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EXPONENTIAL slowdown. SAME CLASS.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RANDOM ACCESS            -&gt; simulate addressing by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scanning. Polynomial slowdown. Same class.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 STACK INSTEAD OF A TAPE -&gt; NOT the same class. That is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Module 03, and it is strictly weaker.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TWO STACKS               -&gt; same class as one tape, which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is a pleasant surprise.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TWO COUNTERS             -&gt; ALSO the same class (Minsky).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Astonishing, and true.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SO THE CLASS OF COMPUTABLE FUNCTIONS IS ROBUST to every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reasonable change in the model, and only the TIME changes.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WHICH IS WHY THIS COURSE AND CSCE 637 DIVIDE WHERE THEY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DO: computability is model-independent, so it can be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settled; complexity is model-sensitive, so it needs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care -- and the non-determinism row is exactly where P vs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NP lives.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Robustness is what makes the definition trustworthy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notion that changed under reformulation would not be worth proving things about.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kinds of 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distinction everything in Module 05 rests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Decidable against recognisable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Decidable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Turing-recognisable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 a yes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Halts and accepts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Halts and accepts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 a 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Halts and rejects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May run forever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Also called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Recursive; 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Semi-decidable; recursively enumerable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Closed under complement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— and that asymmetry is the key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Example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Primality, regular-language membership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Halting, provability, Diophantine solvability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Recognisable means 'verifiable when the answer is yes'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USEFUL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language is recognisable exactly when its members have finite certificates you can check.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'This program halts' is witnessed by its halting computation.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recognisable is the enumerable class: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can list the members, in some order, eventually printing every one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never know whether a particular absent item is absent or merely late.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why it is also called recursively enumerable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enumeration view is frequently the easier one for proofs.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parallel with CSCE 637's NP is exact in form: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NP is 'verifiable in polynomial time given a short certificate'; recognisable is 'verifiable eventually'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structure with the resource bound removed.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Universality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machine that runs machines.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universal machine is the idea that made computers possible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IT WAS A THEOREM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Encode a Turing machine as a string.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Then there is a single machine U that, given the encoding of M and an input w, simulates M on 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one fixed machine can do what any machine does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given its description as data — which is the stored-program computer, stated as a theorem in 1936.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encoding is what makes it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also what makes Module 05 possible: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once programs are data, a program can take itself as input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where diagonalisation comes from.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means the halting problem is about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language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set of encoded (M, w) pairs where M halts on w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what lets the mathematics proceed.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'programs are data' is load-bearing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 Turing machine is a finite object: a state set, an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alphabet, and a transition table. So it can be written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down as a string.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THREE CONSEQUENCES, EACH ESSENTIAL: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1. THE UNIVERSAL MACHINE exists -- one machine simulating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any other from its description. The stored-program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computer, proved before it was built.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2. SELF-REFERENCE becomes available. A machine can be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given ITS OWN description as input. Not a paradox and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not a trick: just a string being passed to a program.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-- This is where Module 05's diagonalisation and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Module 09's recursion theorem both come from.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3. PROPERTIES OF PROGRAMS BECOME LANGUAGES. "Does M halt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on w?" is membership in a set of strings, so the whole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apparatus of Modules 02-03 applies to questions ABOUT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PROGRAMS.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-- Which is what makes Module 06's reductions possible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and Module 08's results about real tools meaningful.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ALL THREE DEPEND ON ONE OBSERVATION: a program is a finite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object, so it is a string. Everything after this module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rests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Programs-as-data is the hinge of the whole course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is also why your compiler is a program that reads programs.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easy argument that most things are uncomputable.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Almost all functions are uncomputable, by 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CHEAPEST IMPOSSIBILITY PROOF THERE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are countably many Turing machines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each is a finite string over a finite alphabet.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there are uncountably many functions from strings to {0,1}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Cantor's diagonal argument.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almost every such function is not computed by any machine.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computable functions are a measure-zero fragment of all functions.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proves that uncomputable functions exist and names none of them.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 05's contribution is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specific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natural, important uncomputable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is much harder and much more useful than this counting argument.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this module establishes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simple model computes everything computable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every reasonable variant computes the same class.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class is robust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what makes impossibility proofs about it worth having.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Decidable and recognisable are different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complement asymmetry between them is Module 05's main tool.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Programs are data, so programs can be inputs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makes self-reference and the universal machine both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uncomputable functions exist for cheap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while finding an </a:t>
            </a:r>
            <a:r>
              <a:rPr sz="1750" b="0" i="1">
                <a:solidFill>
                  <a:srgbClr val="3C4555"/>
                </a:solidFill>
                <a:latin typeface="Calibri"/>
              </a:rPr>
              <a:t>interesting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one is Module 05's job.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Everything from here uses the encoding.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If one thing from this module should stick, it is that a program is a finite object and therefore a string.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Turing machine is a finite control plus unbounded rewritable memory, designed to model a person computing with paper.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Every reasonable variant computes the same class and only the time changes — which is why computability is settled and complexity is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Decidable halts on every input; recognisable may run forever on a no — and the complement asymmetry is the key tool.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If a language and its complement are both recognisable, the language is decidable — run both and one must halt.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Programs are finite objects and therefore strings, which gives the universal machine, self-reference, and properties-as-languages.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Uncomputable functions exist by a one-line counting argument; finding an interesting one is much harder and is Module 05's contribution.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