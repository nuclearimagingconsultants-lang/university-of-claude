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table is the practical core of the course.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Astree result is the proof this approach scales.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independent-checker point is the real value of certificates.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627 — Theory of Computability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The Engineering Response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What to do about an undecidable problem.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627 · Module 12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Name the four strategies and choose between them.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abstract interpretation and soundness by construction.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certificate strategy and its trade.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Design an analysis with a stated soundness position.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the choice is a product decision.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627 · Theory of Computability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four strategies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And every tool uses at least 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627 · Theory of Computability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STRATEGIES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Four ways to live with undecidability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5603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Strategy</a:t>
            </a:r>
          </a:p>
        </p:txBody>
      </p:sp>
      <p:sp>
        <p:nvSpPr>
          <p:cNvPr id="8" name="Rectangle 7"/>
          <p:cNvSpPr/>
          <p:nvPr/>
        </p:nvSpPr>
        <p:spPr>
          <a:xfrm>
            <a:off x="3127248" y="1901952"/>
            <a:ext cx="32918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36976" y="1956816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Give up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19088" y="1901952"/>
            <a:ext cx="49377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28816" y="1956816"/>
            <a:ext cx="4718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Example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Approximate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27248" y="2377440"/>
            <a:ext cx="32918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36976" y="2414016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Precision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19088" y="2377440"/>
            <a:ext cx="4937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28816" y="2414016"/>
            <a:ext cx="4718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Abstract interpretation; type systems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Restrict the input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27248" y="2852928"/>
            <a:ext cx="32918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36976" y="2889504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Expressiveness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19088" y="2852928"/>
            <a:ext cx="49377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28816" y="2889504"/>
            <a:ext cx="4718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Total languages; non-Turing configs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Bound a resource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27248" y="3328416"/>
            <a:ext cx="32918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36976" y="3364992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Coverage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19088" y="3328416"/>
            <a:ext cx="4937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28816" y="3364992"/>
            <a:ext cx="4718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Bounded model checking; gas; timeouts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Demand a certificate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27248" y="3803904"/>
            <a:ext cx="32918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36976" y="3840480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Automation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19088" y="3803904"/>
            <a:ext cx="49377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28816" y="3840480"/>
            <a:ext cx="4718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Proof-carrying code; Rust lifetimes; proof assistants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627 · Theory of Computability  —  Module 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Approximation can be sound by construction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IDEA BEHIND ABSTRACT INTERPRETATION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Instead of computing exact values, compute an over-approximation.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Instead of 'x = 7', compute 'x ∈ [0, 10]' or 'x is positive'.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Design the abstract domain and operations so that the abstract result always contains the concrete one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then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soundness is a property of the construction rather than something to test.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analysis terminates because the abstract domain has finite height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or a widening operator forces convergence.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Termination is also built in.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you get sound and terminating, and lose precision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is Module 08 §2's pick-two, with the loss located in a place you can measure and tune.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627 · Theory of Computability  —  Module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ABSTRACT INTERPRETATION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machinery, concretely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CONCRETE: x = 5; y = 3; z = x + y;      -&gt; z = 8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ABSTRACT, with the SIGN domain: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x : positive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y : positive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z : positive + positive = positive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The abstract result is correct and less informative, and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it was computed WITHOUT running the program.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THE DESIGN OBLIGATIONS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a DOMAIN (signs, intervals, octagons, polyhedra)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a TRANSFER FUNCTION per operation, over-approximating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a JOIN for merging branches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    positive join negative = unknown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and WIDENING for loops, forcing convergence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    [0,1] then [0,2] then [0,3] ... widen to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    [0, infinity]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PRECISION IS A DIAL: signs are cheap and coarse,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intervals better, octagons (x - y &lt;= c) better again,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polyhedra precise and expensive.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ASTREE verified absence of runtime errors in Airbus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flight control code with this. Sound, terminating, and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it required engineers to tune the domains per module.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Precision is a tunable dial and soundness is not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which is exactly the right place to put the engineering effort.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627 · Theory of Computability  —  Module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Restriction and bounding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other two, briefly.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627 · Theory of Computability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RESTRICTION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Give up expressiveness, gain decidability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Total functional languages.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Agda, Idris.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Termination guaranteed, and some computable functions cannot be written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(Module 09 §1).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Non-Turing-complete configuration.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Dhall, Starlark.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Deliberate weakness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(Module 11 §2).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Decidable logical fragments.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Presburger, linear arithmetic, bit-vectors — which is how SMT solvers are built (Module 10 §4).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Structured programming.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Bounded loops and no </a:t>
            </a:r>
            <a:r>
              <a:rPr sz="1610" b="1" i="0">
                <a:solidFill>
                  <a:srgbClr val="3C4555"/>
                </a:solidFill>
                <a:latin typeface="Consolas"/>
              </a:rPr>
              <a:t>goto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 make many analyses easy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which is a retrospective theoretical justification for a style argument.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type systems themselves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which restrict what can be expressed in order to decide something about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Restriction is the most underused strategy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, because it must be chosen at design time — and it is the only one that makes the problem genuinely go away.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627 · Theory of Computability  —  Module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Bounding is the easiest and the most honest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IF YOU STATE THE BOUND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Unroll loops k times; explore to depth d; stop after t seconds.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bounded question is decidable, always, by Module 06 §2.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claim is clean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if you state the bound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'no error within 20 steps' is a complete, checkable, useful statement.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failure mode is reporting the bounded result as unbounded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Module 08 §3 flagged, and which is a documentation failure rather than a technical one.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it composes with the others: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bounded abstract interpretation, bounded search over a restricted language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real tools stack them.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627 · Theory of Computability  —  Module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Certificates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Make someone else find the proof.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627 · Theory of Computability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If finding the proof is undecidable, checking one is not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ASYMMETRY TO EXPLOIT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Module 04 §2's recognisability means a proof can be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checked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 mechanically even when it cannot be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found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demand the proof as input.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Proof-carrying code, verified compilers' certificates, dependently typed programs, and Rust's lifetime annotations are all this.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cost is that a human or a separate tool must produce it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real work and is why verification is expensive.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gain is a sound and complete checker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only position that gets both, because the search has been moved outside the tool.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That is the whole trade.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627 · Theory of Computability  —  Module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CERTIFICATES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Who produces the certificate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6517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432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Approach</a:t>
            </a:r>
          </a:p>
        </p:txBody>
      </p:sp>
      <p:sp>
        <p:nvSpPr>
          <p:cNvPr id="8" name="Rectangle 7"/>
          <p:cNvSpPr/>
          <p:nvPr/>
        </p:nvSpPr>
        <p:spPr>
          <a:xfrm>
            <a:off x="3218688" y="1901952"/>
            <a:ext cx="34747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28416" y="1956816"/>
            <a:ext cx="32552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Certificate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93408" y="1901952"/>
            <a:ext cx="46634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03136" y="1956816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Produced by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651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432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Rust ownership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18688" y="2377440"/>
            <a:ext cx="34747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28416" y="2414016"/>
            <a:ext cx="32552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Lifetime annotations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93408" y="2377440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03136" y="2414016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The programmer, partly inferred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6517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432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Dependent types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18688" y="2852928"/>
            <a:ext cx="34747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28416" y="2889504"/>
            <a:ext cx="32552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The type itself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93408" y="2852928"/>
            <a:ext cx="4663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03136" y="2889504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The programmer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651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432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Proof-carrying code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18688" y="3328416"/>
            <a:ext cx="34747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28416" y="3364992"/>
            <a:ext cx="32552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 machine-checkable proof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93408" y="3328416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03136" y="3364992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 compiler, or a prover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6517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432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Verified compilation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18688" y="3803904"/>
            <a:ext cx="34747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28416" y="3840480"/>
            <a:ext cx="32552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 translation validation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93408" y="3803904"/>
            <a:ext cx="4663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03136" y="3840480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The compiler, per compilation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651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432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SAT unsat proofs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18688" y="4279392"/>
            <a:ext cx="34747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28416" y="4315968"/>
            <a:ext cx="32552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 DRAT refutation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693408" y="4279392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03136" y="4315968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The solver</a:t>
            </a:r>
            <a:r>
              <a:rPr sz="1150" b="0" i="0">
                <a:solidFill>
                  <a:srgbClr val="3C4555"/>
                </a:solidFill>
                <a:latin typeface="Calibri"/>
              </a:rPr>
              <a:t> (CSCE 625 §08)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627 · Theory of Computability  —  Module 12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Choosing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It is a product decision, not a technical 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627 · Theory of Computability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Which strategy depends on what a wrong answer costs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DECISION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missed bug is catastrophic (avionics, medical, cryptography)?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Be sound, accept the false positives, and staff the triage.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Astrée, SPARK.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Developers will ignore a noisy tool?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Be near-complete, miss bugs deliberately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keep the signal-to-noise high enough to be used. Infer's explicit position.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guarantee is the product?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Demand certificates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and accept the cost in developer effort.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always: state the position in the documentation.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tool whose users do not know whether 'no issues' means 'proved safe' is harmful regardless of its technical quality.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627 · Theory of Computability  —  Module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DESIGNING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Designing an analysis, in order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1 · Prove the problem undecidable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or recognise it by Rice's theorem (Module 06 §2).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Ten minutes.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2 · Decide what a wrong answer costs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in each direction, separately.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3 · Choose which of sound, complete, terminating to give up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and write it down.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4 · Choose strategies from Part 1's table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usually two or three combined.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5 · Then build it, and construct your own false positive and false negative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before anyone else does.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Steps 1 through 3 take an hour and determine everything after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which makes them the highest-value hour in building an analysis tool.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627 · Theory of Computability  —  Module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The four strategies are approximate, restrict the input, bound a resource, and demand a certificate — each gives up something different, so they combine.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Abstract interpretation makes soundness a property of the construction and precision a tunable dial, which is the right place for the engineering effort.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Restriction is the most underused strategy because it must be chosen at design time, and it is the only one that makes the problem go away.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Bounding is easiest and most honest if you state the bound; the failure mode is reporting a bounded result as unbounded.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Checking a proof is decidable even when finding one is not, so certificates are the only route to a sound and complete checker.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Which strategy to choose depends on what a wrong answer costs in each direction, which makes it a product decision rather than a technical 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627 · Theory of Computability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