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derivation is the intellectual high point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escape conditions are what the popular accounts omit.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Logic and Incompleteness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Gödel, as a corollary.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formal system is and what provability means.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incompleteness from undecidability.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both incompleteness theorems precisely.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they do and do not establish.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consequences for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Formal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Axioms, rules, and mechanical checking.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formal system makes provability mechanical, which is the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Axioms, inference rules, and proofs that are finite sequences each step of which follows by a rule.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checking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 proof is 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a syntactic verification, and that is exactly what makes formalisation worth the trouble.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set of provable statements is recognisable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§2): enumerate all proofs, and every theorem eventually appears.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Recognisable, and the question is whether it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can you also determine that something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provable?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incompleteness, in computability terms.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derivation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Incompleteness from halting, in half a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undecidability forces incompleteness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SUPPOSE a formal system F is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SOUND     -- it proves only true statements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COMPLETE  -- it proves every true statement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and strong enough to describe Turing machines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"M does not halt on w" is a statement about arithmetic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(Module 09's encoding makes this precise).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Then a halting decider would exist: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given (M, w), enumerate ALL proofs in F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if a proof of "M halts on w" appears, answer YES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if a proof of "M does not halt on w" appears,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answer NO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By COMPLETENESS one of the two is provable, so the search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terminates. By SOUNDNESS the answer is correct.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So this procedure DECIDES HALTING.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But Module 05 proved no such procedure exists.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THEREFORE: no sound, complete, sufficiently strong formal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system exists. Any sound system strong enough to talk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about computation is INCOMPLETE -- there are true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statements it cannot prove.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THAT IS GODEL'S FIRST INCOMPLETENESS THEOREM, derived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from halting in half a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Incompleteness is a corollary of undecidability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cleanest route to it and is why this module comes after Module 05.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Gödel's original route, for contrast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SAME RESULT, OBTAINED DIFFERENTLY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Gödel, in 1931 and before Turing, built a sentence asserting its own unprovability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'this statement is not provable in F'.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F proves it, F proves a falsehood (unsound).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F proves its negation, F proves something false too.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F proves neither, and the statement is true and unprovable.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hard part was arithmetisation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encoding statements and proofs as numbers so that 'is a proof of' becomes an arithmetic predicate.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04 §3's encoding, invented five years earlier for a different purpose.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both routes are Module 05 §3's diagonalisation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Gödel essentially invented computability theory in order to prove a theorem about logic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 two subjects are inseparable.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Both theorems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Stated carefully, because they are widely misstated.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THEOREMS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they say, precisely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920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4871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968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First theorem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Second theorem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consistent, sufficiently strong, effectively axiomatised system is incomplete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Such a system cannot prove its own consistency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Enough arithmetic to encode computation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same, plus formalised provability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Escape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Weaker systems are complete — e.g. Presburger arithmetic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stronger system can prove a weaker one consistent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Escape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71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968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Non-effective axiom sets are complete — and useless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Consistency can be assumed, and usually 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theorems do not say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CORRECTING THE USUAL MISREADINGS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do not say there are truths nobody can ever know.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statement unprovable in F may be provable in a stronger system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routinely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do not say mathematics is broken or arbitrary.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Essentially all working mathematics is provable in standard set theory.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do not apply to systems too weak to encode computation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Presburger arithmetic (addition without multiplication) is complete and 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SMT solvers can handle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say nothing about human minds.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arguments that they do require assuming humans are both consistent and formalisable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precisely what would need establishing.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 verification, and for this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follows for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 verification system can prove every true property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so a verifier failing to prove something does not mean it is false.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why proof assistants are interactive.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human supplies what no complete automatic procedure could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08 §2's sound+complete+non-terminating row).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Decidable logical fragments are therefore valuable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Presburger, linear arithmetic, bit-vectors, EPR.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This is what SMT solvers are built from.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verified system's guarantee is relative to its axioms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include a model of the hardware that may be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'proved correct' means 'proved correct relative to this specification, in this logic, assuming this model'.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That last point is the practical one: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every verification result has a trusted base, and the interesting question is always what is in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module is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Incompleteness is usually taught as a result about logic and presented as mysterious.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Derived from halting it is neither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a corollary, and the proof fits on one slide.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direction of discovery was the reverse: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Gödel's arithmetisation came first, and Turing formalised computation partly to settle a question Gödel's work raised.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two subjects are one subject.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Provability is a computational notion and computation is a logical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limits of each are the limits of the 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Module 09's BB(748) result is the right preparation: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question about a finite number that standard set theory cannot settle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incompleteness made as concrete as it 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formal system makes proof-checking decidable, so the provable statements are recognisable — and the question is whether they are decidable.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Incompleteness follows from undecidability in half a page: a sound and complete strong system would give a halting decider.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Gödel's original route built a self-referential sentence, and the hard part was arithmetisation — which is the same encoding idea as Module 04's.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theorems require the system to be strong enough to encode computation and effectively axiomatised, and weaker systems like Presburger arithmetic are complete.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They do not say there are unknowable truths, that mathematics is broken, or anything about human minds.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'Proved correct' means 'relative to this specification, in this logic, assuming this model' — and the trusted base is always the interesting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