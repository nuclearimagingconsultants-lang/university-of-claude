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Catastrophic forgetting from too high an LR is the classic fine-tuning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 is the one with the broadest downstream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B=0 initialisation detail is the one people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Transfer and Representation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Reusing what a model already learned.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pretrained features transfer.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feature extraction and fine-tuning.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self-supervised pretraining and its objectives.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parameter-efficient fine-tuning.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when transfer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hierarchy from Module 05, exploited.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Early features are general; late features are task-specific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05 §2 found that early layers learn edges and colours, middle layers textures and parts, late layers objects.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Edges are edges regardless of the task.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the early layers of a model trained on anything visual are useful for everything visual.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Late layers encode the specific categories trained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are what you replace.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transfer is: keep the general part, replace the specific part, and optionally adjust the middle.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transferability declines smoothly with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measurable and tells you how much to freeze.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much to adapt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Feature extraction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a new head; backbone frozen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little data; very different compute budget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Fine-tune the last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Head plus the top block or two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Moderate data; similar domain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 fine-tuning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Everything, at a low learning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Plenty of data; domain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LoRA / adapters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added matrices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models; many tasks; limited memory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Prompting / in-context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no training at 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Very large models; few examples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Self-supervision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Labels from the data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pretext task creates labels from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REMOVED THE LABELLING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Supervised pretraining needs labels, and labels are the expensive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M11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Self-supervision invents a task whose labels come from the data: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predict the next token, predict a masked patch, decide whether two crops come from the same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Solving it requires learning useful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representation transfers even though nobody cares about the pretext task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language models scale: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internet is a labelled dataset if the label is 'the next word'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removed the constraint that had bounded every previous approach.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pretraining objectives that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Next-token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next element of the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Text. The dominant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Masked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Reconstruct hidden parts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 (BERT), images (MAE)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Contrastive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image’s crops agree; others differ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Images. SimCLR, MoCo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Multimodal contrastive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Image and its caption agree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CLIP — and it changed everything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Denoising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Reconstruct from a corrupted input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Generalises; the diffusion link (M10)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Parameter-efficient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Adapting a large model cheaply.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Low-rank adaptation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OBSERVATION: the WEIGHT UPDATE during fine-tuning has low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intrinsic rank -- the model does not need to move in many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directions to adapt to a new task.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SO instead of updating W (d x k), learn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W' = W + BA        where B is d x r, A is r x k,  r &lt;&lt; 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PARAMETERS TRAINED: r(d + k)  instead of  dk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 = k = 4096, r = 8  -&gt;  65,536  instead of  16,777,216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256x reduction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PROPERTIES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* W is FROZEN, so the pretrained knowledge cannot be destroyed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* BA can be MERGED into W after training -- zero inference cost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* many task-specific adapters can share one base model, which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is the real deployment win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* initialise B to ZERO so the adapted model starts identical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to the base model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Quality is typically within a point or two of full fine-tuning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on most tasks, at a small fraction of the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Zero inference cost after merging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what makes this a deployment technique rather than only a training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Transfer fails when the domains genuinely differ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Natural images to medical scans transfers poorly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low-level statistics differ, and studies find much of the benefit comes from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 pretrained model rather than its features.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Natural images to satellite or microscopy: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different scale, different invariances, different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negative transfer is 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pretrained model can do worse than random initialisation when the source domain's biases actively mislead.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Train from scratch as a baseline whenever transfer is used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633 Module 01's rule applied here and is routinely skipped.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Fine-tuning without breaking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much lower learning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10 to 100× below what you would use from scratch.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Warm up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consider freezing the backbone for the first epoch while the new head stabilises.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Discriminative learning rates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lower for early layers, higher for late ones, matching how much each should move.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Watch for catastrophic forgetting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 model must retain its original 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evaluate on the original task too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that matters — fine-tuning is lossy.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randomly initialised head producing large gradients into a pretrained backbone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usual cause of destroyed features in the first few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Early layers learn general features and late layers task-specific ones, so transfer keeps the general part and replaces the specific part.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Transferability declines smoothly with depth, which is measurable and tells you how much to freeze.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Self-supervision invents a task whose labels come from the data's own structure, which removed the labelling bottleneck.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internet is a labelled dataset if the label is 'the next word' — which is why language models 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LoRA exploits the low intrinsic rank of the fine-tuning update, trains hundreds of times fewer parameters, and merges to zero inference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Negative transfer is real, so train from scratch as a baseline whenever transfer is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