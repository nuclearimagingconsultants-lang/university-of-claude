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pre-norm/post-norm detail is practically important and usually omitted.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ALiBi's simplicity relative to its effectiveness is striking.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such a small change produces such different models is worth stating.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636 —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Transformers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architecture that absorbed every domain.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636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every component of a transformer block.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multi-head attention and what the heads do.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positional encoding and compare the schemes.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encoder, decoder, and encoder–decoder uses.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scaling laws and what they predict.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components, each with a job.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is in it,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x = x + MultiHeadAttention(LayerNorm(x))      # mix across positions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x = x + FeedForward(LayerNorm(x))             # process each position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FOUR COMPONENTS, FOUR JOBS: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1. MULTI-HEAD ATTENTION  -- the only operation that moves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information BETWEEN positions. Everything else is per-token.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2. FEED-FORWARD  -- two linear layers with a nonlinearity,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applied identically at every position, with an inner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dimension typically 4x the model dimension.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This holds MOST OF THE PARAMETERS. Attention mixes;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the feed-forward does the computing.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3. RESIDUAL CONNECTIONS  -- gradient highway (M02 section 3).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Without them, deep transformers do not train.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4. LAYER NORM  -- batch-independent, so sequence length and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batch size do not affect it (M04 section 3).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PRE-NORM (norm before the sublayer, as written above) trains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far more stably than POST-NORM (the original paper's order),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which needed careful warmup to train at all. Almost everything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modern is pre-norm.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Attention mixes across positions; the feed-forward does the computation.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That division is the clearest way to read the block.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Heads and positions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details that carry a lot of weight.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Multiple heads attend to different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NOT ONE BIG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Split the model dimension into h heads, attend independently in each, and concatenate.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Same total compute, different structure.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One attention distribution can only express one notion of relevance per position.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Several heads can attend by syntax, by coreference, by position, and by topic simultaneously.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interpretable heads do appear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previous-token heads, induction heads that complete repeated patterns, syntactic heads.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Though many heads are redundant.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substantial fraction can be pruned with little loss, which is a recurring finding and the basis of several compression methods (Module 13).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Attention has no idea what order things are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GAP POSITIONAL ENCODING FILLS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Self-attention is permutation-equivariant.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Shuffle the input tokens and the outputs shuffle identically — the operation sees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 sequence.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position must be injected explicitly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 the model cannot distinguish 'dog bites man' from 'man bites dog'.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schemes differ in how they extrapolate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beyond trained lengths, which is the practical question.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RoPE rotates the query and key vectors by an angle proportional to position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attention score depends on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relative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position naturally.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the current default and extrapolates better than the alternatives.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Positional encoding schemes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Scheme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Extrapolates?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Sinusoidal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Fixed sin/cos at many frequencies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Somewhat; the original choice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Learned absolute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 embedding per position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— fails past trained length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Relative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Bias based on position difference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Better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Rotate Q and K by a position-dependent angle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Well. The current default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ALiBi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 distance penalty on scores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Very well; trivially simple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Three configurations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same block, arranged differently.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CONFIGURATIONS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Encoder, decoder, and both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Attention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Used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Encoder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Bidirectional — sees everything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Classification, embeddings. BERT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Decoder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Causal — masked to the past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Generation. GPT, and most LLMs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Encoder–decoder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Encoder bidirectional; decoder cross-attends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Translation, summarisation. T5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empirical regularity.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Scaling laws are smooth power laws, and they held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FINDING THAT SHAPED THE 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Loss falls as a power law in parameters, data, and compute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over many orders of magnitude, with remarkably little scatter.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performance became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predictable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before training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turned model development into a budgeting exercise rather than an experiment.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Chinchilla corrected the ratio: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earlier large models were badly under-trained on data,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parameters and tokens should scale together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roughly 20 tokens per parameter.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laws describe the loss, not capability.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Whether specific abilities appear smoothly or suddenly depends heavily on how you measure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discontinuous metrics manufacture discontinuous-looking curves.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 transformer absorbed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 THE ARCHITECTURE ARGUMENT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Weak inductive bias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 §4) — so it imposes nothing wrong on a new domain.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Excellent hardware fit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dense matrix multiplication is what accelerators are built for (CSCE 735 M08).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Predictable scaling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you can plan a model before building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one implementation serves every modality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engineering investment compounds instead of fragmenting.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last point is underrated and may matter most.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transformer block is attention to mix across positions, a feed-forward to compute per position, residuals for gradient flow, and layer norm for batch independence.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feed-forward holds most of the parameters — attention mixes and the feed-forward does the computing.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Pre-norm trains far more stably than the original post-norm ordering, and almost everything modern uses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Self-attention is permutation-equivariant, so position must be injected explicitly or the model sees a set.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causal mask is the entire difference between an encoder and a decoder.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Loss falls as a smooth power law in parameters, data, and compute, which made performance predictable before training.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