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explore/exploit framing makes schedules make sense rather than being folklore.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AdamW fix is a good example of a subtle bug in a very widely used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 factor-of-2 derivation is a nice concrete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Optimisation in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Making a non-convex surface cooperate.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SGD, momentum, and Adam and say when each wins.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learning rate and a schedule with evidence.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initialisation matters and how it is derived.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standard debugging sequence to a failing run.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is and is not understood about why this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learning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one hyperparameter that matters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Nothing else matters as much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Too high and the loss diverges or oscillates.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Too low and it converges so slowly you conclude the model cannot learn.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gap between 'too high' and 'too low' is often less than an order of magnitude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right value changes with batch size, architecture, and initialisation.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find it by range test: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start very low, raise it exponentially each step, plot loss against learning rate, and take roughly an order of magnitude below the minimum.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Ten minutes of range test beats a day of guessing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the first thing to do with any new architecture or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SCHEDULES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rate should change during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WARMUP -- start small, ramp up over the first few hundred steps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Early gradients are large and the parameters are random, so 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full-size step at step 1 can destroy the initialisation.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Essential for transformers and for large batches.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THEN DECAY -- the main schedule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step       drop by 10x at fixed epochs. Simple, dated.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cosine     smooth decay to ~0 over the run. The default now.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linear     to zero. Common for fine-tuning.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one-cycle  up then down, with high peak. Fast convergence.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WHY DECAY AT ALL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 large rate explores -- the noise in SGD lets it escape poor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regions. A small rate exploits -- it settles into whatever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basin it is in. You want both, in that order.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Decaying too early traps you in the first decent basin.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Not decaying at all leaves you bouncing around the minimum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and the final loss plateaus well above where it could be.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RESTARTS -- jump the rate back up periodically. Sometimes finds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 better basin; also gives you several usable checkpoints.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Explore then exploit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a decaying learning rate is how that is implemented.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Optimisers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each adds, and what it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OPTIMISERS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ones worth knowing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Optimiser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Adds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SGD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Nothing. The gradient, scaled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Noisy, and the noise helps generalisation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+ momentum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velocity term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Damps oscillation; accelerates along consistent directions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Per-parameter adaptive step sizes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Robust default; needs less tuning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AdamW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Decoupled weight decay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Fixes a real bug in Adam. Use this 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RMSProp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Adaptive scale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Adam's predecessor; still used in RL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LAMB / LARS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Layer-wise rate scaling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76288" y="4754879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86016" y="4791455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large batch training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SGD sometimes generalises better than Adam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 THAT COMPLICATES THE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Adam converges faster and frequently reaches a worse test loss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than well-tuned SGD with momentum, particularly in vision.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usual explanation is the noise.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SGD's gradient noise biases it toward flat minima, which appear to generalise better; Adam's adaptivity suppresses that noise.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explanation is contested and the empirical pattern is reasonably robust.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Adam or AdamW to get something working quickly; try tuned SGD with momentum if the last point of accuracy matters.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measure, because it does not hold everywhere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transformers generally prefer Adam.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Initialisation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network starts decides whether it trains.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Preserve the variance per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Var(output) = n_in · Var(w) · Var(input)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For a linear layer with n_in inputs, assuming independence.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Xavier:  Var(w) = 2 / (n_in + n_out)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Preserves variance in both directions. For tanh and sigmoid.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He:  Var(w) = 2 / n_in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factor of 2 compensates for ReLU zeroing half the activations.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These are derived, not tuned.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Getting the scale wrong by a factor of two per layer compounds exponentially with depth.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Zero initialisation does not work, and neither does large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TWO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All zeros: every unit in a layer computes the same thing and receives the same gradient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they remain identical forever. The layer has one effective unit.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Symmetry must be broken.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Too large: activations saturate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(for bounded activations)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or explode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(for unbounded ones), and the gradients follow.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Biases are usually fine at zero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since the weights already break symmetry.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modern practice initialises residual branches near zero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that the network starts close to the identity and depth costs nothing at step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Debugging a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sequence that finds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 this order, always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Overfit one batch.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Take 8 examples and drive the loss to near zero.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you cannot, nothing else matters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there is a bug, not a tuning problem.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Check the loss at initialisation.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k balanced classes it should be about ln(k). If it is not, the output layer or the loss is wrong.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Run the learning rate range test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Look at the data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actually look at it, after augmentation, as the model sees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5. Then tune.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Everything before this is bug-finding; only now is it optimisation.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Step 1 catches the overwhelming majority of problems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takes under a minute. It is the single most valuable habit in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works at all is not fully understood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loss surface is non-convex with enormous numbers of critical points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gradient descent has no guarantee of finding anything good.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works anyway, reliably.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Current understanding: most critical points in high dimensions are saddles rather than bad minima, and the many minima that exist are mostly of similar quality.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optimiser appears to implicitly regularise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of the many parameter settings that fit the training data, gradient descent finds low-complexity ones (CSCE 633 M03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an active research area, not settled knowledge.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 suspicious of confident mechanistic explanations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the two in this callout.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learning rate matters more than anything else, and a ten-minute range test beats a day of guessing.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Decay implements explore-then-exploit: a large rate escapes poor regions and a small one settles into a basin.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AdamW fixes a real bug in Adam's weight decay and is the sensible default; tuned SGD with momentum sometimes generalises better.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Initialisation scales are derived to preserve variance per layer, and He's factor of two compensates for ReLU zeroing half the activations.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Zero initialisation leaves every unit in a layer identical forever, so symmetry must be broken.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Overfit one batch before anything else — if you cannot, there is a bug rather than a tuning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