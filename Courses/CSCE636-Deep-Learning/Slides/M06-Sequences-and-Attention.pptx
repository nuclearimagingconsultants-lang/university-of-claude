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parallelism point is the one that actually ended recurrence.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skip the scaling; it's a good concrete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dictionary metaphor is the one that actually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Sequences and Attention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recurrence lost.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recurrent networks and their two fatal problems.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LSTM gating and what it fixes.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attention and explain each term.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attention replaced recurrence.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attention's cost and its consequences.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Recurrence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obvious approach, and why it failed.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RNN applies the same function at every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h_t = f(h_{t−1}, x_t)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hidden state carried forward, updated by the same learned function at every position.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parameter count is independent of sequence length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same dynamics apply everywhere. That is the right inductive bias for a sequence (Module 01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Training is backpropagation through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unroll the recurrence and apply Module 02's machinery to the unrolled graph.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unrolled graph is as deep as the sequence is long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both of the problems come from.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two that killed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Vanishing gradients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same Jacobian multiplied T times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Cannot learn long-range dependence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parallelism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Step t needs step t−1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Training time scales with sequence length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LSTM gating is the residual connection, in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FIX, AND ITS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LSTM carries a cell state updated additively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learned gates controlling what is written, forgotten, and read.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additive path means the gradient can flow backward through many steps with factor near 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exactly the residual connection mechanism (Module 02 §3), discovered earlier in a different setting.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long-range dependence became learnable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LSTMs dominated sequence modelling for roughly a decade.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sequential dependency remains.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GPU with thousands of cores sits idle while a sequence is processed one element at a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what attention removed.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Look at everything, weighted by relevance.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operation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Attention(Q,K,V) = softmax(QKᵀ / √d_k)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Queries, keys, values. Each output is a weighted average of 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QKᵀ gives the relevance of each key to each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similarity score for every pair of positions.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√d_k divisor keeps the softmax from saturating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Dot products grow with dimension; without it the gradients vanish.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Every term has a reason.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 scaling factor in particular is not cosmetic — omit it and training fails at large 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Q, K, and V actually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 soft dictionary lookup.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QUERY  "what am I looking for?"       -- from the current position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KEY    "what do I offer?"             -- from every position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VALUE  "what do I contribute if chosen?"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 hard lookup would take the single best-matching key.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Attention takes a WEIGHTED AVERAGE of all values, with weights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from the query-key similarities. Soft, and differentiable.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SELF-ATTENTION: Q, K, V all come from the same sequence, so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every position attends to every other -- including itself.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WHY IT BEAT RECURRENCE: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* PATH LENGTH between any two positions is 1, not 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 multiplied Jacobians, so no vanishing over distance.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* FULLY PARALLEL. All positions computed simultaneously --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one big matrix multiply, which is exactly what GPUs do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best (CSCE 735 M09).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* The relationships are LEARNED, not fixed by architecture.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COST: O(T^2) in time and memory. Attention is quadratic.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Constant path length and full parallelism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either alone would have been significant; together they ended recurrence.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Quadratic, and what follows from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Quadratic cost is the defining constraint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IT DETERMINES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pair of positions is scored, so cost grows as T².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Doubling the context length quadruples the compute and the memory.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why context windows were small and why extending them is a research area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a configuration change.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FlashAttention does not change the asymptotics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removes the materialisation of the T×T matrix by tiling, which is a memory-bandwidth win (CSCE 735 M09) and a very large practical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approximations — sparse, linear, sliding window — trade exactness for scale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mixed results.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Exact attention with better memory behaviour has mostly won.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attention assumes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Closing the inductive bias argument.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Attention is a weaker prior, deliberately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Convolution asserts that nearby things relate.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Recurrence asserts that order matters and the dynamics are uniform.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Attention asserts only that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some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pairs relate, and learns which.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imposes almost no structure — positional information has to be added back explicitly (Module 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needs more data and scales further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01 §2's trade at its sharpest.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why the same architecture now works on text, images, audio, video, and proteins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prior weak enough to be wrong about nothing is also general enough to apply to everything.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RNN applies the same function at each step, so the unrolled graph is as deep as the sequence is long — which causes both of its problems.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LSTM gating gives the gradient an additive path through time, which is the residual connection mechanism discovered earlier.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Gating fixed vanishing gradients; nothing fixes the lack of parallelism, and on modern hardware that was decisive.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Attention is a soft differentiable dictionary lookup: queries match keys, and the output is a weighted average of values.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Path length between any two positions is 1 rather than T, and all positions compute in parallel — either alone would have been significant.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Attention is quadratic in sequence length, which is the defining constraint on context size, and it encodes almost no prior, which is why it generalises across domains.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