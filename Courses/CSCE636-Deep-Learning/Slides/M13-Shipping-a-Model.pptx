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That distinction between theoretical and achieved speedup matters.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636 — Deep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Shipping a Model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Inference cost, and what you can honestly claim.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636 · Module 13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Reason about the inference cost budget.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Apply quantisation and measure the quality cost.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Apply distillation and pruning.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serving considerations — batching, caching, latency.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State what a trained model can honestly promise.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636 · Deep Learning  —  Module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cost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Training is once; inference is forever.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636 · Deep Learning  —  Module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Inference dominates the lifetime cost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FRAMING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Training happens once, or periodically. Inference happens on every request, forever.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a model that costs twice as much to train and half as much to serve is usually the better choice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the research literature optimises the wrong one of these.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inference is frequently memory-bandwidth-bound, not compute-bound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at batch size 1, every weight is read once per token and arithmetic intensity is terrible (CSCE 735 M07).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is why quantisation helps so much: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halving the bits halves the bytes moved, and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speedup comes from bandwidth rather than arithmetic.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636 · Deep Learning  —  Module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Making it smaller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Three techniques, with different trades.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636 · Deep Learning  —  Module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COMPRESSION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Quantisation, distillation, pruning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4688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Technique</a:t>
            </a:r>
          </a:p>
        </p:txBody>
      </p:sp>
      <p:sp>
        <p:nvSpPr>
          <p:cNvPr id="8" name="Rectangle 7"/>
          <p:cNvSpPr/>
          <p:nvPr/>
        </p:nvSpPr>
        <p:spPr>
          <a:xfrm>
            <a:off x="3035808" y="1901952"/>
            <a:ext cx="39319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45536" y="1956816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What it does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67728" y="1901952"/>
            <a:ext cx="46634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77456" y="1956816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Typical result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468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Post-training quantisation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35808" y="2377440"/>
            <a:ext cx="3931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45536" y="2414016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Cast weights to int8 or fp8 after training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67728" y="2377440"/>
            <a:ext cx="4663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77456" y="2414016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4× smaller, small quality loss, no retraining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4688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Quantisation-aware training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35808" y="2852928"/>
            <a:ext cx="39319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145536" y="2889504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Simulate quantisation during training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67728" y="2852928"/>
            <a:ext cx="4663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77456" y="2889504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Better quality at low bits; needs retraining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468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Distillation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35808" y="3328416"/>
            <a:ext cx="3931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145536" y="3364992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Train a small model on a large one’s outputs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967728" y="3328416"/>
            <a:ext cx="4663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77456" y="3364992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Small model beats training it directly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4688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Structured pruning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35808" y="3803904"/>
            <a:ext cx="39319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145536" y="3840480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Remove whole channels or heads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967728" y="3803904"/>
            <a:ext cx="4663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077456" y="3840480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Real speedup; hardware-friendly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2468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Unstructured pruning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035808" y="4279392"/>
            <a:ext cx="3931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145536" y="4315968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Zero individual weights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967728" y="4279392"/>
            <a:ext cx="4663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077456" y="4315968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High sparsity, little real speedup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636 · Deep Learning  —  Module 13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Distillation transfers more than the labels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WHY IT WORKS BETTER THAN IT SHOULD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Train a small model to match a large one's output </a:t>
            </a:r>
            <a:r>
              <a:rPr sz="1600" b="1" i="1">
                <a:solidFill>
                  <a:srgbClr val="141924"/>
                </a:solidFill>
                <a:latin typeface="Georgia"/>
              </a:rPr>
              <a:t>distribution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not just its top prediction.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soft targets carry information the hard label does not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that this image is 70% cat, 25% lynx, 5% dog tells the student about class similarity structure.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student frequently outperforms the same architecture trained directly on the hard labels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with the same data.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'Dark knowledge' was the original name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the effect is robust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which also means a distilled model inherits the teacher's biases and shortcuts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(Module 12).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636 · Deep Learning  —  Module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Serving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systems question.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636 · Deep Learning  —  Module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SERVING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determines throughput and latency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Batching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the single largest lever. It converts a memory-bound problem into a compute-bound one,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and it adds latency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Continuous batching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for generation — admit new requests as others finish rather than waiting for a whole batch.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KV caching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reuse attention keys and values across generated tokens.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Essential, and it is the memory bottleneck.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Compilation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kernel fusion and graph optimisation (CSCE 605 M13's shader argument, applied).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And measure p99, not the mean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(CSCE 678 M13).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Batching trades latency for throughput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, which is the same trade CSCE 678 made about buffers and CSCE 650 about frame pacing.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636 · Deep Learning  —  Module 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Claiming honestly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course, closed.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636 · Deep Learning  —  Module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CLAIMS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a trained model can honestly promise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'Top-1 82.3% on this benchmark, against a from-scratch baseline of 71.1%, with the split and date stated.'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'Worst slice 64%, n = 290.'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And the slice named.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'Degrades to 61% under the standard corruption benchmark; fails on inputs outside the training distribution without signalling it.'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'int8 quantised: 3.8× smaller, 2.1× faster, 0.6 points of accuracy.'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And what you cannot say: 'human-level', 'understands', or 'robust'.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Every course in this program ends here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— state what you measured, and what you did not.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636 · Deep Learning  —  Module 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Where this leaves you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CLOSING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You can build a network from autodifferentiation upward, diagnose why it will not train, choose an architecture from what the data looks like, and scale it when it does not fit.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you know what these models fail at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adversarially, through shortcuts, and off-distribution — which the benchmark number does not tell you.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CSCE 633 supplied the evaluation discipline; CSCE 669 supplies the optimisation theory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; and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Modules 10 and 11 closed the loop back to CSCE 647 and 748.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discipline is the same as everywhere else in this program: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baseline first, measure what you claim, report by slice, and never say more than you established.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636 · Deep Learning  —  Module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Training happens once and inference happens forever, so lifetime cost is dominated by serving — and the literature optimises the other one.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Inference at small batch is memory-bandwidth-bound, which is why quantisation's speedup comes from moving fewer bytes rather than from arithmetic.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Unstructured sparsity rarely produces wall-clock gains without hardware support; structured pruning does.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Distillation transfers the output distribution, which carries class similarity information the hard label does not — and the teacher's biases with it.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Batching is the largest serving lever and it trades latency for throughput.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State the benchmark, the baseline, the split, the worst slice, and the degradation — and do not say 'human-level' or 'robust'.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636 · Deep Learning  —  Module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