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Receptive field arithmetic explains many architecture decisions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architecture as accumulated fixes demystifies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636 — Deep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Convolutional Networks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architecture that made the case.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636 · Module 05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convolution as weight sharing plus locality.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Compute receptive fields and reason about depth.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standard architectural moves and why each was introduced.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the learned filters represent.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where CNNs have been displaced and where they persist.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operation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it is and what it assumes.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Convolution is weight sharing with a locality constraint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TWO IDEAS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Locality: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each output depends on a small spatial neighbourhood, not the whole image.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Weight sharing: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same small filter is applied at every position — so a feature learned anywhere is detectable everywhere.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Together these cut the parameter count by orders of magnitude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build in translation equivariance: shift the input and the feature map shifts with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Note equivariance, not invariance.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Pooling and striding add approximate invariance; convolution alone does not.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Conflating the two is a common and consequential error.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RECEPTIVE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far back each output sees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r₀ = 1;  rₗ = rₗ₋₁ + (kₗ − 1)·∏ⱼ&lt;ₗ sⱼ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Receptive field grows linearly with depth and multiplicatively with stride.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Ten 3×3 layers, stride 1 ⟹ 21×21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Linear growth. Slow, and every layer is cheap.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Add stride 2 every other layer ⟹ grows much faster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Which is why downsampling is in every architecture.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A unit can only use what is in its receptive field.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If the object is larger than it, the network literally cannot see the object.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architectural moves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Each introduced to fix a specific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standard ideas, and what each fixed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Idea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Fixed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Stacked 3×3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Large filters are expensive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Two 3×3 = one 5×5 receptive field, fewer params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1×1 convolution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Channel count explosion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Mixes channels; a per-pixel linear layer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Residual blocks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Vanishing gradients at depth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Enabled 100+ layers (M02 §3)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Batch norm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Training instability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772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745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Allowed much higher learning rates (M04)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Depthwise separable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Parameter and compute cost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6772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7745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MobileNet; ~8× cheaper for similar accuracy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Global average pooling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27248" y="4754879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36976" y="4791455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Huge fully connected head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67728" y="4754879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77456" y="4791455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Replaced millions of parameters with none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5230367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" y="5266943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Dilated convolution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27248" y="5230367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36976" y="5266943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Receptive field without downsampling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67728" y="5230367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77456" y="5266943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Segmentation, where resolution matters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the filters learn, and why it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EMPIRICAL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Early layers learn edge and colour detectors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look strikingly like Gabor filters — and like the receptive fields measured in mammalian visual cortex.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Middle layers learn textures and parts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fur, wheels, eyes.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Late layers respond to objects and configurations.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hierarchy was not designed; it emerged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appears consistently across architectures and datasets.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also the basis of transfer learning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09): early features are general and are worth reusing.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Where CNNs stand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After vision transformers.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Transformers displaced CNNs at scale, not everywhere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Vision transformers beat CNNs given enough data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hundreds of millions of images — because the weaker inductive bias becomes an advantage once the data can supply what the bias would have assumed.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Below that scale, CNNs remain competitive or better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Module 01 §2's argument: a correct prior substitutes for data, and the substitution stops mattering when data is abundant.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modern CNNs narrowed the gap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ConvNeXt applied transformer-era training recipes to a CNN and matched transformers.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much of the reported advantage was training recipe, not architecture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 recurring finding in this field and a reason to be careful when comparing architectures.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STILL CNN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convolution still wins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Limited data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 inductive bias is worth the constraint.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Limited compute or latency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convolution is cheaper per unit of accuracy, and the hardware is optimised for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High resolution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attention is quadratic in token count; convolution is linear in pixels.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Dense prediction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segmentation and depth, where spatial structure is the output.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on-device inference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where depthwise separable convolutions and integer quantisation are mature.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Most deployed vision models are still convolutional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which the research literature does not reflect.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graphics connection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this course's track meets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Convolution in the rendering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MATTERS FOR THE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Learned denoising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647 M12) is a CNN operating on a noisy render plus auxiliary buffers — normals, albedo, depth.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made path tracing interactive.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Super-resolution and frame generation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DLSS and its relatives are convolutional, and they are now part of the standard pipeline.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both exploit exactly the locality assumption: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pixel's correct value depends on its neighbourhood and on the geometry buffers, which is true of rendering in a way it is not of arbitrary data.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architecture matches the domain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Module 01 §2, and the reason these worked almost immediately once tried.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Convolution is locality plus weight sharing, which cuts parameters by orders of magnitude and builds in translation equivariance.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Equivariance is not invariance — pooling and striding add the latter, and conflating them is a consequential error.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unit cannot use anything outside its receptive field, so receptive field arithmetic directly constrains architecture.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Every standard architectural move was a response to a measured problem, which is how to read an architecture paper.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edge–texture–object hierarchy emerged rather than being designed, and it is the basis of transfer learning.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Transformers beat CNNs given hundreds of millions of images; below that the inductive bias still pays, and much of the reported gap was training recipe.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