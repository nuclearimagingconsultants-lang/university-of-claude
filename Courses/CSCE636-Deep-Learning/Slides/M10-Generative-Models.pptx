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one sentence explains the field's shift around 2021.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'many easy problems' framing is the clearest way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636 —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Generative Models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Learning a distribution instead of a mapping.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636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the generative model families by what they optimise.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VAEs and the reparameterisation trick.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GANs and why they are hard to train.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diffusion models and why they won.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classifier-free guidance and conditioning.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different objective entirely.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Generative modelling learns p(x), not p(y|x)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SHIFT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discriminative model maps inputs to outputs.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generative model learns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distribution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data came from, so it can produce new samples.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a much harder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you must capture everything about the data, not only what distinguishes the classes.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evaluation is genuinely hard.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There is no held-out accuracy; 'is this a good sample?' resists measurement, and the standard metrics are known to be flawed.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families differ in how they make the problem tractable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each makes a different compromise between sample quality, diversity, and whether the likelihood is computable.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four approaches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Family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Optimises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628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Trade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Autoregressive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Exact likelihood, factorised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7628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Excellent quality; sequential, so slow to sample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VAE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lower bound on the likelihood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Fast, stable, and blurry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minimax game against a critic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601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Sharp; unstable; mode collapse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Diffusion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Denoising at many noise levels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628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601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Best quality; stable; slow sampling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Normalising flows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Exact likelihood via invertible maps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7628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8601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Exact; architecturally constrained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VAEs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latent variable model, made trainable.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reparameterisation trick makes sampling differentiable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IDEA THAT MAKES VAES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VAE encodes an input to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distribution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over latents, samples from it, and decodes.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sampling step is the problem — you cannot backpropagate through a random draw.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move the randomness outside the computation: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instead of sampling z ~ N(μ, σ²), compute z = μ + σ·ε with ε ~ N(0,1).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Now ε is an input, not an operation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gradient flows through μ and σ normally.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single restructuring is what made latent variable models trainable by gradient descent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same trick appears throughout machine learning wherever a stochastic node must be differentiated.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VAE samples are blurry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CHARACTERISTIC 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reconstruction loss is typically squared error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maximum likelihood under Gaussian noise (CSCE 633 M10 §1).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Squared error is minimised by the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mean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of the plausible outputs.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several sharp images are equally consistent with a latent, their average minimises the loss.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average of several sharp images is a blurry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blur is the loss function working correctly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a capacity failure — which is why replacing the reconstruction loss (with a perceptual or adversarial one) is the fix, and adding parameters is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Diffusion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one that won.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DIFFUSION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Destroy the data, then learn to undo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FORWARD PROCESS -- fixed, no learning at all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repeatedly add a little Gaussian noise, T steps,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until the image is indistinguishable from pure noise.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Closed form: you can jump to any step t directly.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REVERSE PROCESS -- learned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train a network to predict the noise that was added at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step t, given the noisy image and t.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Loss: simple mean squared error on the predicted noise.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SAMPLING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start from pure noise, apply the learned denoiser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repeatedly, stepping t down to 0.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WHY THIS WORKS SO WELL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* the training objective is a STABLE regression problem --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no adversarial game, no balance to maintain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* each step is an EASY problem (remove a little noise);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the hard problem is decomposed into many easy ones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* and the model sees every noise level, so it learns both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coarse structure (high noise) and fine detail (low noise)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THE COST: sampling needs many network evaluations. DDIM and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distillation reduce 1000 steps to 20, or even to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Decomposing a hard problem into many easy ones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is the whole idea, and it is why training is so much more stable than a GAN's.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Classifier-free guidance controls the quality/diversity trade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MECHANISM BEHIND TEXT-TO-IMAGE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Train one model both conditionally and unconditionally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by randomly dropping the condition during training.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At sampling, extrapolate away from the unconditional prediction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toward the conditional one, by a guidance scale.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High guidance means samples adhere closely to the prompt and are less diverse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low guidance gives diversity and weaker adherence.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one knob trades prompt fidelity against variety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at sampling time with no retraining — which is most of why text-to-image systems feel controllable.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part that is not solved.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generative models are scored, and the problems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FID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distance between feature statistics of real and generated sets.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standard, and it is sensitive to implementation details and to sample count.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Inception Score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older, and it cannot detect mode collapse within a class.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Precision and recall for generative models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separates quality from coverage, which a single number cannot.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Human evaluation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expensive, and still the only thing that measures what is actually wanted.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likelihood, where it is available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correlates poorly with perceived sample quality.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Report samples, including failures.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 metric in this area is a summary of something nobody has defined precisely.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Generative modelling learns the distribution rather than a mapping, which is harder and resists evaluation.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Diffusion won image generation because it has GAN-level quality with VAE-level training stability.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reparameterisation trick moves randomness into an input so the gradient can flow through the distribution's parameters.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VAE blur is the squared-error loss working correctly — it is minimised by the mean of plausible outputs.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Diffusion decomposes one hard generation problem into many easy denoising problems, each a stable regression.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Classifier-free guidance trades prompt adherence against diversity with one knob at sampling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