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variance-shift interaction with batch norm is real and worth flagging.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batch-dependence problem is why layer norm took over in transformers.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Regularisation and Normalisation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Two different jobs that are routinely confused.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dropout and explain what it actually does.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batch normalisation and why the original explanation was wrong.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batch, layer, and group normalisation.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augmentation as the strongest regulariser available.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which problem you 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different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Regularisation and normalisation are not the same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Normalisation makes it trainable; regularisation makes it generalise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TO HOLD 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Normalisation addresses an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optimisation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problem: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activations drifting in scale through depth, which makes the loss surface badly conditioned (Module 02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Regularisation addresses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generalisation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problem: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gap between training and test error (CSCE 633 M03).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are routinely conflated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because batch norm happens to do a bit of both, and because both are 'things you add to make it work'.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Diagnose first.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large train–test gap is a regularisation problem; a model that will not train at all is an optimisation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remedies do not transfer.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Dropout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Random deletion, and why it helps.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DROPOUT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mechanism, and the detail people get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TRAINING: zero each unit independently with probability p,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then scale the survivors by 1/(1-p)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INFERENCE: do nothing at all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 THE SCALING ("inverted dropout")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Without it, the expected activation at inference is 1/(1-p)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times larger than during training, so every downstream layer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sees a different input distribution than it was trained on.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Scaling during training keeps the expectation matched and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means inference needs no special case.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 IT HELPS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* no unit can rely on any specific other unit being present,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so co-adapted detectors cannot form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* it approximates training an ensemble of 2^n subnetworks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that share weights, averaged at inference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WHERE IT IS USED NOW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Still standard in fully connected layers and in transformers.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LARGELY ABANDONED in convolutional nets -- batch norm and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augmentation regularise better, and dropout interacts badly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with batch norm's statistics.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Forgetting the train/inference distinction is the classic dropout bug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produces a model that is quietly worse rather than visibly broken.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Normalisation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it does, and the explanation that was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Batch norm's original explanation was wrong, and it still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INSTRUCTIVE PIECE OF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original claim: it reduces 'internal covariate shift'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change in each layer's input distribution as earlier layers update.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explanation was later tested and did not hold.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Injecting noise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after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batch norm restores the covariate shift and the benefit remains.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current account is that it smooths the loss surface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making gradients more predictive and permitting much larger learning rates.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technique with an incorrect justification became universal because it demonstrably worked.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worth noting about this field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empirical result led and the explanation followed, and was wrong for three years.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normalisation,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Normalises 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Batch norm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batch, per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CNNs with batch ≥ 32. Breaks at small batch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Layer norm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features, per example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Transformers, RNNs. Batch-independent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Group norm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Groups of channels, per example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CNNs with small batches — detection, 3D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Instance norm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Each channel, per example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Style transfer; removes contrast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RMSNorm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Scale only, no centring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Cheaper; common in large language models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Batch norm behaves differently at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SOURCE OF REAL BUGS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During training it uses the current batch's mean and variance. At inference it uses a running average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accumulated during training.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function computed differs between the two modes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forgetting to switch modes is among the most common bugs in deep learning.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running statistics have not converged, inference is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even with correct code — which happens with short training runs or unusual data ordering.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makes the model's output depend on the other examples in its batch during training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genuinely strange property and the reason layer norm is preferred wherever batch size varies.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Augmentation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strongest regulariser, and the most domain-specific.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Augmentation encodes invariances you know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WORKS SO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horizontally flipped cat is still a cat.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training on flips tells the model an invariance it would otherwise have to learn from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same mechanism as architecture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§2) — encoded prior knowledge substituting for examples — applied through the data rather than the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usually the largest single win available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when data is limited, ahead of any amount of dropout or weight decay.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invariance must be true.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vertically flipped '6' is a '9'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mirrored chest X-ray is dextrocardia.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false augmentation teaches the model something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problem do you have?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Will not train at all / loss stuck at initialisation: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optimisation. Normalisation, initialisation, learning rate (Module 03).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Trains, large train–test gap: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generalisation. Augmentation first, then weight decay, then dropout.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Trains, both errors high: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underfitting. More capacity or better features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remove regularisation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Unstable across runs: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learning rate or initialisation, not regularisation.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add one thing at a time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measuring each. Stacking four regularisers at once tells you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Removing regularisation is a legitimate move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is rarely considered when a model underfits.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Normalisation fixes an optimisation problem and regularisation fixes a generalisation problem — diagnose which you have before choosing.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Inverted dropout scales during training so inference needs no special case; forgetting the mode switch is the classic bug.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Batch norm's original internal-covariate-shift explanation was tested and did not hold; it appears to smooth the loss surface instead.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Batch norm depends on the batch, behaves differently at inference, and makes one example's output depend on the others — which is why layer norm took over in transformers.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Augmentation encodes invariances you already know, which is the same mechanism as architecture applied through the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invariance must actually be true — a vertically flipped six is a nine.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