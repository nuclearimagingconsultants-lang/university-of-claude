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16P figure is the one to remember; it drives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ordering is the practical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reasoning is why bf16 was designed and why it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Training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the model no longer fits.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data, tensor, and pipeline parallelism.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mixed precision and why loss scaling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gradient accumulation and checkpointing.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Reason about the memory budget of a training run.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whether you are compute- or memory-bound.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memory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memory actually goes.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occupies the GPU during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For a model with P parameters, training in mixed precision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with Adam: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parameters        (fp16)   2P bytes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gradients         (fp16)   2P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Adam m            (fp32)   4P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Adam v            (fp32)   4P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fp32 master copy           4P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           -----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            16P bytes, before any activations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 7-BILLION-PARAMETER MODEL: ~112 GB of optimiser state alone.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That does not fit on any single accelerator.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ACTIVATIONS are stored for the backward pass and scale with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batch size x sequence length x depth. For transformers at long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context they frequently EXCEED the parameter memory.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THE LEVERS, in the order you should reach for them: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gradient accumulation   -- smaller batch, same effective batch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activation checkpointing-- recompute instead of storing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mixed precision         -- halve the activation memory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optimiser sharding      -- split m, v, master across devices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then actual model parallelism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optimiser state is 12 bytes per parameter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three-quarters of the budget and is usually the surprise.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Gradient accumulation and checkpointing come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CHEAP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Gradient accumulation: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run several small batches, sum the gradients, step once.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Identical result to a large batch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at a fraction of the memory.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Activation checkpointing: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store only some layers' activations and recompute the rest during the backward pass.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Roughly √n memory for about 30% more compute.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are a few lines and neither changes the mathematics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they should be exhausted before anything distributed.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compose.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Together they frequently turn a model that will not fit into one that trains comfortably, which is a better outcome than adding a second machine.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Parallelism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axes, and the order to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PARALLELISM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kinds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Splits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Communication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 parallel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batch, across devices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All-reduce the gradients each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ZeRO / FSDP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Optimiser state and parameters too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More communication; far less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Tensor parallel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Individual matrices, within a 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layer. Needs fast interconnect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Pipeline parallel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Layers, across devices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at stage boundaries. Has a bubble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Expert parallel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Experts in a mixture-of-experts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Routed; sparse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Data parallelism is the all-reduce from CSCE 735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device holds a full model copy and a slice of the batch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computes gradients locally, and then they are averaged across all devices.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average is exactly an all-reduce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735 M10 §2) — and ring all-reduce is what the libraries implement.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cost is the gradient size times the interconnect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every step, and it is why NVLink and InfiniBand matter for training.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can be overlapped: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start reducing the last layer's gradients while the earlier layers are still computing theirs.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735 Module 10's computation–communication overlap, applied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Mixed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Half the bits, most of the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loss scaling is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DETAIL THAT MAKES IT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fp16 has a narrow range.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Gradients are often very small, and values below about 6×10⁻⁸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flush to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gradient silently disappears.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multiply the loss by a large constant before the backward pass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scales every gradient up into the representable range, then divide before the update.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Dynamic loss scaling adjusts the factor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raise it when no overflow occurs, halve it and skip the step when one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bf16 avoids the problem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same exponent range as fp32 with fewer mantissa bits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it is preferred wherever the hardware supports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numeric formats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Bits (sign/exp/mantissa)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901952"/>
            <a:ext cx="5303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568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fp32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/ 8 / 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37744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4140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baseline. Rarely needed throughout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fp16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 / 5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2852928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889504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Narrow range — needs loss scaling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bf16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 / 8 /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32841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3364992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fp32's range, less precision. Preferred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fp8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/ 4 / 3 or 1 / 5 /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3803904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840480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Inference, and increasingly training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Integer, with a scale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4279392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4315968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Inference only; Module 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Diagnosing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time is going.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Is it compute, memory, or communication?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the achieved FLOPs against the device peak.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Below ~30% means you are not compute-bound.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memory bandwidth utilisation.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High bandwidth and low FLOPs means memory-bound — CSCE 735's roofline, applied.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the fraction of step time spent in communication.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If it is large, overlap it or reduce the gradient size.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 the data loader.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GPU idle waiting for data is extremely common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is invisible unless you look.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profile before optimising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CSCE 735 Module 07,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data loader is the single most common bottleneck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in small-scale training and almost nobody checks it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Mixed-precision Adam costs about 16 bytes per parameter before any activations, and 12 of those are optimiser state.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Gradient accumulation and activation checkpointing are a few lines each, change no mathematics, and should be exhausted before anything distributed.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Data parallelism is an all-reduce of the gradients, which is CSCE 735's collective applied here — and it overlaps with the backward pass.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fp16 gradients flush to zero, so loss scaling is required; bf16 has fp32's exponent range and avoids the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bf16 trades mantissa for exponent, which is the right trade because gradient magnitudes vary more than their precision matters.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GPU idle waiting on the data loader is the most common small-scale bottleneck and almost nobody checks it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