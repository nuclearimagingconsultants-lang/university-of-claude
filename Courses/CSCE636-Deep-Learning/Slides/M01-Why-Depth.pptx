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table is the module's central idea; everything else supports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That ReLU and initialisation were decisive is a good corrective to 'it was just compute'.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636 — Deep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Why Depth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Learning the representation instead of designing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636 · Module 01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universal approximation does not justify depth.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architecture as encoded assumption.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what actually changed around 2012.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when deep learning is the wrong choice.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Set up the tooling and the baseline.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636 · Deep Learning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proposal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Stop designing features.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636 · Deep Learning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pipeline collapsed into one optimisation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WHAT DEEP LEARNING ACTUALLY PROPOSED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classical pipeline: hand-designed features, then a simple model.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SIFT then an SVM; MFCCs then a mixture model; n-grams then logistic regression.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Each stage was tuned separately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by domain experts, against a proxy objective that was not the final task.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Deep learning replaces the whole pipeline with one function trained end to end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on the actual objective.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features are optimised for the task rather than for a human's notion of what should matter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that turns out to be worth more than decades of feature design, wherever there is enough data to learn from.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636 · Deep Learning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Universal approximation does not explain any of this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THEOREM PEOPLE CITE INCORRECTLY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network with one hidden layer can approximate any continuous function on a compact set, to any accuracy.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That is the theorem.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says nothing about how many units are needed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may be exponential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nor whether gradient descent will find them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nor whether the result generalises.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it does not justify depth at all.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It says shallow networks are already universal.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What depth buys is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efficiency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of representation: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functions expressible compactly by a deep network can require exponentially many units when shallow.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Expressivity was never the constraint; learnability was.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636 · Deep Learning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Architecture as assumption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actual mechanism.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636 · Deep Learning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INDUCTIVE BIAS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each architecture assumes about the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4688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Architecture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3035808" y="1901952"/>
            <a:ext cx="41148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45536" y="1956816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Assumes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50608" y="1901952"/>
            <a:ext cx="44805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60336" y="1956816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So it suits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Fully connected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35808" y="2377440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45536" y="2414016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Nothing. Every input relates to every other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50608" y="2377440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0336" y="2414016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Tabular — where it loses to trees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Convolution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35808" y="2852928"/>
            <a:ext cx="41148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45536" y="2889504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Locality and translation invariance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50608" y="2852928"/>
            <a:ext cx="4480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0336" y="2889504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Images, audio, anything gridded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Recurrence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35808" y="3328416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45536" y="3364992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Sequential dependence; shared dynamics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50608" y="3328416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60336" y="3364992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Sequences — superseded by attention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Attention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35808" y="3803904"/>
            <a:ext cx="41148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45536" y="3840480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Any element may relate to any other, learned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50608" y="3803904"/>
            <a:ext cx="4480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60336" y="3840480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Text, and increasingly everything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Graph networks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35808" y="4279392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145536" y="4315968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Relations given by an explicit graph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50608" y="4279392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60336" y="4315968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Molecules, meshes, social networks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Equivariant nets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035808" y="4754879"/>
            <a:ext cx="41148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145536" y="4791455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known symmetry group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150608" y="4754879"/>
            <a:ext cx="4480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60336" y="4791455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Physics, chemistry, 3D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636 · Deep Learning  —  Module 01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matched inductive bias is worth enormous amounts of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CONVOLUTION WON IMAGES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fully connected layer on a 224×224 image has 50,000 inputs and no notion that nearby pixels are related.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It must learn that from examples.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convolution builds it in: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weights are shared across positions, so a feature learned anywhere is available everywhere, and the parameter count drops by orders of magnitude.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That is not merely efficient — it is a correct assumption about images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a correct assumption substitutes for data.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also why the same architecture loses on tabular data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(CSCE 633 M06):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column order is arbitrary, so locality is false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 bias is wrong rather than merely absent.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636 · Deep Learning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What changed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Why 2012 and not 1989.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636 · Deep Learning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HISTORY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ingredients, and when each arrived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4688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Ingredient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3035808" y="1901952"/>
            <a:ext cx="2377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45536" y="19568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13248" y="1901952"/>
            <a:ext cx="62179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22976" y="1956816"/>
            <a:ext cx="59984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Why it mattered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Backpropagation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35808" y="2377440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45536" y="24140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1986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13248" y="2377440"/>
            <a:ext cx="6217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22976" y="2414016"/>
            <a:ext cx="59984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mathematics was never the bottleneck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Convolutional nets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35808" y="2852928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45536" y="2889504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1989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13248" y="2852928"/>
            <a:ext cx="6217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22976" y="2889504"/>
            <a:ext cx="59984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LeCun's digit recognition worked, at small scale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GPUs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35808" y="3328416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45536" y="3364992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~2007–12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13248" y="3328416"/>
            <a:ext cx="6217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22976" y="3364992"/>
            <a:ext cx="59984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Two orders of magnitude of throughput (CSCE 735 M08)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Large labelled data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35808" y="3803904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45536" y="3840480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ImageNet, 2009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13248" y="3803904"/>
            <a:ext cx="6217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22976" y="3840480"/>
            <a:ext cx="59984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14M images — enough to learn representations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ReLU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35808" y="4279392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145536" y="4315968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~2011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13248" y="4279392"/>
            <a:ext cx="6217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22976" y="4315968"/>
            <a:ext cx="59984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Fixed vanishing gradients in deep stacks (M02)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Better initialisation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035808" y="4754879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145536" y="4791455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2010–15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13248" y="4754879"/>
            <a:ext cx="6217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522976" y="4791455"/>
            <a:ext cx="59984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Xavier, He — made depth trainable at all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6928" y="5230367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6656" y="5266943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Normalisation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035808" y="5230367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145536" y="5266943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2015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13248" y="5230367"/>
            <a:ext cx="6217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522976" y="5266943"/>
            <a:ext cx="59984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Batch norm made training robust to the learning rate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636 · Deep Learning  —  Module 01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When not 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honest boundary.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636 · Deep Learning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NOT THIS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When deep learning is the wrong choice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Tabular data.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Gradient-boosted trees usually win (CSCE 633 M06), with less tuning and no GPU.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Small data.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Under a few thousand examples with no pretrained model available, there is nothing to learn a representation from.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You need to explain the decision.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Attribution methods are not explanations (M12).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Inference cost matters more than accuracy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on a microcontroller, in a 16 ms frame budget.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Or a classical method already solves it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which is the most common case and the least often checked.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Fit the CSCE 633 baseline first and keep it.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It is the number every result in this course is relative 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636 · Deep Learning  —  Module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Deep learning replaces a hand-designed feature pipeline with one function trained end to end on the actual objective.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Universal approximation says shallow networks are already universal, so it does not justify depth — depth buys efficiency of representation, not expressivity.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Architecture is a prior: it encodes what you already know about the data's structure before the model sees any.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A correct inductive bias substitutes for data, which is why convolution won images and why it loses on tabular data where locality is false.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The mathematics was ready in 1986; GPUs, ImageNet, ReLU, initialisation, and normalisation were what arrived later.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Deep learning is the wrong choice for tabular data, small data, explainability, and tight inference budgets.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636 · Deep Learning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