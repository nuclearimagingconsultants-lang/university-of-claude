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the test set shares the shortcut is the whole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636 — 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What Networks Fail At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failure modes that do not show up in the test 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636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adversarial examples and what they reveal.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shortcut learning and how to detect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out-of-distribution failure and overconfidence.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limits of attribution methods.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Design evaluation that exposes these failures.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Adversarial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Imperceptible changes, confident errors.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perturbation too small to see changes the answer completely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Add a carefully chosen perturbation of magnitude invisible to a person, and a classifier's output changes to any target you choose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high confidence.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perturbation is found by gradient ascent on the loss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same machinery that trained the model, pointed at its input instead of its weights.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they transfer.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 example crafted against one model frequently fools a different model with a different architecture trained on different data.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Transfer is the important part.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means these are not quirks of one model but properties of the data and the learning procedure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makes black-box attacks practical.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They may be features, not bugs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INTERPRETATION THAT REFRAMED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intuitive reading: the model is broken and should be fixed.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alternative with real evidence: the model is using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genuinely predictive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features that happen to be imperceptible to humans.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experiment: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build a dataset containing only adversarial perturbations with their target labels, train a fresh model on it,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generalises to the real test set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perturbations carry real signal.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mismatch is between which predictive features a human uses and which a network uses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much more uncomfortable finding than a bug.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Shortcut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Solving the dataset instead of the task.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SHORTCUTS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Documented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Intended task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was learned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Detect pneumonia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Which hospital took the scan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Test on a new hospital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Classify animals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Texture, not shape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Texture–shape conflict images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Detect skin cancer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Whether a ruler is in frame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Remove the ruler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Answer questions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Dataset answer priors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Balanced counterfactual sets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Detect tanks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weather that day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apocryphal original; still instructive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test set shares the shortcut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IS INVISIBLE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Train and test are usually drawn from the same collection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any spurious correlation present in one is present in the other.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model scores well and has learned the wrong 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no amount of held-out evaluation reveals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Detection requires 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distribution shift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you construct deliberately: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different site, a different time, a counterfactual edit, a stress test.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CSCE 633 Module 12's leakage argument generalised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response is the same: be suspicious of good results and audit what the model is using.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Out of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Confidently wrong on the unfamiliar.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Networks do not know what they do not know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DEPLOYMENT HAZARD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Presented with an input unlike anything in training, a classifier still produces a confident distribution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633 M10 §3) — the softmax must sum to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model trained on ten animal classes will confidently classify a photograph of a chair.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There is no 'none of these' output.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Detection methods exist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ensemble disagreement, energy scores, Mahalanobis distance in feature space, conformal prediction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none is reliable across shifts.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practical defence is to monitor the inputs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633 M13 §1)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to design an abstain path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rather than to trust the model's own confidence.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Interpretability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attribution does and does not tell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Saliency maps are not explanations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LIMITATION THAT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Saliency highlights which input regions the output is sensitive to.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does not say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why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or what feature was used, or whether the reasoning was sound.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several popular methods fail basic sanity checks: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randomising the model's weights leaves some saliency maps essentially unchanged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they were reflecting the input, not the model.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plausible-looking heatmap is persuasive and weak evidence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dangerous combination.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Mechanistic interpretability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identifying actual circuits and features inside the network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is more promising and far more laborious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does not yet scale to explaining a single production decision.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Evaluation that exposes these failures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Test on a deliberately different distribution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another site, another time, another device.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Construct counterfactuals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change only the thing that should matter, and only the thing that should not.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Stress test: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corruptions, occlusions, rotations, compression artefacts.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Probe with adversarial examples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even if robustness is not a goal — it tells you how brittle the decision boundary is.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report by slice with counts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(CSCE 633 M12 §3), because the failures concentrate.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None of this appears in a standard held-out evaluation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which is exactly why it must be designed in deliberately.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An imperceptible perturbation found by gradient ascent changes a classifier's output to any target, and such examples transfer between models.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Transfer means these are properties of the data and the learning procedure rather than quirks of one model.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Adversarial perturbations carry genuinely predictive signal — a model trained only on them generalises to the real test set.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Shortcut learning passes its own test set, because train and test share the spurious correlation.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Networks have no 'none of these' output, so they are confidently wrong off-distribution and their confidence cannot be trusted.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Several saliency methods fail the sanity check of randomising the model's weights — they reflected the input, not the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