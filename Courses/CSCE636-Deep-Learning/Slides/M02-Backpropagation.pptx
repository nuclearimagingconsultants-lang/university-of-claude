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+= rather than = is the bug people write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float32 cancellation issue is the one that wastes the most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0.25^10 figure makes it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ResNet's contribution is best framed as a gradient-path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636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Backpropagation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chain rule, organised so it runs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636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backpropagation as reverse-mode automatic differentiation.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reverse mode and not forward mode.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an autodifferentiation engine.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Verify gradients numerically.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vanishing and exploding gradients.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Reverse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the gradient costs about one forward pass.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Forward mode and reverse mode differ by which end you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CHOICE THAT DECIDES THE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Both compute exact derivatives by the chain rule.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Neither is numerical differentiation and neither is symbolic.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Forward mode propagates derivatives with respect to one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input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forward.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Cost: one pass per input. Good when there are few inputs and many outputs.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Reverse mode propagates derivatives of one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output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backward.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Cost: one pass per output.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loss is one scalar output and a network has millions of parameters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reverse mode gives every gradient in a single backward pass.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asymmetry is the whole reason training is affordable.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AUTODIFF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complete engine, in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class Value: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def __init__(self, data, parents=(), op=""):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self.data, self.grad = data, 0.0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self._parents, self._backward = parents, lambda: None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def __mul__(self, other):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out = Value(self.data * other.data, (self, other), "*")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def _backward():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# chain rule: accumulate, do not assign -- a value used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# twice receives gradient from BOTH paths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self.grad  += other.data * out.grad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other.grad += self.data  * out.grad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out._backward = _backward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return out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def backward(root):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topo, seen = [], set()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def build(v):                      # topological order, so every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if v in seen: return           # consumer is processed before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seen.add(v)                    # its producer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for p in v._parents: build(p)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topo.append(v)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build(root)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root.grad = 1.0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for v in reversed(topo):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v._backward()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Two ideas: accumulate gradients, and process in reverse topological order.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Everything else is more operators.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computational graph, not a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RIGHT ABSTRACTION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engine knows nothing about layers, neurons, or networks.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knows operations and their local derivatives.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anything differentiable can be trained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renderer, a physics simulator (CSCE 649), a sorting relaxation, a protein folding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generality is why the framework is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differentiation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library with neural network utilities attached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rather than a neural network library.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'differentiable X' became a research programme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once the gradient is free, the question is only whether X can be written differentiably.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Checking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test that catches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GRADIENT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Numerical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def grad_check(f, x, eps=1e-5):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analytic = backward_gradient_of(f, x)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for i in range(len(x)):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xp, xm = x.copy(), x.copy()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xp[i] += eps; xm[i] -= eps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numeric = (f(xp) - f(xm)) / (2 * eps)    # CENTRAL difference,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                                   # error O(eps^2)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rel = abs(numeric - analytic[i]) / max(1e-8,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    abs(numeric) + abs(analytic[i]))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assert rel &lt; 1e-5, f"component {i}: {numeric} vs {analytic[i]}"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 USE DOUBLE PRECISION. In float32 the subtraction cancels and the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 check fails on correct code -- a false alarm that wastes hours.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 Use RELATIVE error, not absolute: gradients span many orders.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 Check a SMALL random subset; checking all of them is too slow.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 And avoid points where the function is not differentiable: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 ReLU at exactly zero will fail the check legitimately.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Four caveats, each of which produces a false failure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a false failure on correct code costs more than no check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Vanishing and exploding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deep stacks did not train.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Gradients multiply through 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∂L/∂w₁ = ∂L/∂aₙ · ∂aₙ/∂aₙ₋₁ ⋯ ∂a₂/∂a₁ · ∂a₁/∂w₁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gradient at an early layer is a product of n Jacobians.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Each factor &lt; 1 ⟹ the product → 0 exponentially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Vanishing. Early layers receive no signal and do not learn.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Each factor &gt; 1 ⟹ the product → ∞ exponentially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Exploding. The update overshoots and the loss becomes NaN.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Sigmoid's derivative peaks at 0.25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so ten sigmoid layers attenuate the gradient by about a million — which is why depth did not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fix addresses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Addresses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3328" y="1901952"/>
            <a:ext cx="5577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6" y="19568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ReLU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Vanishing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377440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4140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Derivative is exactly 1 when active — no attenuation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He / Xavier init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8" y="2852928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2889504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Scales weights so variance is preserved per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Residual connections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Vanishing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3328416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3364992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 identity path gives gradient a route with factor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Normalisation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53328" y="3803904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3056" y="3840480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Rescales activations each layer (M04)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Gradient clipping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Exploding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53328" y="4279392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3056" y="4315968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Caps the norm. Essential for RNNs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Careful gating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Vanishing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53328" y="4754879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63056" y="4791455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LSTM's cell path, same idea as residuals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Diagnosing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look 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Reading gradient pathology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Log the gradient norm per layer, every few steps.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 histogram across layers is the single best diagnostic 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Vanishing looks like: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early layers' norms orders of magnitude below later ones; the loss plateaus above chance.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Exploding looks like: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 sudden spike then NaN, or a loss that oscillates wildly.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Dead ReLUs: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 unit whose output is zero for every input in the batch. Check the fraction; above ~40% is a problem.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NaN propagates instantly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find the first step it appears and look at the batch, not the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Per-layer gradient norms cost almost nothing to log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resolve most training mysteries in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Reverse-mode autodifferentiation gives every parameter's gradient in one backward pass because the loss is a single scalar output.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An autodiff engine is two ideas: accumulate gradients rather than assign, and process in reverse topological order.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engine knows nothing about networks, which is why anything differentiable — a renderer, a simulator — can be trained.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Gradient checking needs double precision, relative error, a random subset, and avoidance of non-differentiable points.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Gradients multiply through depth, so factors below one vanish exponentially and factors above one explode.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Residual connections give the gradient an identity path, which is why networks went from twenty layers to a thousand.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