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positional encoding necessity is the surprising practical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'it went back to rasterisation' point is the key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Neural Rendering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this course meets the graphics track.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differentiable rendering and what it enables.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NeRF and the volume rendering integral it learns.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Gaussian splatting and why it is faster.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Connect learned denoising to CSCE 647.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neural rendering does not yet do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Differentiable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Inverting the forward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rendering is differentiable, you can optimise the scene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Rendering maps a scene to an image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647).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Inverse rendering wants the scene from images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hard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renderer is differentiable, the inverse problem becomes gradient descent: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render, compare to the photograph, backpropagate into the scene parameters, repeat.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02 §1 said anything differentiable can be trained.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is the most consequential instance of that in the graphics track.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difficulty is discontinuity.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Visibility, occlusion, and hard edges are not differentiable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whole field is about smooth relaxations of those discontinuities.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scene as a function, optimised from photographs.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NERF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representation and the rendering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SCENE IS A FUNCTION, stored as network weights: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F(x, y, z, theta, phi)  -&gt;  (colour, density)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RENDERING a pixel: march a ray and integrate (CSCE 647 M10 --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this is the volume rendering integral, unchanged):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 = integral over t of  T(t) * sigma(t) * c(t) dt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where T(t) = exp( -integral of sigma ) is transmittance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Discretised as a weighted sum over samples along the ray.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EVERY OPERATION IS DIFFERENTIABLE, so the loss between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rendered pixel and the photographed pixel backpropagates all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way into the network weights.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TRAINING: photographs with known camera poses. Render each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pixel, compare, descend. That is the entire algorithm.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POSITIONAL ENCODING IS ESSENTIAL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plain MLP on raw (x,y,z) produces a blurry scene -- 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has a strong bias toward low frequencies. Mapping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coordinates through sin/cos at many frequencies first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lets it represent fine detail. WITHOUT IT, NeRF DOES NOT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WORK, and that was the paper's key practical finding.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volume rendering integral is from CSCE 647 Module 10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unchanged. What is new is differentiating through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NeRF traded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ACCOUNTING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produced photorealistic novel views from a few dozen photographs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the classical pipeline (CSCE 748 M09) could not match.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was extremely slow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days to train one scene, seconds to render one frame — because every pixel requires hundreds of network evaluations.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scene is also opaque.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network weights, not geometry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edit it, relight it easily, or export it to an engine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Instant-NGP cut training to seconds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a hash-grid encoding, which was a representation change rather than a better network.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representation was the bottleneck.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Gaussian splatting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explicit representation that rasterises.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NeRF against 3D Gaussian splatting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NeRF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Gaussian splatting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Scene 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Implicit — network weights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Explicit — millions of 3D Gaussians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Rendering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Ray marching; many network evals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Rasterise and alpha-blend. No network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Seconds per frame (originally)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Real time, 100+ fps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Training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Hours to 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Editable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Barely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primitives can be moved and culled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Memory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62656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Compact (weights)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— millions of primitives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Splatting won by matching the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LESSON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NeRF evaluates a network hundreds of times per pixel.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Splatting projects primitives and blends them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rasterisation pipeline from CSCE 641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gradients.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GPUs have been optimised for exactly that for thirty years.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speedup came from changing the representation to one the hardware already executes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from a better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CSCE 735's argument in a new domain: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matching the computation to the machine beat improving the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two orders of magnitude.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rest of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else learning entered graphics.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Learned components in a modern renderer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Denoising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647 M12) — a CNN on a noisy render plus geometry buffers.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Made path tracing interactive.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Super-resolution and frame generation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render fewer pixels and fewer frames, reconstruct the rest.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Neural materials and BRDFs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network replacing a measured or analytic model, evaluated per shading point.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Learned importance sampling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guide paths toward light, reducing variance (CSCE 647 M06).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texture and asset generation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10), which changed content production rather than rendering.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Denoising is the one that mattered most.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It changed what sample counts are economically viable, which changed what is renderable in real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neural rendering still does not do 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Relighting.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Most captured representations bake in the lighting they were photographed under; separating material from illumination remains hard.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Editing and animation.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These representations are not meshes with skeletons, so the entire content pipeline (CSCE 645) does not apply.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Dynamic scenes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adding time multiplies the problem and the methods are young.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generalisation.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methods optimise one scene from scratch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a feed-forward model that reconstructs any scene from a few images is an active area rather than a solved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If the renderer is differentiable, inverse rendering becomes gradient descent — and the difficulty is relaxing visibility discontinuities.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NeRF stores a scene as network weights and renders with CSCE 647's volume rendering integral, differentiated.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Positional encoding is essential because an MLP on raw coordinates is strongly biased toward low frequencies.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Instant-NGP cut NeRF training from days to seconds by changing the representation, not the network — the representation was the bottleneck.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Gaussian splatting is differentiable rasterisation, which is what GPUs have been built for, and that is where its two orders of magnitude came from.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Learned denoising mattered most of all, because it changed which sample counts are economically viable.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