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this fully; it is the model example of the whole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Simon is the bridge: hidden periodicity, found by interference, then finished classically.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640 — Quantum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The Query 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Where the separations are provable, and what that is worth.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640 · Module 05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query model and why it is used.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Derive the Deutsch-Jozsa algorithm.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Simon's problem as the bridge to Shor.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Distinguish query complexity from time complexity.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what a query separation does and does not establish.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why almost every clean result lives in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In the query model you count oracle calls and ignore everything else, which is what makes lower bounds provable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THIS MODEL DOMINATES THE THEORY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input is a function you may evaluate but not inspect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the only resource is the number of evaluations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all other computation is free.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makes lower bounds tractable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you can prove that k queries cannot distinguish two cases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a statement about information rather than about circuits.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that is why the subject's provable separations are nearly all query separations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Deutsch-Jozsa, Simon, Grover's optimality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while the results people care about (factoring) are not proven at all.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model is a tool for honest statements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honest statement about Part 4 is that a query separation is weaker than it sounds.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Deutsch-Jozsa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One query against exponentially many, and worth tracing fully.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DEUTSCH-JOZSA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algorithm, and what cancels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PROBLEM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f: {0,1}^n -&gt; {0,1} is promised to be either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constant or balanced. Which?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CLASSICAL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2^(n-1) + 1 queries in the worst case,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deterministically. (Randomised: O(1) for high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confidence -- which matters, see below.)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QUANTUM, one query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1  H on all n qubits:  uniform superposition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2  phase oracle:  |x&gt; -&gt; (-1)^f(x)|x&gt;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3  H on all n qubits again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4  measure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WHY IT WORKS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amplitude of |0...0&gt; after step 3 is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   (1/2^n) * sum over x of (-1)^f(x)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constant f  =&gt; that sum is +-1, so we measure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              all zeros with certainty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balanced f  =&gt; the sum is exactly 0: perfect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              cancellation, so all zeros is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              impossible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Constant reinforces on all-zeros and balanced cancels there exactly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is Module 04's mechanism in its clearest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honest caveat, which is the reason this is a teaching example and not a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WHAT THE EXPONENTIAL SEPARATION ACTUALLY REQUIRES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exponential gap is against </a:t>
            </a:r>
            <a:r>
              <a:rPr sz="1600" b="1" i="1">
                <a:solidFill>
                  <a:srgbClr val="141924"/>
                </a:solidFill>
                <a:latin typeface="Georgia"/>
              </a:rPr>
              <a:t>deterministic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classical algorithms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randomised classical algorithm answers with high confidence in a constant number of queries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by sampling a few points.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dramatic separation needs exact classical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an unusual thing to demand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stating it as 'exponentially faster' without that qualification is misleading.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Simon's problem matters more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is an exponential separation against </a:t>
            </a:r>
            <a:r>
              <a:rPr sz="1600" b="1" i="1">
                <a:solidFill>
                  <a:srgbClr val="141924"/>
                </a:solidFill>
                <a:latin typeface="Georgia"/>
              </a:rPr>
              <a:t>randomised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classical algorithms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meaningful comparison.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Simon's structure is period-finding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hidden XOR mask, found by interference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the direct ancestor of Shor (Module 08).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Simon's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real separation, and the bridge.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SIMON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problem and the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promise:  f(x) = f(y) iff y = x XOR s,  for a hidden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A two-to-one function with a hidden XOR period. Find 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classical: Ω(2^(n/2)) queries, even randomised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You must find a collision, and collisions are rare — a birthday argument. This is the meaningful lower bound.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quantum: O(n) queries, then classical linear algebra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Each run yields a random y with y·s = 0 mod 2. Collect n−1 independent such y and solve for 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Each quantum run returns a random linear constraint on s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, and n of them determine it — which is the same shape as Shor's algorithm.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it establishes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less than a time separation.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Query separations, read honestly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 query lower bound is a real theorem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it is unconditional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unlike almost everything in complexity theory (CSCE 637 §01).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But it is relative to an oracle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 oracle separation does not imply a separation for explicitly given functions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which is a known and important gap.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it ignores the oracle's own cost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03 §3)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so an O(1)-query algorithm calling a circuit of exponential size is not fast.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is the trap: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'exponentially fewer queries' is routinely reported as 'exponentially faster'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they are different claims.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So the model proves things and the things it proves are narrower than the headlines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both halves of which are worth holding.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'Exponentially fewer queries' is not 'exponentially faster'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and the substitution is made routinely, including in abstracts.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what to carry forward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query model is where this subject's honest theorems live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Grover's optimality (Module 06 §4) is the most important of them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it bounds what search can ever buy.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Simon's structure is the one to remember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hidden periodicity, extracted by interference, finished by classical linear algebra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because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Shor has exactly that shape.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discipline is to state which complexity you are talking about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queries, gates, depth, or wall-clock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Module 03 §4's five metrics as an honesty requirement.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this module's version of the program's rule: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name the resource you counted, because the separation is a statement about that resource and not about speed in general.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In the query model you count oracle calls and ignore everything else, which is what makes lower bounds provable.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Deutsch-Jozsa: constant f reinforces on all-zeros and balanced f cancels there exactly, in one query.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Its exponential gap is against deterministic classical algorithms only; randomised classical solves it in constant queries.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Simon's problem is the meaningful separation — exponential against randomised — and its structure is hidden periodicity.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A query separation is relative to an oracle and ignores the oracle's own cost.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'Exponentially fewer queries' is not 'exponentially faster', and the substitution is made routinely.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