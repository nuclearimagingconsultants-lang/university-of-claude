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this by hand; it is the smallest complete example of the mechanism.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640 — Quantum Algorithms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Interference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The one resource, isolated.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640 · Module 04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interference as the source of every advantage.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Trace the amplitude cancellation in a concrete circuit.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which-path information destroys it.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Relate decoherence to the loss of interference.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Use the cancellation requirement as a design principle.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Stated in one sentence, then traced.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 quantum algorithm arranges many computational paths to the same outcome, with phases chosen so the wrong answers cancel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COURSE'S CENTRAL MECHANISM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Each basis state's final amplitude is a sum over every path the circuit provides to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literally what matrix multiplication computes.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terms of that sum carry phases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so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they can add constructively or destroy each other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a sum of probabilities cannot do (Module 02 §1).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design problem is: choose a circuit whose path phases make the unwanted outcomes' sums vanish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that is all any quantum algorithm does.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explains the shortness of Module 01 §3's list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you need problem structure that lets you engineer the phases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most problems do not have any.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TRACE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Two qubits, worked: where the cancellation happens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H|0&gt; = (|0&gt; + |1&gt;)/√2;   H|1&gt; = (|0&gt; − |1&gt;)/√2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minus sign is the whole resource. H is the gate that turns a basis state into paths, and a path pair back into a basis state.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H H |0&gt; = |0&gt;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Two paths reach |1&gt;: via |0&gt; with sign +, and via |1&gt; with sign −. They cancel exactly. The |0&gt; paths reinforce.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H X H |0&gt; = −|1&gt;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Insert anything that flips the relative sign and the cancellation moves. This is the whole trick, at the smallest possible scale.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H opens the interference and H closes it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, and whatever happens in between decides which outcome survives.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Which-path information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destroys interference, every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If anything records which path was taken, the paths no longer interfere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CONSTRAINT THAT EXPLAINS BOTH GARBAGE AND NOISE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Interference requires that the paths be indistinguishable at the point where they meet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if a leftover qubit is correlated with which path ran, the amplitudes add as probabilities instead.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exactly Module 03 §2's garbage problem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uncomputed ancilla is a which-path record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leaving it is why the algorithm silently stops working.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is also what decoherence is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environment records which path ran, accidentally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so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noise and uncleaned garbage are the same failure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with different causes.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unifying design rule is: nothing outside the computation may learn which path was taken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until the final measurement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a single statement covering Module 03 §2 and all of Module 10.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Decoherence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engineering consequence of Part 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DECOHERENCE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Why hardware is hard, in one argument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Any coupling to the environment leaks which-path information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so the qubit must be isolated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and isolation conflicts directly with being able to control it.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Which is the central engineering tension: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controllable means coupled, and coupled means decohering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and every hardware platform is a position on that trade.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So coherence time bounds circuit depth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the computation must finish before the information leaks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(Module 03 §4's depth metric).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it is not a matter of better shielding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the required isolation grows with the number of qubits and the depth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which is why error correction rather than isolation is the answer (Module 10).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Which makes Module 10's threshold theorem the result the whole field depends on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: it says the problem is solvable in principle.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Controllable means coupled, and coupled means decohering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which is why this is hard in a way better engineering alone does not fix.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As a design principle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What to ask when designing or reading an algorithm.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question to ask of any quantum algorithm is: what cancels, and why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For Deutsch-Jozsa, the constant case's paths all reinforce on one outcome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05 §2)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cancellation does the deciding.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For Grover, each iteration rotates amplitude toward the marked state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06 §2)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continues past it if you overshoot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the clearest demonstration that this is geometry.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For Shor, the Fourier transform makes amplitudes at non-multiples of the period cancel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(Modules 07 and 08)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the one case where the structure is obvious.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if you cannot say what cancels, you have not understood the algorithm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if a proposed algorithm has no cancellation story, it has no advantage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a useful filter on claims.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A quantum algorithm arranges many paths to the same outcome with phases chosen so that the wrong answers cancel — and that is all any of them does.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H opens the interference and H closes it, and whatever happens between decides which outcome survives.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If anything records which path was taken, the paths no longer interfere.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Uncleaned garbage and environmental decoherence are the same failure with different causes.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Controllable means coupled and coupled means decohering, which is why better shielding alone does not fix the hardware problem.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If you cannot say what cancels, you have not understood the algorithm; and no cancellation story means no advantage.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