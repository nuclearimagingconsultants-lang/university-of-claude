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Period becomes peak: that is the sentence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Quantum Fourier Transform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one piece of machinery that buys an exponential advantage.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QFT and state what it does to a periodic state.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its efficient circuit.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exponential-size transform is cheap.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the QFT does not give you.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and verify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transform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is the right tool for periodicity.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QFT, and its effect on a period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QFT: |x&gt; → (1/√N) Σ_y ω^(xy) |y&gt;,  ω = e^(2πi/N),  N = 2ⁿ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discrete Fourier transform, applied to the amplitude vector rather than to a list of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on a periodic state with period r, amplitude concentrates at y ≈ k·N/r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Because the terms at other y have phases spread uniformly around the circle and sum to nearly zero — Module 04's cancellation, in its most useful instance.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so measuring y gives an estimate of a multiple of N/r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random multiple per run, from which r is recovered by continued fractions (Module 08).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QFT converts a period in the amplitudes into a peak in the outcome distribution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whole reason it matters.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classical comparison is the thing to be careful about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QFT IS AND IS NOT FASTER THAN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QFT acts on a vector of 2 to the n amplitudes using O(n²) gates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looks like an exponential speedup over the classical FFT's O(N log N).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not one, in the usable sense: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read out the transformed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measurement gives one sample from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QFT is not a faster Fourier transform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device for making a period detectable in a single sample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narrower and genuinely useful 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most important caveat in the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'quantum computers do Fourier transforms exponentially faster' is a claim people build application proposals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it does not mean what it appears 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circuit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short, and derivable.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O(n²) gates suffice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KEY FACTORISATION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QFT's output amplitude factorises across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output qubits -- each output bit's state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depends on the input through a product 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phases. So the transform is a PRODUCT of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single-qubit operations with phase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corrections, not a general 2^n matrix.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 CIRCUIT, for qubit j from most significant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1  H on qubit j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2  controlled-R_k from each less significant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qubit, k = 2, 3, ..., with phase 2 pi / 2^k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3  move to the next qubit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4  reverse the qubit order at the end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GATE COUNT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 Hadamards + n(n-1)/2 controlled rotations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= O(n^2)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SMALL ROTATIONS CAN BE DROPPED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phases below the accuracy you need contribute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negligibly: the approximate QFT uses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O(n log n) gates, which matters a lot (M10)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approximate QFT drops the tiny rotations and uses O(n log n) gates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what makes Shor's circuit depth tolerable.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the transform factorises, which is also why the classical FFT is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SHARED STRUCTURE WORTH NOTICING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classical FFT is fast for the same structural reason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DFT matrix factors into sparse pieces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quantum circuit is that same factorisation realised as gates.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reassuring: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new mathematical magic is involved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only the fact that a unitary with this structure has a short circuit.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 general lesson: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unitary has an efficient circuit when it factorises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rare (Module 03 §1's counting argument) and is why algorithms are scarce.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QFT is precious precisely because it is both cheap and useful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unitaries are neither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one underwrites the subject's one dramatic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gives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it does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QFT's actual uses, and the non-uses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Period finding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phase estimation, which is Shor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one chain in this subject that leads to a superpolynomial advantage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08).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hidden subgroup problem over abelian groups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generalises it,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whose non-abelian cases are open and would matter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(graph isomorphism, lattice problems).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that is approximately the list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worth stating plainly, because the QFT's prominence suggests a wider applicability than it has.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does not give you signal processing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you cannot read out the spectrum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(Part 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does not give you data analysis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for the same reason plus the input problem: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loading classical data into amplitudes is itself expensive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Loading classical data into amplitudes is itself expensive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input problem, and it undermines most proposed data-analysis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Implementing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how to know it is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Verify the QFT on a known period before building anything on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Prepare a state periodic with a known 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apply your QFT,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 that the outcome distribution peaks at multiples of N/r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complete functional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check the inverse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QFT followed by inverse QFT must be the identity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catches qubit ordering errors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final bit-reversal is where they live.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compare against the classical FFT of your amplitude vector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your simulator has the whole vector, so you can check it exactly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real hardware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practical value of having written Module 02 §4's simulator: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 see the amplitudes that the model says are unobservable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how to debug an algorithm before trusting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QFT converts a period in the amplitudes into a peak in the outcome distribution — period becomes peak.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is not a faster Fourier transform: you cannot read out the transformed vector, only sample from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Its circuit is O(n²) because the transform factorises, which is the same reason the classical FFT is fast.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approximate QFT drops the tiny rotations and uses O(n log n) gates, which is what makes Shor's depth tolerable.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unitary has an efficient circuit when it factorises, which is rare — and is why useful algorithms are scarce.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Loading classical data into amplitudes is itself expensive, which undermines most proposed data-analysis applications.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