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Trotter is the simple method; qubitisation is what is actually used in current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Quantum Simulation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original proposal, and the likeliest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classical simulation of quantum systems is hard.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Hamiltonian simulation and Trotterisation.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chemistry and materials applications.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resource requirements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this is the least speculative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original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cleanest motivation in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Simulating a quantum system classically appears to cost exponentially, so use a quantum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FEYNMAN'S PROPOSAL, AND IT IS STILL THE BEST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state of m interacting particles needs exponentially many amplitudes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exactly the wall your simulator hit in Module 02 §4.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classical simulation of chemistry and materials is limited to small systems or to approximations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approximations fail precisely where the interesting physics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strong correlation.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quantum device has the same state space natively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it represents the system without the exponential cost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structural fit rather than a clever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is the least speculative application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problem structure had to be discovered, because the machine is the same kind of thing as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Hamiltonian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a physical evolution becomes a circuit.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Evolution, and how to approximate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goal: implement U(t) = e^(−iHt) for a given Hamiltonian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time evolution operator. H is typically a sum of local terms — which is what makes this tractable.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Trotter: e^(−i(A+B)t) ≈ (e^(−iAt/n) e^(−iBt/n))ⁿ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Exact as n grows; the error is O(t²/n) from the commutator of A and B. Each small factor is a short circuit.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newer methods: qubitisation, LCU, and QSP do better in n and 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Near-optimal scaling, at the cost of ancillas and complexity. This is an active and genuinely improving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Trotterisation turns a physical evolution into a product of short circuits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error comes from the terms that do not commute.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locality of the Hamiltonian is what makes this possible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NOT EVERY UNITARY CAN BE SIMULATED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physical Hamiltonian is a sum of terms each acting on a few particles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each term's exponential is a small circuit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product is polynomial.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special structure, not a general fact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generic Hamiltonian on m particles has no short circuit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§1's counting argument again).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'quantum computers simulate quantum systems' is true for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local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Hamiltonians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happily is what physics provides.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pattern of this whole course: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structure makes a circuit short, and the structure has to come from the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would be used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Concretely, and with the caveats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candidate problems, and what each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Ground state energies of molecules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catalysis, nitrogen fixation, battery chemistry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hard cases are strongly correlated systems where classical methods are least reliable.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needs phase estimation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08 §1)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 the molecular Hamiltonian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plus a good enough initial state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preparing one is itself hard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Materials: superconductivity, magnetism, correlated electron systems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where the models are simple to state and intractable to solve.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dynamics rather than ground states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reaction mechanisms and transport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where Part 2's machinery applies most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note the honest comparison: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classical methods have improved substantially too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crossover point is contested (Module 13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Preparing a good enough initial state is itself hard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phase estimation needs overlap with the true ground state, and guaranteeing that is an open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large but smaller than Shor's.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Useful chemistry needs hundreds to thousands of logical qubits, which is still far away and closer than factoring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Published estimates for industrially relevant molecules sit in the hundreds to low thousands of logical qubits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deep circuits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estimates have fallen by orders of magnitude over a decade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smaller requirement than factoring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if anything useful runs first, this is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value is scientific rather than cryptographic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better catalyst is worth more than a broken cipher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does not require anybody to lose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when asked what quantum computers are for, this is the honest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the one Feynman gave before the cryptographic application was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Classical simulation of m interacting quantum particles costs exponentially, which is the wall your own simulator hit.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quantum device has the same state space natively, so this is a structural fit rather than a discovered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Trotterisation turns a physical evolution into a product of short circuits, with error from the non-commuting terms.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Locality of the Hamiltonian is what makes the circuit short; a generic Hamiltonian has no short circuit.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Preparing an initial state with enough overlap with the true ground state is itself hard and is an open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Useful chemistry needs hundreds to thousands of logical qubits — far away, and closer than factoring.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