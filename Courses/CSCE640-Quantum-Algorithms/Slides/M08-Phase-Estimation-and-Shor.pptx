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estimation is the general tool; Shor is one application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Seeing how small the quantum part is clarifies what was actually contributed.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asymmetric/symmetric distinction is the one people most often 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Phase Estimation and Shor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one dramatic result, assembled from parts you already have.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08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phase estimation from the QFT.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reduction from factoring to order finding.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Assemble Shor's algorithm and state its cost.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it does and does not break.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resource reality for a useful instance.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Phase estimation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QFT used backwards, and the subject's main tool.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PHASE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problem and the circuit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given U and an eigenvector |u&gt; with U|u&gt; = e^(2πiφ)|u&gt;, estimate 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eigenvalue's phase is the thing you want. It is not directly measurable, so it must be moved into amplitudes.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apply controlled-U^(2^k) with control qubit k in superposition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Phase kickback (Module 03 §3) writes the phase onto the control register, as e^(2πi·2ᵏφ).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then the inverse QFT on the control register, and 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control register now holds a periodic phase pattern; the inverse QFT turns it into a peak at φ, to m bits with m control qubits.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Phase estimation moves an eigenvalue's phase into a measurable register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and almost every exponential-advantage algorithm is an instance of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period finding is phase estimation on the shift operator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TWO ARE THE SAME 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Define U as multiplication by a modulo 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its eigenvalues have phases that are multiples of 1/r, where r is the order of 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period you want.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estimating the phase estimates a multiple of 1/r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one random multiple per run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exactly as Simon's algorithm gave one random linear constraint (Module 05 §3).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r is recovered by continued fractions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classical, cheap, and the step that makes the whole thing work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with a constant number of repetitions.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the chain QFT → phase estimation → period finding → factoring is worth seeing as one thing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it is the subject's single route to superpolynomial advantage.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Factoring reduces to order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reduction is entirely classical.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classical part of Shor's algorithm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TO FACTOR N: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1  pick a random a &lt; N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2  if gcd(a, N) != 1, you are lucky: it is a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factor. Return it.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3  find r, the order of a mod N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(THIS is the quantum part, Part 1)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4  if r is odd, or a^(r/2) = -1 mod N, restart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5  otherwise gcd(a^(r/2) - 1, N) is a nontrivial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factor, with probability at least 1/2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WHY STEP 5 WORKS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a^r = 1 mod N, so N divides a^r - 1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= (a^(r/2) - 1)(a^(r/2) + 1)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N divides the product but neither factor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(that is what step 4 ruled out), so it must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share part of itself with each -- and gcd finds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the shared part.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EVERYTHING EXCEPT STEP 3 IS CLASSICAL, and the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reduction was known before quantum computing.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Everything except order finding is classical, and the reduction predates quantum computing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the quantum contribution is one subroutine.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Precisely, and no more.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 large fault-tolerant machine would and would not 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0175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Primitive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61888" y="1901952"/>
            <a:ext cx="4663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616" y="1956816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444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Broken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61888" y="2377440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1616" y="2414016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Factoring, directly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Diffie-Hellman, DSA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444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Broken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61888" y="2852928"/>
            <a:ext cx="4663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1616" y="2889504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Discrete log, same machinery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Elliptic curve crypto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8444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417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Broken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888" y="3328416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71616" y="3364992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Discrete log in a different group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AES-256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8444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Weakened to ~128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61888" y="3803904"/>
            <a:ext cx="4663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71616" y="3840480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Grover only, and that is survivable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SHA-256, SHA-3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84448" y="4279392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94176" y="4315968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Weakened similarly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61888" y="4279392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616" y="4315968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Grover on preimages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Lattice and hash signatures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84448" y="4754879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4176" y="4791455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 known attack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61888" y="4754879"/>
            <a:ext cx="4663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71616" y="4791455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Which is why they are the replacements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harvest-now-decrypt-later problem makes this urgent despite the machine not existing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TIMELINE ARGUMENT IS NOT REASSURING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Encrypted traffic recorded today can be decrypted whenever such a machine appears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anything that must stay secret for twenty years is already exposed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if it was sent under RSA or ECDH.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migration a present-tense engineering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independent of whether the machine arrives in ten years or fifty or never.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standards exist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lattice-based key exchange and signatures are standardised and deployable now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711 §13).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position is: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migrate for the recorded-traffic reason, not because the machine is imminent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do not claim it is imminent in order to motivate the migration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has been done and damages the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resource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part the headline omits.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Factoring a 2048-bit RSA key needs millions of physical qubits and hours of runtime, on a machine nobody 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careful published estimates are in the millions of physical qubits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few thousand logical ones times Module 10 §4's overhead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running for hours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with assumptions stated.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Against current devices of hundreds of noisy physical qubits with no error correction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gap of three to four orders of magnitude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a matter of waiting a generation of hardware.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estimates have been falling as the algorithms and codes improve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genuine progress and is still progress within those orders of magnitude.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quote the number rather than the possibility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this course's practice and is Module 13's requirement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a claim about capability needs a resource count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Phase estimation moves an eigenvalue's phase into a measurable register, and almost every exponential-advantage algorithm is an instance of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Period finding is phase estimation on the modular multiplication operator, and r is recovered by continued fractions.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Everything in Shor's algorithm except order finding is classical, and the reduction predates quantum computing.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RSA, Diffie-Hellman, and elliptic curve cryptography break; symmetric ciphers and hashes survive with larger parameters.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Harvest-now-decrypt-later makes migration a present-tense problem regardless of the machine's timeline.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Factoring a 2048-bit key needs millions of physical qubits and hours — quote the number rather than the possibility.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