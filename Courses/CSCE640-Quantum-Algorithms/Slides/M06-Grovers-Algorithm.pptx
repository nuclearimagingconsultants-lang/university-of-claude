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 asks you to plot exactly this curve, including the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Grover's 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Quadratic, optimal, and frequently not enough.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Grover's algorithm as a rotation.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iteration count and the overshoot.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Generalise to amplitude amplification.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explain the optimality lower bound.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when a quadratic speedup is worth having.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 and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Search with no structure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Given an oracle marking one of N items, find it — and the quantum algorithm is a rotation in a two-dimensional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SETUP AND THE KEY SIMPLIFICATION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Classically this takes N/2 queries on average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N in the worst case;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nothing to exploit, which is what 'unstructured' means.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quantum algorithm takes about π/4 times the square root of 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quadratic improvement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derivation is unusually clean.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whole evolution stays in the plane spanned by two vectors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marked state, and the uniform superposition over the unmarked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algorithm is a rotation in that plane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reflections make a rotation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each Grover iteration is exactly two reflections.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reflections, and the 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iteration, and the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 = (reflect about uniform) · (reflect about unmarked)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phase oracle reflects about the unmarked subspace; the diffusion operator reflects about the uniform state. Two reflections compose to a rotation.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rotation angle θ with sin(θ/2) = 1/√N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iteration rotates the state by θ toward the marked state. The start is almost perpendicular to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iterations ≈ (π/4)√N, and overshooting rotates past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Success probability rises to near 1 and then falls again, periodically. It is geometry, not accumulation.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Overshooting rotates past the marked state and the success probability falls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result that proves this is a rotation.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amplitude amplification is the same thing, generalised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GROVER IS A TEMPLATE RATHER THAN ONE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Replace 'uniform superposition' with any state preparation A, and 'marked' with any verifiable property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same two reflections apply.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turns any classical algorithm that succeeds with probability p into a quantum one with about 1 over the square root of p repetitions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1 over 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a generic quadratic speedup over any Monte Carlo procedure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broadest applicability of anything in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658's algorithms are all candidates).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composes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amplitude estimation gives a quadratic improvement in estimating p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where several proposed applications come from, and where Part 4's caution applies hardest.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Optimality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quadratic is the ceiling.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 quantum algorithm can search N unstructured items in fewer than order √N queries, and this is a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IMPORTANT NEGATIVE RESULT IN THE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bound predates Grover's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Bennett, Bernstein, Brassard and Vazirani proved it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algorithm was known to be optimal when it appeared.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argument is a hybrid or polynomial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query can only change the state by a bounded amount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distinguishing N cases needs order √N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rules out exponential speedup for NP-complete problems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by brute-force search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brute-force search is what the tries-all-answers picture implicitly promised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does not rule out an exponential speedup via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says only that search alone will not do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precise and frequently misstated content of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Is quadratic worth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Honestly, and usually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quadratic speedup survives, and what eats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error-correction overhead is large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10 §4)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quadratic speedup with a thousandfold constant-factor penalty needs an enormous N before it wins.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Grover does not parallelise well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 machines give only a √k improvement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while classical search parallelises linearly, which erodes the advantage further.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oracle must be built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03 §3)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its circuit is evaluated coherently, which is more expensive than a classical evaluation.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published analyses are pessimistic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for many proposed applications, classical hardware wins at every feasible problem size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does not make it useless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halves symmetric key security exponents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real and already-accounted-for consequence.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Grover parallelises poorly — k machines buy only √k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a specific and under-reported reason the advantage erodes against classical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Grover is beautiful, general, provably optimal, and probably not where the value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four at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Its real importance is the lower 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tells you where not to look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 claim of exponential advantage by searching is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immediately and provably.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its secondary importance is amplitude amplification as a template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thing to reach for when a classical randomised algorithm is the baseline.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lesson is Module 01 §3's, sharpened: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structure is what buys exponential advantage, and search is the absence of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Modules 07 and 08 are the important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Grover's evolution stays in a two-dimensional plane, so the algorithm is a rotation and two reflections make each iteration.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Overshooting rotates past the marked state and the success probability falls, which proves it is geometry rather than accumulation.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Amplitude amplification generalises it: any classical procedure succeeding with probability p needs about 1/√p repetitions.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Order √N is a proven lower bound, and it predates the algorithm.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bound rules out exponential speedup for NP-complete problems by brute-force search, and nothing more than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Grover parallelises poorly — k machines buy only √k — which erodes the advantage against classical clusters.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