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tries-all-answers picture makes exactly the wrong prediction, which is why it must go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640 — Quantum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What a Quantum Computer 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And the four things it is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640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quantum computer is, mechanically.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Refute the four standard misconceptions.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List the problems where an advantage is actually known.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that list is short.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this course's position on advantage claims.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Mechanically, and without metaphor.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quantum computer is a device that prepares a state, applies unitary operations, and measures — and interference is the only resource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WHOLE SUBJECT, STATED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state of n qubits is a unit vector of 2 to the n complex amplitudes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lot of numbers, and is not a lot of accessible information.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operations are unitary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meaning reversible and norm-preserving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computation is a rotation of that vector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nothing more exotic.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measurement returns one classical outcome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probability equal to the squared magnitude of its amplitude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you get one answer per run, not 2 to the n of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locates the whole difficulty: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amplitudes are inaccessible and the algorithm's job is to arrange, before measuring, that the wrong answers' amplitudes cancel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interference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four misconceptions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Each of which has a specific correction.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CORRECTIONS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people say, and what is true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7408" y="1901952"/>
            <a:ext cx="6217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correction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'It tries all answers at once'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2377440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2414016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holds all amplitudes and returns one outcome (§1)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'It is exponentially faster'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2852928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889504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 a few specific problems; for most, not at all (§3)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'It breaks encryption'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3328416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3364992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RSA and discrete log, given a machine nobody has (M10 §4)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'Quantum computers exist now'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803904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3840480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Devices exist; useful fault-tolerant ones do not (M11)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Because the tries-all-answers picture predicts something false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WORTH BEING FIRM ABOUT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machine really evaluated every input and told you which succeeded, unstructured search would be constant-time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it is provably not: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Grover's quadratic improvement is optimal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metaphor is not an imprecise version of the truth; it is a model with a wrong consequence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only kind of wrongness worth correcting firmly.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correct picture makes the right prediction: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have one measurement, so you need the structure of the problem to make the right answer's amplitude large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structure is exactly what unstructured search lacks.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 known advantages all exploit structure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periodicity, in the case that matters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08) — and why the list in Part 3 is short rather than provisional.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is actually known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short list, and it is worth memorising.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known and believed separations, in decreasing confidence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Simulating quantum systems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the original proposal and the likeliest useful application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09), and the one where the advantage is least surprising: the machine is the same kind of thing as the problem.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Factoring and discrete logarithm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Shor, superpolynomial, and the one dramatic result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08).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is a speedup over the best known classical method, not a proven separation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matters (Module 12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Unstructured search and its relatives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Grover, quadratic, provably optimal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06)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a quadratic speedup is frequently eaten by the overhead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10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Certain structured algebraic and query problems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real, and narrow.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for a great many problems, including NP-complete ones in general, no advantage is known or expected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12 §2).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Quantum simulation is first on this list on purpose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is the original proposal, the least surprising advantage, and the most likely to matter in practice.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this course holds throughout.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mathematics is beautiful, the engineering is brutal, and the honest claims are narrow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All three are true at once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subject's public account usually keeps the first and drops the other two — which is how a field with real results acquires a credibility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this course states resource counts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qubit and depth requirements for useful instances are enormous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Module 10 §4 gives the numbers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gesturing at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insists on baselines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'faster than what classical method, run by whom, on what instance'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several published advantage claims have been reduced or eliminated by better classical algorithms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13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program's rule in this subject: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advantage is a claim about a problem, a baseline, and a machine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claim that names fewer than all three is not yet a claim.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quantum computer prepares a state, applies unitary operations, and measures — and interference is the only resource.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amplitudes are inaccessible; the algorithm's job is to make the wrong answers cancel before the single measurement.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'It tries all answers at once' predicts constant-time unstructured search, which is provably false.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Every known advantage exploits structure, which is why the list is short rather than provisional.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Quantum simulation is the original proposal and the likeliest useful application; factoring is the dramatic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An advantage is a claim about a problem, a baseline, and a machine, and naming fewer than all three is not a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