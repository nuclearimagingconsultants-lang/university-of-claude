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T-count, not gate count, is the number to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algorithm from here on uses phase kickback.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Gates and Circuits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operations, and what counts as a cost.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03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the standard single- and two-qubit gates.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universality and what it does and does not give.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reversibility and the cost of uncomputation.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Build an oracle from a classical function.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Count the resources of a circuit.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small set, used constantly.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standard set, and what each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8288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Gate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901952"/>
            <a:ext cx="4206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05456" y="19568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196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Used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X, Y, 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5728" y="2377440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5456" y="24140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Pauli operators; bit flip, phase flip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196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Everything; the error basis (M10)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18288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5728" y="2852928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05456" y="2889504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Hadamard: basis to superposition and 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Creating and closing interference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S, 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5728" y="3328416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05456" y="3364992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Phase rotations by π/2 and π/4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196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 is the expensive one (M10 §4)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18288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R_z(θ)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95728" y="3803904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05456" y="3840480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Arbitrary phase rotation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01968" y="3803904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1696" y="3840480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QFT (M07); variational circuits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CNOT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95728" y="4279392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5456" y="4315968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Flip target if control is 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01968" y="4279392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11696" y="4315968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Entangling; the two-qubit workhorse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18288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Toffoli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95728" y="4754879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5456" y="4791455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Flip target if both controls are 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01968" y="4754879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1696" y="4791455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Classical logic, reversibly (§3)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Universality means approximating any unitary, and says nothing about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 DISTINCTION WORTH BEING EXACT ABOUT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small gate set can approximate any unitary on n qubits to any accuracy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Solovay-Kitaev result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reassuring about expressiveness.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silent about cost: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almost all unitaries require exponentially many gates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by a counting argument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universality does not mean 'everything is cheap'.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same structure as classical universality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NAND is universal and most Boolean functions still need exponential circuits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637 §02).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interesting question is never 'can it be expressed' but 'with how many gates and what depth'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for most unitaries the answer is 'too many', which is why algorithms are rare and precious.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Reversibility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a constraint with a specific 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Every operation except measurement is reversible, so nothing can be thrown 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CONSTRAINT AND ITS CONSEQUENCE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unitary is invertible, so no information is destroyed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means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quantum circuit cannot overwrite a register the way classical code does.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intermediate results accumulate as garbage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entangled garbage is worse than useless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carries which-path information and therefore destroys the interference you needed.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forces uncomputation: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compute, copy the answer out with a CNOT, then run the computation backwards to clear the workspace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the Bennett trick, and it roughly doubles the gate count.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that is the real cost of reversibility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not the gate set, but the obligation to clean up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commonest source of a quantum algorithm that does not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Oracles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How a classical function enters a quantum circuit.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ORACLES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two forms, and the conversion between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bit oracle:    |x&gt;|y&gt;  →  |x&gt;|y XOR f(x)&gt;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Reversible, and it is how any classical f is made available. Built from Toffoli gates mechanically.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phase oracle:  |x&gt;  →  (−1)^f(x) |x&gt;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Puts the answer in the phase instead. Cleaner for interference-based algorithms.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conversion: set y = (|0&gt; − |1&gt;)/√2 in the bit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target picks up the sign and is left unchanged — the phase kickback trick, used in Modules 05, 06 and 08.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Phase kickback converts a bit oracle into a phase oracle for free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and it is the single most reused trick in the subject.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ORACLES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thing to be careful about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 oracle is a circuit you have to build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not a free lookup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its cost counts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query-count results deliberately set aside.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a query-efficient algorithm is not automatically time-efficient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conflating the two is the commonest error in reading this literature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05 §4).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 oracle must be unitary on </a:t>
            </a:r>
            <a:r>
              <a:rPr sz="1600" b="1" i="1">
                <a:solidFill>
                  <a:srgbClr val="3C4555"/>
                </a:solidFill>
                <a:latin typeface="Calibri"/>
              </a:rPr>
              <a:t>all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 inputs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including superpositions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what 'you may call it but not inspect it' actually means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for an implementation.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Building one from a classical circuit is mechanical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Toffoli for AND, X for NOT, CNOT for copy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plus uncomputation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(Part 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means the oracle usually dominates the gate count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a published circuit diagram that draws it as a box is hiding most of the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A box labelled U_f in a circuit diagram is hiding most of the gate count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fine for analysis and misleading for cost estimates.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to count, and in what order.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COUNTING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resource metrics that matter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QUBITS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logical: what the algorithm needs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physical: logical x overhead (M10 s4),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       which is 1000x or more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DEPTH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the longest path; it sets the wall-clock time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and must fit inside the coherence time (M10)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GATE COUNT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total, and then by type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T-COUNT  &lt;-- the one that matters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 gates need magic state distillation, which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dominates the cost of a fault-tolerant circuit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Clifford gates (H, S, CNOT, Paulis) are cheap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QUERY COUNT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oracle calls only; a theoretical measure that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ignores the oracle's own cost (section 3)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AND REPORT ALL FIVE, because a paper that reports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only the ones that flatter the result is the norm.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T-count dominates the cost of a fault-tolerant circuit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and Clifford gates are comparatively free — which is why the metric is unusual.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circuit model is not the only model, which is worth knowing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Measurement-based, adiabatic, and topological models are all polynomially equivalent to the circuit model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nothing in this course's results depends on the choice.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they differ enormously in engineering difficulty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why hardware efforts pick different ones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equivalence in theory is not equivalence in practice.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analogue or special-purpose devices are a separate question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quantum annealer is not a universal quantum computer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conflating them has produced several confusing claims (Module 13 §3).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this course uses the circuit model throughout and names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because 'a quantum computer did X' needs the model stated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as part of Module 13's three requirements.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H, CNOT, and T form a universal set, and T-count rather than gate count is the resource metric that matters.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Universality means approximating any unitary and says nothing about efficiency; almost all unitaries need exponentially many gates.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Everything but measurement is reversible, so intermediate results accumulate and entangled garbage destroys interference.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Uncomputation — compute, copy out, run backwards — roughly doubles the gate count and is the real cost of reversibility.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Phase kickback converts a bit oracle into a phase oracle for free and is the most reused trick in the subject.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 box labelled U_f hides most of the gate count, so a query-efficient algorithm is not automatically time-efficient.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