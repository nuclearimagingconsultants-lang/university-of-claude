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row's correction is about something the claim did not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model-from-outside framing is Semester 12's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640 — Quantum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Claiming a Quantum Advantage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problem, the baseline, and the machine.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640 · Module 13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what an advantage claim must specify.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Identify the standard overclaims.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dequantisation pattern.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Place this course in the semester and the program.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Assess a quantum computing claim in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a claim must 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Three things, and most claims name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 advantage claim names a problem, a classical baseline, and a machine — and all three are load-bearing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HONEST READING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problem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whether anybody wants it solved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random circuit sampling is a real demonstration and is not a useful problem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the careful papers say and the coverage omits.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classical baseline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algorithm, on what hardware, with how much effort spent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because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baseline is the claim's other half and it is frequently a strawman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(Part 2).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machine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qubit count, error rates, connectivity, and whether error correction was assumed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11 §1)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since a result assuming error-free qubits is mathematics, not engineering.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resource count for a useful instance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(Modules 08 §4, 10 §4)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converts a possibility into a number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that somebody can check.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OVERCLAIMS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standard overclaims, corrected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39319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The claim</a:t>
            </a:r>
          </a:p>
        </p:txBody>
      </p:sp>
      <p:sp>
        <p:nvSpPr>
          <p:cNvPr id="8" name="Rectangle 7"/>
          <p:cNvSpPr/>
          <p:nvPr/>
        </p:nvSpPr>
        <p:spPr>
          <a:xfrm>
            <a:off x="4498848" y="1901952"/>
            <a:ext cx="61264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956816"/>
            <a:ext cx="5907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The correction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77440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414016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'Exponentially faster'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8848" y="2377440"/>
            <a:ext cx="6126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2414016"/>
            <a:ext cx="5907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At what? Than which classical method? (M05 §4)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852928"/>
            <a:ext cx="3931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889504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'Tries all answers at once'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98848" y="2852928"/>
            <a:ext cx="6126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8576" y="2889504"/>
            <a:ext cx="5907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Predicts constant-time search, which is false (M01 §2)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28416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364992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'Will break all encryption'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98848" y="3328416"/>
            <a:ext cx="6126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8576" y="3364992"/>
            <a:ext cx="5907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Public-key, not symmetric; and not yet (M08 §3)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803904"/>
            <a:ext cx="3931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840480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'Quantum speedup for machine learning'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98848" y="3803904"/>
            <a:ext cx="6126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8576" y="3840480"/>
            <a:ext cx="5907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Input and output costs, usually unaccounted (M11 §3)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279392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4315968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'Solved a problem in 200 seconds'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4279392"/>
            <a:ext cx="6126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8576" y="4315968"/>
            <a:ext cx="5907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Versus which classical implementation, run how long?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754879"/>
            <a:ext cx="3931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791455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'Quantum supremacy achieved'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98848" y="4754879"/>
            <a:ext cx="6126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08576" y="4791455"/>
            <a:ext cx="5907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On a sampling task designed to be hard to simulate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Dequantisation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pattern, which has recurred several times.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Several claimed advantages have been reduced or eliminated by better classical algorithms written afterwards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A HEALTHY PATTERN, AND A WARNING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quantum algorithm is published with an exponential speedup over the known classical method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classical algorithm matching it, or nearly, follows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sometimes within months.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Because the quantum algorithm's assumptions frequently imply classical structure too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sampling-access assumption that makes the quantum version work also enables a classical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several sampling demonstrations have had their claimed classical cost reduced by orders of magnitude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after the fact, by better simulation methods.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science working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claim provoked the effort that tested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is a strong argument for stating the baseline precisely enough to be attacked.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semester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Three courses, one shape.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SEMESTER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Where this course sits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1031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1883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Course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670048" y="1901952"/>
            <a:ext cx="36576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79776" y="1956816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Who sets the rules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7648" y="1901952"/>
            <a:ext cx="42976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1956816"/>
            <a:ext cx="40782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The consequence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1883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CSCE 640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70048" y="2377440"/>
            <a:ext cx="3657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776" y="2414016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Physics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7648" y="2377440"/>
            <a:ext cx="42976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414016"/>
            <a:ext cx="40782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The gate set and the measurement rule are given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1031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1883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CSCE 628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70048" y="2852928"/>
            <a:ext cx="36576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79776" y="2889504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Biology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7648" y="2852928"/>
            <a:ext cx="42976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7376" y="2889504"/>
            <a:ext cx="40782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The data is noisy and the truth is not available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1883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CSCE 717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70048" y="3328416"/>
            <a:ext cx="3657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79776" y="3364992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Self-interested agents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7648" y="3328416"/>
            <a:ext cx="42976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3364992"/>
            <a:ext cx="40782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The inputs are chosen to benefit whoever sent them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Assessing a 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In about five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questions, in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What is the problem, and does anybody want it solved?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which eliminates the sampling demonstrations from the 'useful' column immediately.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What is the classical baseline, and how hard did they try?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(Part 2)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is it the best known method or the obvious one?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What machine, with what error rates, and is fault tolerance assumed?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 11 §1).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What is the resource count for a useful instance?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(Modules 08 §4, 10 §4) — in physical qubits, not logical.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is the scaling measured or asserted?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 11 §4)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over what range, and does the range support the fit?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Five questions, five minutes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and most claims fail on the second one, which is the baseline nobody checks.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Where this course leaves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You know the mechanism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interference, and what cancels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04)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enough to evaluate whether a proposed algorithm could possibly work.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You can derive the important algorithms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Grover as a rotation, Shor as phase estimation on a shift operator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rather than recall them as recipes.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you know the engineering reality and the complexity-theoretic status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(Modules 10 and 12)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what separates assessing this field from admiring it.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closing rule is the program's: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state what you measured, state what you assumed, and never claim more than you established.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Here it is the problem, the baseline, and the machine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because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'a quantum computer did it faster' is not yet a claim.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An advantage claim names a problem, a classical baseline, and a machine, and all three are load-bearing.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The baseline is the half of the claim nobody checks, and it is the half that has moved most often after publication.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Dequantisation recurs because the assumptions that make a quantum algorithm work often imply classical structure too.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A result assuming error-free qubits is mathematics rather than engineering, so the machine must be named.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Five questions, five minutes — and most claims fail on the baseline.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All three Semester 12 courses take their model from outside computer science, and design against rules they did not choose.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