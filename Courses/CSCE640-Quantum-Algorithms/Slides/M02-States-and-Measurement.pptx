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writes kets as |0&gt; in ASCII throughout, for typographic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Defining entanglement as non-factorisability removes essentially all the mystery.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 asks for exactly this, written rather than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States and Measurement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qubit holds, and what you are allowed to see.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and manipulate single- and multi-qubit states.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measurement rule and its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entanglement without mysticism.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no-cloning result and why it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state vector simulator.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notation this course 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qubit, and n of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|psi&gt; = a|0&gt; + b|1&gt;,   with |a|² + |b|²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single qubit: two complex amplitudes, normalised. Not a probability pair — a and b may be negative or complex, and that is the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 qubits:  |psi&gt; = Σ a_x |x&gt;  over all x in {0,1}ⁿ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2 to the n amplitudes, indexed by the classical bit strings. The state space is the tensor product of n copies, not n copies of a two-state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global phase: e^(iθ)|psi&gt; is the same state as |psi&gt;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Unobservable, always. Relative phase between terms is observable and is where everything happens.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Relative phase is observable and global phase is not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distinction the whole subject turns 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superposition is not a probability distribution, and the difference is the negative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TO GET RIGHT BEFORE ANYTHING ELSE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probabilistic bit is 0 with probability p and 1 with probability 1 − 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probabilities cannot cancel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are non-negative.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qubit's amplitudes can be negative or complex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two paths to the same outcome can sum to zero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resource a randomised algorithm does not have (CSCE 658).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right comparison is not 'quantum is random' but 'quantum is random with cancellation'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cancellation is the entire advantage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a classical simulation is expensive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sample your way through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amplitudes that matter are the ones that will later cancel.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rule, and the three things it costs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rule, and what follows from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Measuring in the computational basis returns x with probability |a_x|²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leaves the state as |x&gt;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everything else is gone.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you get n bits per run, from 2 to the n amplitudes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fundamental bottleneck of the whole subject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reason algorithms must concentrate amplitude before measuring.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phases are invisible to measurement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|a_x|² discards them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so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phase has to be converted into amplitude by interference first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what every algorithm in this course does.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Measurement is irreversible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unlike every other operation — which is why it comes last, and why intermediate measurement is a design decision rather than a convenience.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repeating does not help directly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each run samples the same distribution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you learn the distribution, not the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 bits out of 2 to the n amplitudes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whole art of quantum algorithm design is making those n bits worth having.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Entanglement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 statement about factorisation.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ENTANGLEMENT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definition, which is unmysterious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product:     (|0&gt; + |1&gt;)(|0&gt; + |1&gt;)/2 = (|00&gt;+|01&gt;+|10&gt;+|11&gt;)/2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state that factors into a state per qubit. Measuring one tells you nothing about the other.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entangled:   (|00&gt; + |11&gt;)/√2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Does not factor. Measuring the first qubit determines the second — and that is the whole content of the term.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test:  does the 2ⁿ-vector factor as a tensor product?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If not, entangled. It is a linear-algebra property of the vector, not a physical influence travelling anywhere.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Entangled means the state vector does not factor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a property of the vector, not a signal between qubits.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no-cloning, which is a one-line consequence with large effects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YOU CANNOT COPY A STATE TO LOOK AT IT TWICE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 unitary that maps |psi&gt;|0&gt; to |psi&gt;|psi&gt; for every |psi&gt;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proof is two lines from linearity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one of the few results in the subject you can derive on sight.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closes the obvious workaround to Part 2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copy the state a thousand times and measure each copy differently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read the amplitudes 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what makes quantum key distribution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eavesdropper cannot copy the channel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one quantum technology that is deployed rather than projected.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it constrains error correction severely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classical trick of storing three copies is unavailable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Module 10's codes are cleverer than repetition.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Write the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forty lines and worth every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whole thing, in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import numpy as np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# state: complex vector of length 2**n, index = bit string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def zero_state(n):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v = np.zeros(2**n, dtype=complex); v[0] = 1.0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return v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# apply a 2x2 gate U to qubit q of an n-qubit state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def apply1(v, U, q, n):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v = v.reshape([2]*n)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v = np.moveaxis(v, q, 0)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v = np.tensordot(U, v, axes=([1], [0]))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return np.moveaxis(v, 0, q).reshape(2**n)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# measure everything, once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def measure(v, rng):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p = np.abs(v)**2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return rng.choice(len(v), p=p / p.sum())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Controlled gates are the same idea with an index mask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that is the entire simulator — the amplitudes stop being abstract once you have written this.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exponential cost is the point, not a limitation of your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vector has 2 to the n entries, so 30 qubits is about 16 gigabytes in double-precision complex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a laptop stops at around 25 to 30.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cost is exactly the reason the subject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Feynman's observation was that simulating quantum systems classically appears to be exponentially 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your simulator's limit is informative rather than annoying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same wall that makes quantum simulation worth doing on a quantum device.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Though note the honest qualification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special structure (low entanglement, Clifford gates) simulates efficiently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Module 13 §3 shows is how several advantage claims got reduced.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Relative phase is observable and global phase is not, which is the distinction the whole subject turns 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superposition is not a probability distribution; the difference is that amplitudes can cancel.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You get n bits per run out of 2 to the n amplitudes, which is the fundamental bottleneck of the subject.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Phase is invisible to measurement, so it has to be converted into amplitude by interference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Entangled means the state vector does not factor — a property of the vector, not a signal between qubits.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No-cloning follows from linearity in two lines, and it rules out both reading amplitudes by copying and repetition-based error correction.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