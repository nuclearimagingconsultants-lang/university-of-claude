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640 — Quantum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Near-Term Hardware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What the current generation can and cannot be expected to 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640 · Module 11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Describe the current hardware landscape and its limits.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variational algorithms and their appeal.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barren plateau problem.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input and output problems.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Assess a near-term application proposal.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Stated carefully, because it dates quickly.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Current devices have tens to hundreds of physical qubits, error rates near the threshold, and no useful error correction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LANDSCAPE, AS OF THIS COURSE'S WRITING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Superconducting, trapped-ion, neutral-atom, and photonic platforms all exist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with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different trade-offs between gate speed, coherence time, and connectivity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04 §3's tension).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Two-qubit gate error rates are around a fraction of a percent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on the best systems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bounds useful circuit depth to hundreds of gates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not millions.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connectivity is limited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circuit assuming all-to-all coupling must be compiled with swap networks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multiplies the gate count.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honest statement is: these are real quantum devices and they are not fault-tolerant computers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Preskill's NISQ term names exactly this gap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the gap is the subject of this module.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Variational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near-term hope, and its structure.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VARIATIONAL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hybrid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THE IDEA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keep the quantum circuit shallow, and let a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classical optimiser do the hard work.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THE LOOP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1  prepare a parameterised state |psi(theta)&gt;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   with a short circuit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2  measure an expectation value, e.g. the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   energy of a Hamiltonian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3  a CLASSICAL optimiser proposes new theta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4  repeat until converged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INSTANCES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VQE     chemistry ground states (M09)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QAOA    combinatorial optimisation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WHY IT APPEALS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shallow circuits fit inside the coherence time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and some errors are absorbed by reoptimising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the parameters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WHY IT IS DIFFICULT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see Part 3: the optimisation landscape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Shallow circuit, classical optimiser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fits the hardware, and moves the difficulty into the optimisation.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Barren plateaus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obstacle, and it is structural.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For random parameterised circuits, gradients vanish exponentially in the number of qubits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THE OPTIMISATION IS THE HARD 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expected gradient of the cost is zero and its variance shrinks exponentially with qubit count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the landscape is flat almost everywhere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the optimiser has nothing to follow.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means the number of measurements needed to resolve a gradient grows exponentially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exactly the scaling the method was supposed to avoid.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not a tuning problem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is a property of expressive random circuits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more expressive ansätze make it worse, which is an uncomfortable trade.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mitigations all restrict expressiveness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problem-informed ansätze, shallow local cost functions, layerwise training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restricting expressiveness is in tension with capturing the physics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field's open question.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Input and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two problems that undermine most proposals.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THE CAVEATS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to check in any near-term application proposal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 input problem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loading a classical dataset of size N into amplitudes generally costs O(N)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destroys a polynomial advantage before the algorithm starts (Module 07 §3).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 output problem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 result is a quantum state, and extracting more than a few numbers from it costs exponentially many measurements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02 §2).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 classical baseline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must be the best known method, and frequently is not checked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13 §3).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 assumed hardware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error rate, connectivity, and whether error correction is assumed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all three stated.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the scaling claim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asserted asymptotically, or measured over a range?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Usually the former, on a range too short to fit.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Input and output together eliminate most proposed quantum machine learning applications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a strong claim and is the one the careful papers make.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honest near-term 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No convincing demonstration of a near-term quantum advantage on a useful problem has been made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as of this course's writing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a factual statement rather than a prediction.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sampling demonstrations are real results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device sampling from a distribution classical simulation struggles with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on problems chosen to be hard to simulate rather than useful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point and is sometimes lost.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Several of those have been substantially reduced by improved classical simulation afterwards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13 §3)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science working, not scandal.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near-term honest answer to 'what can a hundred noisy qubits do' is: physics experiments, benchmarks, and algorithm development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a reasonable thing for a technology at this stage to 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Current devices are real quantum devices and are not fault-tolerant computers; NISQ names exactly that gap.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Two-qubit error rates near a fraction of a percent bound useful circuit depth to hundreds of gates.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Variational methods keep the circuit shallow and move the difficulty into a classical optimiser.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Barren plateaus: gradients vanish exponentially in qubit count, so the measurements needed grow exponentially.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Mitigations restrict expressiveness, which is in tension with capturing the physics.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Input and output costs together eliminate most proposed quantum machine learning applications.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