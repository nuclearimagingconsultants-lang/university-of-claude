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BQP-vs-P separation implies P ≠ PSPACE, which is why nobody expects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BQP and Its Neighbours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is known, what is believed, and the difference.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12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BQP and state its basic properties.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Place BQP relative to P, NP, and PSPACE.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NP-complete problems are not expected to fall.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factoring's hardness is unproven.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is known versus believed, accurately.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Defined, with its unusual robustness.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BQP is what a quantum computer solves efficiently with bounded error, and it is remarkably robust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 AND ITS 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BQP: decidable by a polynomial-size quantum circuit with error at most 1/3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BPP's definition with quantum circuits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658 §02).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error constant does not matter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repetition and majority vote amplify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exactly as classically, so 1/3 is a convention rather than a choice.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gate set does not matter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Solovay-Kitaev converts between universal sets with polylogarithmic overhead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03 §1).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BQP a robust class rather than a model-dependent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same robustness that makes P and BPP meaningful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it is why the class is worth studying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it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is actually proved.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CONTAINMENTS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is known, and what is believed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4754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321808" y="1901952"/>
            <a:ext cx="53035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1536" y="1956816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 ⊆ BPP ⊆ BQP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21808" y="2377440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6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Proved, and easy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4754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BQP ⊆ PSPACE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1808" y="2852928"/>
            <a:ext cx="5303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1536" y="2889504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Proved: sum the path amplitudes in small space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BQP ≠ 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21808" y="3328416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1536" y="3364992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Unproved. It would imply P ≠ PSPACE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4754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NP ⊆ BQP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21808" y="3803904"/>
            <a:ext cx="5303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31536" y="3840480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Believed false. No evidence for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BQP ⊆ NP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1808" y="4279392"/>
            <a:ext cx="5303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31536" y="4315968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Believed false. Oracle evidence against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4754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Factoring is not in 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21808" y="4754879"/>
            <a:ext cx="5303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1536" y="4791455"/>
            <a:ext cx="50840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Unproved, and widely assumed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means the subject's central claim is conditional, and that is worth saying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HONEST STATEMENT OF WHAT IS ESTABLISHED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Nobody has proved that a quantum computer is faster than a classical one for any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 the non-relativised setting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setting that matters.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Shor's algorithm beats the best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known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classical factoring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no one has shown that no better classical algorithm exists.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field rests on the same kind of assumption cryptography does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a well-studied problem is hard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reasonable and is not a proof (CSCE 711 §02).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is normal for complexity theory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637 §01)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what is not normal is how often the conditional is dropped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in accounts of this particular subject.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NP-complete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Why nobody expects them to fall.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reasons, which are evidential rather than proved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The only general-purpose tool is Grover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Grover is provably quadratic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 06 §4) — so brute force will not do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NP-complete problems have no known structure of the kind the QFT exploits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no periodicity, no hidden subgroup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 07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Plus there is oracle evidence against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relative to a random oracle, NP is not contained in BQP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which is suggestive rather than conclusive.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So the belief is well-founded and unproved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'quantum computers cannot solve NP-complete problems' overstates what is known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this course does not do.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the correct statement is: no approach is known, and the known approaches provably do not suffice.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No approach is known, and the known approaches provably do not suffice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precise form of the claim and is weaker than the usual paraphrase.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Reading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With the conditionals intact.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Distinguish proved, believed with evidence, and assumed for convenience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Proved: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Grover's optimality; the query separations; BQP ⊆ PSPACE; the threshold theorem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these are theorems and will not change.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Believed with evidence: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NP is not in BQP; factoring is classically hard; BQP is strictly larger than 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supported by oracles and by failure to find counterexamples.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Assumed for convenience: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a particular classical baseline is the best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assumption that has failed most often in practice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13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program's rule applied to a literature: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state what you proved, state what you assumed, and keep the conditional attached when you report the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BQP is BPP's definition with quantum circuits, and it is robust to both the error constant and the gate set.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BQP ⊆ PSPACE is proved by summing path amplitudes in small space.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BQP ≠ P is unproved, and proving it would separate P from PSPACE.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Nobody has proved a quantum computer is faster than a classical one for any problem in the non-relativised setting.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known approaches provably do not solve NP-complete problems, which is weaker than saying quantum computers cannot.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assumption that has failed most often in practice is that a particular classical baseline is the best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