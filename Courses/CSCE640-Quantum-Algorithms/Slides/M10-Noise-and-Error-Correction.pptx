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Parity-not-value is the single idea behind every quantum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Noise and Error Correction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this is hard, and why it is nonetheless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error model and why it is continuous.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a quantum code corrects without measuring data.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threshold theorem and what it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overhead, numerically.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 resource estimate critically.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error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looks worse than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Errors are continuous, but correcting the Pauli basis corrects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MAKES QUANTUM ERROR CORRECTION POSSIBLE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qubit can be rotated by any small angle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error set is continuous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appears to rule out the discrete correction that classical codes rely 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any single-qubit error decomposes into I, X, Y, Z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syndrome measurement projects the error onto that basis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discretises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correcting bit flips (X) and phase flips (Z) corrects arbitrary single-qubit errors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central and genuinely surprising fact.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phase flips are the new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classical codes have no analogue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classical bits have no phase; this is what the quantum codes had to invent.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Correcting without looking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trick that gets around no-cloning.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STABILISERS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 syndrome is measured without disturbing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PROBLEM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measuring the data destroys the superposition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(Module 02), and no-cloning forbids copies.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TRICK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measure PARITIES, not values.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"do qubits 1 and 2 agree?" is a question whose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answer does not reveal what either one is.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encode one logical qubit across many physical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ones, in a subspace defined by a set of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commuting parity operators (stabilisers)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measure those operators repeatedly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 error moves the state out of the subspace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the parity pattern (the syndrome) says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which error, without ever naming the state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SURFACE CODE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stabilisers are local on a 2D grid, which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why hardware likes it. Distance d corrects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(d-1)/2 errors and costs about d^2 physical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qubits per logical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Measure parities, not values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parity answer carries no information about the individual amplitudes, so the superposition survives.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threshold theorem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result the entire field rests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Below a threshold physical error rate, arbitrarily long computations are possible with polylogarithmic overhead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A FIELD AND NOT A CURIOSITY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Concatenate a code with itself and the logical error rate falls doubly exponentially while the overhead grows only exponentially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below some rate, correction wins.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establishes that noise is not a fundamental obstacle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an engineering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before this result it was not clear which it was.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threshold is roughly 1% for the surface code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under favourable assumptions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current hardware is at or near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real progress of the last decade.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'above threshold' is the beginning rather than the end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overhead at a rate just below threshold is enormous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Part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overhead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number that governs every resource estimate.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error correction actually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Roughly a thousand physical qubits per logical qubit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at plausible error rates with the surface code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rises steeply as the physical rate approaches the threshold.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Plus magic state distillation for T gates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03 §1)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frequently dominates the entire footprint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is why T-count is the metric.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syndrome must be measured continuously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faster than errors accumulate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classical decoding throughput is itself a hard engineering requirement.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where Module 08 §4's millions of physical qubits come from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thousands of logical, times a thousand, plus the distillation factories.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every resource estimate is really an estimate about error correction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reading one means reading its assumed physical error rate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Read the assumed physical error rate first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drives the overhead non-linearly, and it is the assumption that varies most between papers.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this is where the honest optimism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threshold theorem is a real result and it is good news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says the problem is solvable in principle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was genuinely open before it was proved.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experimental progress is real: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error rates have fallen steadily, and logical qubits outperforming their physical constituents have been demonstrated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milestone that mattered.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While the gap to a useful machine remains three to four orders of magnitude in qubit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 §4)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both of those statements are true at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posture this course asks 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neither 'it will never work' nor 'it is nearly here'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both of which are claims made without the resource counts that would settle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Errors are continuous, but the syndrome measurement projects them onto the Pauli basis, which discretises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Phase flips are the new problem: classical codes have no analogue because classical bits have no phase.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Measure parities, not values — a parity answer reveals nothing about the individual amplitudes, so the superposition survives.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threshold theorem establishes that noise is an engineering obstacle rather than a fundamental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Roughly a thousand physical qubits per logical one, plus magic state distillation, which frequently dominates.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Read a resource estimate's assumed physical error rate first; it drives the overhead non-linearly.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