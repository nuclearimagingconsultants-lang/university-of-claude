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fixate on the split. Push them toward the merge: that is where mergesort, Karatsuba, and closest-pair all get their power.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them identify a, b, f(n) for several algorithms before introducing the master theorem. The pattern-matching is the skill.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 on drawing the tree at least five times before anyone uses the master theorem. Otherwise it is a black box they will misuse.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it as 'compare combine work against leaf work'. That is the whole content, and it is memorable in a way the three cases are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gap cases matter: students who only know the master theorem assume every recurrence yields 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Strengthening the hypothesis is one of the genuinely non-obvious ideas in the course. Worth a worked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Karatsuba and Strassen are the same idea twice. Make that explicit — saving one subproblem changes the exponent.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best example in the module of combine being the entire intellectual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Flag overlapping subproblems as the DP signal now. It makes Module 10 land as a fix for a problem they have already 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629 — Analysis of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Divide and Conquer, and Recurrences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Breaking a problem into pieces, and pricing the result.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629 · Module 02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Recognise when a problem has exploitable divide-and-conquer structure.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Solve recurrences by recursion tree, substitution, and the master theorem.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master theorem's three cases and know when it does not apply.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Analyse mergesort, Karatsuba, Strassen, and closest-pair.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the combine step determines whether the technique pays.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shape of the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steps, and only one of them is usually interesting.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Divide, conquer, combine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Divide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instance into smaller instances of the same problem.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Conquer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them recursively.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Combine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sub-answers into an answer for the whole.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Almost all of the design effort is in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combine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Divide is usually trivial — cut the array in half.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Conquer is a recursive call.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Combine is where the algorithm actually lives, and where the cost is.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If combine costs as much as solving the problem outright, you have gained nothing.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generic recurrence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T(n)  =  a · T(n/b)  +  f(n)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subproblems, each of size n/b, plus f(n) to divide and combine.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mergesort:  T(n) = 2T(n/2) + Θ(n)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Two halves, linear merge. Gives Θ(n log n).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binary search:  T(n) = T(n/2) + Θ(1)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One half, constant work. Gives Θ(log n).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Three numbers decide everything: how many subproblems, how much smaller, and how much work outside the recursion.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Solving recurrences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methods, in order of how much they tell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METHOD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Recursion tree — draw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Each node is a subproblem; its label is the non-recursive work f(n).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Sum each level, then sum the levels.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At depth i: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aⁱ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nodes, each of size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n/bⁱ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Depth of the tree: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log_b 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Leaves: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a^(log_b n) = n^(log_b a)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 whole question is: does the work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grow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shrink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or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stay level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as you descend?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Top-heavy → root dominates. Bottom-heavy → leaves dominate. Level → multiply by depth.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This is the method to reach for first. It explains the master theorem rather than merely applying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METHOD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master theorem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Case 1:  f(n) = O(n^(log_b a − ε))   ⇒   T(n) = Θ(n^log_b 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Leaves dominate. Most of the work is at the bottom.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Case 2:  f(n) = Θ(n^log_b a)   ⇒   T(n) = Θ(n^log_b a · log 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Every level costs the same. Multiply by the number of levels.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Case 3:  f(n) = Ω(n^(log_b a + ε))  + regularity   ⇒   T(n) = Θ(f(n))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Root dominates. The top-level combine is the whole cost.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Compare f(n) against n^(log_b a) — the leaf count. Whichever is bigger wins; if they tie, you pay a log factor.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MASTER THEOREM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Using it, and when you cannot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T(n) = 2T(n/2) + n → Θ(n log n)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a=2, b=2, n^log₂ 2 = n. Case 2.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T(n) = 4T(n/2) + n → Θ(n²)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n^log₂ 4 = n² beats n. Case 1.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T(n) = 2T(n/2) + n² → Θ(n²)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n² beats n. Case 3.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Does not apply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Unequal splits: T(n) = T(n/3) + T(2n/3) + n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Use a recursion tree instead.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T(n) = 2T(n/2) + n/log n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Falls in the gap between cases — no polynomial ε.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T(n) = T(n−1) + n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Not of the right form at all. Expand directly.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METHOD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Substitution — guess and prove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Guess the answer, then prove it by induction.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 only general method — works when the others do not.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trap: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induction often fails with the obvious guess, even when the guess is correct.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Fix by </a:t>
            </a:r>
            <a:r>
              <a:rPr sz="1600" b="0" i="1">
                <a:solidFill>
                  <a:srgbClr val="798290"/>
                </a:solidFill>
                <a:latin typeface="Calibri"/>
              </a:rPr>
              <a:t>strengthening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the hypothesis — prove something stronger, which gives you more to work with.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E.g. prove T(n) ≤ cn − d rather than T(n) ≤ cn.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Counterintuitive but standard: a stronger claim can be easier to prove by induction, because the inductive step gets a stronger assumption.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classics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Four algorithms, each making a different 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each one teaches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Algorithm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2834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Recurrence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79008" y="1901952"/>
            <a:ext cx="2011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88736" y="1956816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9068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0415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lesson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Mergesort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44368" y="2377440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4096" y="2414016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2T(n/2) + Θ(n)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79008" y="237744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2414016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Θ(n log 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9068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0415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baseline. Combine is the merge.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Karatsuba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44368" y="2852928"/>
            <a:ext cx="2834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54096" y="2889504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3T(n/2) + Θ(n)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79008" y="2852928"/>
            <a:ext cx="2011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88736" y="2889504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Θ(n^1.585)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9068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0415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Algebra reduced 4 multiplies to 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Strassen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328416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364992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7T(n/2) + Θ(n²)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79008" y="3328416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88736" y="3364992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Θ(n^2.807)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9068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00415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Same trick on matrices; 8 → 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Closest pair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44368" y="3803904"/>
            <a:ext cx="2834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54096" y="3840480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2T(n/2) + Θ(n)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79008" y="3803904"/>
            <a:ext cx="2011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88736" y="3840480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Θ(n log n)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9068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00415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Combine is clever, not obvious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Karatsuba: why saving one multiply changes the exponent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WORTH UNDERSTANDING DEEPLY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Naive multiplication of two n-digit numbers splits into four half-size products: T(n) = 4T(n/2) + O(n) = Θ(n²). No gain.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Karatsuba computes the three products ac, bd, and (a+b)(c+d), then recovers the middle term by subtraction. Three subproblems instead of four.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T(n) = 3T(n/2) + O(n) = Θ(n^log₂ 3) = Θ(n^1.585).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exponent is log₂(subproblems). Removing a single recursive call changed it, because it is inside a logarithm. This is the whole reason Strassen matters too.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CLOSEST PAIR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combine step is the algorithm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def closest(points_by_x, points_by_y):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if len(points_by_x) &lt;= 3: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return brute_force(points_by_x)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mid = len(points_by_x) // 2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midx = points_by_x[mid].x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dl = closest(left_half...)          # conquer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dr = closest(right_half...)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d  = min(dl, dr)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# COMBINE: could a closer pair straddle the dividing line?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strip = [p for p in points_by_y if abs(p.x - midx) &lt; d]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for i, p in enumerate(strip):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# The key fact: at most 7 later points can be within d.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# A d x 2d box holds at most 8 points that are pairwise &gt;= d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# apart -- otherwise one half would violate d.  So this inner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# loop is O(1), and the whole combine is O(n).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for q in strip[i+1 : i+8]: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   d = min(d, dist(p, q))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return 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Without the constant-7 bound the strip scan is Θ(n²) and the whole algorithm gains nothing. A geometric fact is what makes the recurrence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JUDGEMENT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When divide and conquer pays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Pays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when subproblems are independent and combine is cheaper than solving directly.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Pays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when you can reduce the number of subproblems by algebra (Karatsuba, Strassen).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Does not pay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when subproblems overlap — you recompute the same thing exponentially often.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That is the signal for dynamic programming, Module 10.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Does not pay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when combine is as expensive as the problem.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Bonus: it parallelises and it is cache-friendly — subproblems eventually fit in cache without being told 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Cache-oblivious algorithms exploit exactly that last property.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Divide, conquer, combine — and combine is where the algorithm actually lives.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T(n) = aT(n/b) + f(n). Three numbers: how many subproblems, how much smaller, how much work outside the recursion.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Draw the recursion tree first. The master theorem is a shortcut for a tree you should be able to draw.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Compare f(n) against n^(log_b a). Bigger wins; a tie costs a log factor.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exponent is log_b(number of subproblems), so eliminating one recursive call changes the exponent — that is Karatsuba and Strassen.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Overlapping subproblems mean divide and conquer is the wrong technique. That is the dynamic programming signal.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