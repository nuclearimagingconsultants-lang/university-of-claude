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min-cut falls out of the algorithm. Many applications want the cut, not the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irrational-capacity non-termination result is a good illustration that 'obviously it finishes' deserves scrutiny.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segmentation row is worth dwelling on for a graphics student — graph cuts are a standard tool in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Network Flow and Matching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algorithm, an implausible number of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max-flow min-cut theorem and explain why it holds.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Ford–Fulkerson and Edmonds–Karp.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residual graphs and why reverse edges are necessary.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bipartite matching, project selection, and segmentation as flow.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when a problem is secretly a flow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Pipes, capacities, and one source and sink.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flow network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directed graph with a capacity c(u,v) ≥ 0 on each edge.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source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 and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sink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flow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assigns f(u,v) to each edge subject to: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Capacity: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0 ≤ f(u,v) ≤ c(u,v)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Conservation: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at every vertex except s and t, flow in = flow out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value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of a flow is the net amount leaving 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Goal: maximise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Max-flow min-cut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s–t cut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partitions the vertices with s on one side and t on the other. Its capacity is the total capacity of edges crossing forward.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maximum flow equals the minimum cut capacity.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One direction is easy: every flow must cross every cut, so flow ≤ any cut capacity. The hard direction is that equality is achieved — and the proof is constructive, which is what gives the algorithm.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one of the great theorems in combinatorial optimisation, and a surprising number of other results are corollaries of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Finding the max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Augmenting paths, and the trick that makes them sufficient.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FORD–FULKERSON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While an augmenting path from s to t exists in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residual graph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Push as much flow along it as the bottleneck allows.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Update the residual graph.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Terminates when no augmenting path remains — and at that moment the flow is maximum.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reachable set from s in the final residual graph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minimum cut.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you get the cut for free, which is often what you actually wanted.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Residual edges: why you must be able to undo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CRUCIAL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residual graph has, for every edge with flow f and capacity c: a forward edge of residual capacity c−f,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reverse edge of capacity 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reverse edge represents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cancelling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flow you already sent. Without it the algorithm is a greedy algorithm, and greedy fails here — an early bad routing decision becomes permanent.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 reverse edges, a later augmenting path can reroute earlier flow as a side effect of pushing new flow. That is precisely what makes augmenting paths sufficient to reach the optimum.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the single idea in the module. Everything else is bookkeeping.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Path choice decides the 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Path choice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78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Complexity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Ford–Fulkerson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augmenting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5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O(E · maxflow) — may not terminate on irrationals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Edmonds–Karp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Shortest path (BFS)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78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O(VE²)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Dinic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Blocking flows on level 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78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O(V²E); O(E√V) for matching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Push-relabel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 pushes, no paths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078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O(V³) or better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reductions are the point. Flow itself is rarely the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REDUCTION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Bipartite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Given two sets and allowed pairings, find the largest set of disjoint pairs.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Reduction: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add a source into all of L, a sink out of all of R, capacity 1 on every edge.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Max flow = maximum matching. Integrality guarantees the flow is 0/1, so it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matching.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Applications: job assignment, scheduling, resource allocation, stable pairing variants, könig's theorem.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REDUCTIONS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Problems that are secretly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6858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Modelled 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Bipartite matching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Unit capacities, source into L, sink out of 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Edge-disjoint paths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Unit capacity on every edge; max flow = path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Vertex-disjoint paths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each vertex into in/out with a unit edge between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Project selection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 cut separating profitable projects from their costs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Image segmentation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 cut between foreground and background likelihoods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Baseball elimination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4754879"/>
            <a:ext cx="6858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791455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Can team X still win? — a flow feasibility question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230367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266943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Airline scheduling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73168" y="5230367"/>
            <a:ext cx="6858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82896" y="5266943"/>
            <a:ext cx="6638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 flow covering all required flights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Vertex splitting: the trick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Flow constrains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edges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not vertices. To put a capacity on a vertex — 'this router handles at most 10 units', 'this person can take at most 3 jobs' — split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Replace v with v_in and v_out, join them by an edge of the desired capacity, and redirect all incoming edges to v_in and all outgoing edges from v_out.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Every path through v must now traverse that one edge, so the vertex constraint is enforced. This one trick converts a large family of apparently non-flow problems into flow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MIN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Often the cut is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Many applications want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cut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the flow.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Image segmentation: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pixels are vertices; edges to a source (foreground) and sink (background) weighted by likelihood; edges between neighbours weighted by similarity.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min cut is the segmentation that best balances per-pixel evidence against boundary smoothness.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Project selection: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projects with profits, prerequisites with costs. The min cut selects the profitable closed subset.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Max-flow min-cut means one algorithm answers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Signs you are looking at a flow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Something is being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assigned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or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routed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under capacity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bipartite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structure — two groups with allowed pairings.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are asked 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separate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two things as cheaply as possible.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Conservation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appears naturally — what goes in comes out.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greedy approach nearly works but gets stuck committed to an early choice.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That last one is the strongest signal: flow is greedy plus the ability to undo.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hard part is never the algorithm. It is seeing that the problem is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Max flow equals min cut. One algorithm answers both, and the cut falls out of the final residual graph for free.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Residual reverse edges let later augmentations undo earlier routing decisions. Without them augmenting paths would not suffice.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Edmonds–Karp is Ford–Fulkerson with BFS — one line, and the bound stops depending on capacities.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Bipartite matching is flow with unit capacities; integrality makes the flow a matching automatically.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Vertex splitting converts vertex capacities into edge capacities, which extends flow to a large family of problems.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skill is recognition. Assignment under capacity, bipartite structure, or cheapest separation all signal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