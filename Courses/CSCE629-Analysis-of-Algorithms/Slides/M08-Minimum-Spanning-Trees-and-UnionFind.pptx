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 is Dijkstra with the key being edge weight rather than path distance. Saying so makes it one less thing to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satisfying bit of the module. Make sure it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noting the bound is amortised, which ties back to Module 05. The analysis is genuinely hard; the informal version is enough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worth stating what MSTs are used for: clustering, network design, mesh simplification, image segmentation, approximation algorithms (Module 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Minimum Spanning Trees and Union-Find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Two greedy algorithms that are both correct, and the structure that makes one of them fast.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apply the cut property.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Kruskal and Prim and explain why both are correct.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union-find with path compression and union by rank.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inverse Ackermann bound informally.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the matroid structure that makes greedy work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cut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lemma, and both algorithms follow.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cut property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WHOLE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Take any partition of the vertices into two non-empty sets —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minimum-weight edge crossing that cut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in some minimum spanning tree. (If weights are distinct, it is in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every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MST.)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Proof: suppose an MST T omits that edge e. Adding e creates a cycle, which must cross the cut again at some edge f with w(f) ≥ w(e). Swap e for f: still spanning, still a tree, no heavier. So an MST containing e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Both Kruskal and Prim are just different ways of choosing which cut to apply this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Kruskal and Prim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Kruskal —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Sort all edges by weight.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Add each edge if it joins two different components.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Grows a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forest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that merges into a tree.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Needs union-find to test connectivity.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O(E log E) — dominated by the sort.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Prim —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Start from one vertex.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Repeatedly add the cheapest edge leaving the current tree.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Grows a single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connected tree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Needs a priority queue — it is Dijkstra's shape.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O(E log V) with a binary heap.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Both are the cut property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Prim: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cut is (tree so far) versus (everything else).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cheapest crossing edge is exactly what Prim picks. Cut property applies directly.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Kruskal: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edge e is added, the cut is (e's component) versus (the rest).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Every cheaper edge was already examined and rejected, so e is the cheapest crossing edge.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Different cuts, same lemma. That is why two quite different greedy strategies land on the same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Union-find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data structure that makes Kruskal practical.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UNION-FIND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optimisations, enormous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class DSU: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def __init__(self, n):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self.p = list(range(n))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self.rank = [0] * 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def find(self, x):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if self.p[x] != x: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self.p[x] = self.find(self.p[x])   # PATH COMPRESSION: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return self.p[x]                       # flatten on the way back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def union(self, a, b):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a, b = self.find(a), self.find(b)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if a == b: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return False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if self.rank[a] &lt; self.rank[b]:        # UNION BY RANK: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a, b = b, a                        # hang the shorter tree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self.p[b] = a                          # off the taller one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if self.rank[a] == self.rank[b]: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self.rank[a] += 1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return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Neither optimisation alone is enough. Together they give O(α(n)) amortised, where α is the inverse Ackermann function — at most 4 for any n you will ever see.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UNION-FIND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both optimisations are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Neither alone: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O(log n) per operation.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Union by rank alone: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O(log n) — trees stay shallow but never improve.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Path compression alone: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O(log n) amortised — good, but unions can still build tall trees.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Both: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O(α(n)) amortised.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α is the inverse Ackermann function. α(n) ≤ 4 for n &lt; 2^65536.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Effectively constant, though provably not constant — a rare and pleasing distinction.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Tarjan proved this bound is tight: no union-find structure can do better.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greedy works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Matroids: the structure that licenses greed.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Greedy usually fails. Why not here?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DEEPER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Greedy fails on most problems — it is wrong for shortest paths with negative edges, for knapsack, for set cover.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is correct for MST because the forests of a graph form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matroid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system of 'independent' sets closed under subsets, with an exchange property.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Theorem (Rado–Edmonds):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greedy algorithm finds the optimum for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every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weight function precisely when the structure is a matroid.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this is not luck. There is a structural property that licenses greed, and when it is absent — as in knapsack — greed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Choosing, and what MSTs are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5137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Sparse graph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4164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137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Kruskal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 dominates; E is small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Dense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137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Prim with array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O(V²) beats O(E log 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Edges arrive sorted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Kruskal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Skip the sort entirely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 incremental growth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4164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5137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Tree is connected throughout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MSTs actually show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Network design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original motivation: cheapest wiring connecting all nodes.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Clustering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build the MST, delete the k−1 heaviest edges, and you have k clusters (single-linkage clustering).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Image segmentation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pixels as vertices, colour difference as weight.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Approximation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metric TSP tour within 2× optimal comes straight from an MST (Module 13).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Maze generation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random-weight MST of a grid is a perfect maze.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Mesh processing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feature detection and simplification orderings.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cut property: the lightest edge across any cut belongs to some MST. Both algorithms are this lemma applied to different cuts.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Kruskal sorts globally and uses union-find; Prim grows locally and is Dijkstra with a different key.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Union-find needs both path compression and union by rank; either alone leaves you at O(log n).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α(n) ≤ 4 for any n you will ever encounter — effectively constant, provably not constant.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Greedy is correct here because graph forests form a matroid, and the Rado–Edmonds theorem says matroids are exactly where greedy always works.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MSTs are the basis of single-linkage clustering, maze generation, and the 2-approximation for metric TSP.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