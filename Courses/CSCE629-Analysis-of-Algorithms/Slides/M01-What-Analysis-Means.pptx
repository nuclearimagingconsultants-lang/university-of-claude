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 is not that the RAM model is wrong, but that it is a choice with consequences. Students who never hear this treat asymptotics as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Hammer the quantifiers. 'O(n log n)' is a statement with existential constants in it, and students who never unpack them misuse it for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last row is the one worth dwelling on: expected-case for a randomised algorithm is a far stronger claim than average-case, because it does not depend on an assumption about the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is the bridge to CSCE 614 and should be framed that way. The two courses run concurrently for exactly this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 log n and n are hard to tell apart on a log-log plot over a small range — worth saying, so students span three orders of magnitude.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629 — Analysis of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Analysis Means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Models of computation, growth, and the honest limits of asymptotic reasoning.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629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what a model of computation is and why analysis requires one.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O, Ω, and Θ precisely, including what each does not say.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Distinguish worst-case, average-case, and amortised analysis.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where asymptotic analysis stops predicting real running time.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 benchmarking harness and read a log-log plot.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Counting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Before you can analyse an algorithm you must say what a step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Analysis requires 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'How long does this take?' is meaningless without saying on what machine.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model of computation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fixes what counts as one step.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RAM model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default. Arithmetic, comparison, and memory access on word-sized values each cost 1.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Memory is uniform: every access costs the same.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That assumption is </a:t>
            </a:r>
            <a:r>
              <a:rPr sz="1600" b="0" i="1">
                <a:solidFill>
                  <a:srgbClr val="798290"/>
                </a:solidFill>
                <a:latin typeface="Calibri"/>
              </a:rPr>
              <a:t>false</a:t>
            </a:r>
            <a:r>
              <a:rPr sz="1600" b="0" i="0">
                <a:solidFill>
                  <a:srgbClr val="798290"/>
                </a:solidFill>
                <a:latin typeface="Calibri"/>
              </a:rPr>
              <a:t> on real hardware, and Module 05 of CSCE 614 is about how false.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Other models exist because they make different questions answerable: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Comparison model — gives the Ω(n log n) sorting bound.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Cell-probe, external memory, parallel — each isolates a different resource.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model is a decision about what to ignore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KEY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The RAM model ignores the memory hierarchy, so it cannot distinguish an algorithm with good locality from one without. Those differ by 10–50× on real machines.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That is not a defect. It is the price of a model simple enough to prove theorems in. The defect would be forgetting you made the trade.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Rule for this course: prove in the model, measure on the machine, and explain every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O, Ω, Θ — stated precisely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= O(g)   ⟺   ∃ c, n₀ : f(n) ≤ c·g(n)  for all n ≥ n₀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Upper bound. An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at most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claim.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= Ω(g)   ⟺   ∃ c, n₀ : f(n) ≥ c·g(n)  for all n ≥ n₀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Lower bound. An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at least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claim.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 = Θ(g)   ⟺   f = O(g) and f = Ω(g)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Tight. The one you should be aiming for.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Note 'for all n ≥ n₀': these say nothing whatsoever about small inputs, which is exactly where most real programs live.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the notation does not say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 is an upper bound, not a description.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Binary search is O(n³). True, and useless.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Say Θ when you mean Θ.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Constants are hidden, and constants decide real programs.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An O(n) algorithm with a 10⁶ constant loses to O(n²) until n is enormous.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Nothing is claimed below n₀.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Hybrid sorts exist precisely because of this.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Worst case is a guarantee, not a prediction.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Quicksort's worst case is Θ(n²) and nobody cares.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Which case?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Worst, average, amortised — three different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kinds of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Worst case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What is the guarantee?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Real-time deadlines; adversarial input; anything safety-related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Average case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What happens on a random input?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You can characterise the input distribution honestly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Amortised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What is the cost per operation over a sequence?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Occasional expensive operations pay for many cheap 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Expected (randomised)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What happens over the algorithm's own coins?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The randomness is yours, so no adversary can target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Average case and expected case are not the same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DISTINCTION THAT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Average case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assumes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input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is random. If your inputs are not — and they usually are not — the analysis does not apply. Sorted or nearly-sorted data is extremely common in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1" i="0">
                <a:solidFill>
                  <a:srgbClr val="141924"/>
                </a:solidFill>
                <a:latin typeface="Georgia"/>
              </a:rPr>
              <a:t>Expected case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 for a randomised algorithm averages over the </a:t>
            </a:r>
            <a:r>
              <a:rPr sz="1900" b="0" i="1">
                <a:solidFill>
                  <a:srgbClr val="141924"/>
                </a:solidFill>
                <a:latin typeface="Georgia"/>
              </a:rPr>
              <a:t>algorithm's own coin flips</a:t>
            </a:r>
            <a:r>
              <a:rPr sz="1900" b="0" i="0">
                <a:solidFill>
                  <a:srgbClr val="141924"/>
                </a:solidFill>
                <a:latin typeface="Georgia"/>
              </a:rPr>
              <a:t>. It holds for every input, including adversarial ones, because the adversary cannot see your randomness.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900" b="0" i="0">
                <a:solidFill>
                  <a:srgbClr val="141924"/>
                </a:solidFill>
                <a:latin typeface="Georgia"/>
              </a:rPr>
              <a:t>This is why randomised quicksort is used and deterministic median-of-first-element quicksort is not. Module 03 develops this.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Where the model breaks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honest part, usually left 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measurement disagrees with theory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017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Cause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44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Effect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068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0415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Seen 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Cache hierarchy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44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Sequential access beats random by 10–50×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9068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0415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Array vs linked list; mergesort vs quicksort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Branch prediction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Unpredictable branches cost ~15 cycles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0415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Branchy binary search vs branchless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Constant factors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844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941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Hidden in Θ, decisive below n₀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9068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0415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Insertion sort inside mergesort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3017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Allocation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844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941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Not a step in the RAM model; expensive in reality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9068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00415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Any algorithm that allocates per element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3017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7980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Vectorisation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844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941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8–16× on predictable loops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9068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00415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Linear scan beating a tree at small 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harness you will reuse all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import time, statistics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def bench(fn, make_input, sizes, trials=5):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rows = []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for n in sizes: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ts = []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for _ in range(trials):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data = make_input(n)        # build OUTSIDE the timed region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t0 = time.perf_counter()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fn(data)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ts.append(time.perf_counter() - t0)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rows.append((n, statistics.median(ts)))   # median, not mean: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return rows                                   # one slow trial should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                                           # not move the estimate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# Read the exponent straight off a log-log fit: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#   slope ~ 1.0  -&gt; linear      slope ~ 2.0 -&gt; quadratic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#   slope ~ 1.1  -&gt; n log n     slope ~ 0.0 -&gt; constant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Median rather than mean, and input construction outside the timed region. Both mistakes are easy to make and both quietly invalidate the measurement.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hierarchy, and where the cliffs 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O(1)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O(log n)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O(n)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O(n log n)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O(n²)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O(2ⁿ)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O(n!)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 practical cliffs on a modern machine, for a one-second budget: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O(n²) stops being usable around n ≈ 10⁴.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O(n log n) handles n ≈ 10⁷ comfortably.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O(2ⁿ) stops around n ≈ 25; with memoisation over subsets, n ≈ 20 at O(2ⁿ·n).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These numbers are worth memorising. They let you reject a design in ten seconds rather than a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Knowing which cliff you are near is more useful day to day than knowing any particular algorithm.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Analysis requires a model of computation, and every model is a decision about what to ignore. The RAM model ignores the memory hierarchy.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O is an upper bound, Θ is tight. Say Θ when you mean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Asymptotic claims say nothing below n₀ and hide all constants — which is where real programs live.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Average case assumes a random input; expected case averages over your own randomness and holds for every input. The second is far stronger.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Cache behaviour, branch prediction, and allocation decide real benchmarks and appear in no model you will prove things in.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Prove in the model, measure on the machine, explain every gap. That is the whole method of this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629 · Analysis of Algorithms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