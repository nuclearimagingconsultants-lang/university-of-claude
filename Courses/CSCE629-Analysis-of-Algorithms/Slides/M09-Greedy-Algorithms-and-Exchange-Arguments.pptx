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greedy and DP as a spectrum from the start: greedy is DP where you can prove you only need one branch.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find exchange arguments mysterious until they see that it is always the same three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them try to break 'shortest first' before showing the correct rule. The counterexample is small and memorable.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coin change row is especially good: greedy IS correct for US and Euro coins, which is why the failure is so easy to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that Dijkstra and MST are on this list: they were greedy algorithms all along, and now the students have the vocabulary.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629 — Analysis of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Greedy Algorithms and Exchange Arguments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When taking the best option now is provably right, and how to tell.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629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the greedy choice property and optimal substructure.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Prove greedy correctness by exchange argument.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Prove greedy correctness by 'greedy stays ahead'.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standard problems where greed fails, and why.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Construct counterexamples to refute a proposed greedy rule.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two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Greedy works when, and only when, both hold.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greedy algorithm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1. Greedy choice property.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locally optimal choice is part of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some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global optimum.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This is the hard one, and it is what the proofs establish.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2. Optimal substructure.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After making that choice, the remaining problem is the same problem, smaller.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Shared with dynamic programming — Module 10.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difference from DP: greedy commits immediately and never reconsiders. DP explores all choices.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Greedy is faster when it is correct, and silently wrong when it is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greedy algorithm that passes your tests is worth nothing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DISCIPLINE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Greedy rules are easy to invent and plausible-sounding greedy rules are usually wrong.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The failure mode is specific and nasty: it works on every small case you try, then fails on a structured input in production.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So a greedy algorithm without a proof is a conjecture. Either produce an exchange argument, or produce a counterexample. There is no third state in which 'it seems to work' is acceptable.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proof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Exchange, and staying ahead.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TECHNIQUE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Exchange argument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Take an arbitrary optimal solution OPT.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Show you can transform OPT into one agreeing with the first greedy choice,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without making it worse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Repeat, or induct, to show the greedy solution is itself optimal.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move is always the same: find where OPT and greedy first disagree, swap OPT's choice for greedy's, argue the swap does not hurt.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cut property of Module 08 was exactly this.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WORKED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Interval scheduling: earliest finish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PROBLEM  Choose the most non-overlapping intervals from a set.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RULE     Repeatedly take the interval that FINISHES EARLIEST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among those compatible with what you have chosen.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PROOF (exchange)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Let OPT be any optimal solution, greedy = g1, g2, ...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Let OPT = o1, o2, ... sorted by finish time.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Suppose they first differ at position k.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By the greedy rule, g_k finishes no later than o_k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(greedy picked the earliest-finishing compatible interval,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and o_k was available to it).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So replace o_k with g_k in OPT.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- g_k is compatible with o_1..o_{k-1}: greedy chose it after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the same prefix.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- g_k finishes &lt;= o_k, so it cannot conflict with o_{k+1}...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The result is still optimal and agrees with greedy one step further.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Induct: greedy is optimal.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Note what carries the argument: finishing earliest leaves the most room for everything after. Any other rule — shortest first, fewest conflicts first — fails.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TECHNIQUE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Greedy stays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a measure of partial progress.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Show that after each step, greedy's measure is at least as good as any other solution's at the same step.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Conclude greedy's final result is at least as good.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Often more natural than exchange when there is an obvious running quantity — time elapsed, intervals covered, distance remaining.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For interval scheduling: greedy's k-th interval finishes no later than any solution's k-th. Same conclusion, different route.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greed fails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how to show it quickly.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Classic greedy failures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34747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Tempting 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 it fails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0/1 knapsack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Best value-to-weight ratio first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Taking the best ratio can block two items that together beat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Shortest path, neg. edges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Nearest unvisited first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negative edge later makes a longer prefix better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Set cover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Largest uncovered set first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Works, but only to within ln n — not optimal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Coin change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Largest coin first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Correct for some coin systems, wrong for {1, 3, 4}: 6 = 3+3, not 4+1+1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Graph colouring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Colour greedily by degree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Order-dependent; can use arbitrarily many more colours than needed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Fractional knapsack is greedy; 0/1 is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INSTRUCTIVE PAIR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Fractional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you may take part of an item. Sort by value/weight and fill greedily.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Provably optimal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a clean exchange argument.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0/1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each item is all or nothing. The same rule fails, and the problem is NP-hard.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difference is that fractional knapsack has a matroid-like exchange structure and 0/1 does not: you cannot always swap a little of one item for a little of another.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one-word change to the problem statement moves it from polynomial-greedy to NP-hard. This is worth remembering when someone says a problem is 'basically the same'.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attack a candidate greedy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1. Try to break it first.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Spend ten minutes hunting a counterexample before trying to prove it.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Small cases, extreme values, ties, items that are nearly equal.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2. If you cannot break it,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attempt an exchange argument.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Where would greedy and OPT first disagree? Can you swap?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3. If the exchange fails,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failure usually shows you the counterexample.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4. If greed genuinely fails,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go to dynamic programming (Module 10) or approximation (Module 13).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Trying to break it first is the efficient order — counterexamples are quick, proofs are slow.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Greedy algorithms worth knowing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740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Greedy 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3932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4905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Proof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Interval scheduling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Earliest finish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3932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Exchange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Interval partitioning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Sort by start; reuse a free room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3932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905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Stays ahead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Fractional knapsack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0740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13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Best value/weight ratio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3932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905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Exchange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Huffman coding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0740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1713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Merge two least frequent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39328" y="3803904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49056" y="384048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Exchange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MST (Kruskal, Prim)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0740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1713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Lightest safe edge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39328" y="4279392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49056" y="4315968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Cut property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Dijkstra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07408" y="4754879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17136" y="4791455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Closest unfinished vertex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39328" y="4754879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49056" y="4791455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Exchange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Greedy needs two properties: the greedy choice property and optimal substructure. The first is what you must prove.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greedy algorithm without a proof is a conjecture. It will pass your tests and fail in production.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Exchange argument: take an optimum, swap its first disagreement for greedy's choice, show it does not get worse, induct.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Greedy stays ahead: define a progress measure and show greedy leads at every step.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Try to break a greedy rule before trying to prove it. Counterexamples are fast; proofs are slow.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Fractional knapsack is greedy and 0/1 knapsack is NP-hard. A one-word change in the statement can move a problem across that 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