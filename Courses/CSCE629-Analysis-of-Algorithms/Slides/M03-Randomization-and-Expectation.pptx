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the single most important idea in the module and is routinely blurred in textbooks.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Mnemonic: in Las Vegas you always get the right answer but you do not know when; with Monte Carlo you finish on time but might be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expect independence to be required and it genuinely is not. Worth stating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'first pivot from S' argument slowly. It is the elegant step and it generalises to several later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decisive row is memory access, not the complexity rows. Module 01's point, made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Module 02: one subproblem versus two is exactly the binary-search-versus-mergesort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upshot: 'expected O(n log n)' plus a Chernoff bound means the bad case effectively never happens, not merely rarely.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rendering connection matters for this student: path tracing is importance-sampled Monte Carlo integration, and the variance reasoning here is the same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Randomization and Expectation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Buying worst-case robustness with coin flips.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expected-case beats average-case as a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linearity of expectation, including on dependent variables.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randomised quicksort and randomised selection.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Las Vegas from Monte Carlo algorithms.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concentration bounds to argue that deviation is unlikely.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randomise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to be faster on average — to remove the adversary.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real argument for randomisation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deterministic algorithm has a worst case, and the worst case is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fixed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Anyone who knows your code can construct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Deterministic quicksort using the first element as pivot is Θ(n²) on sorted input — which is not an exotic case, it is the single most common shape of real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Randomise the pivot and the bad case still exists, but it now depends 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your coins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adversary cannot see. The guarantee moves from 'fast unless the input is bad' to 'fast with overwhelming probability, on every input'.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have not removed the worst case. You have made it unreachable on 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Average case and expected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Average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Averages over a distribution of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inputs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Requires an assumption about your data.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Real data is rarely uniform — sorted, nearly sorted, and heavily duplicated inputs are everywhere.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An adversary just supplies an input outside the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Expected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Averages over the algorithm's own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coin flips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Holds for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every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input, with no assumption.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adversary cannot see your randomness, so cannot target 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Strictly stronger. This is what randomisation buys.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Las Vegas and Monte 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Running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Las Vegas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correct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Randomised quicksort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Monte Carlo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Probably correct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Primality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Linearity of expectation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useful tool in the module, and the one people distrust.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Linearity, stated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E[X + Y]  =  E[X] + E[Y]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Always.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No independence required. This is the surprising part.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E[cX]  =  c·E[X]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Scaling passes through.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 = Σ Xᵢ with Xᵢ indicator  ⇒  E[X] = Σ Pr[eventᵢ]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standard move: decompose a count into indicators.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Decompose the quantity you want into a sum of indicator variables, compute each probability separately, and add. Dependence between them does not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Expected comparisons in quicksort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Let X_ij = 1 if elements of rank i and j are ever compared, else 0.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Total comparisons X = sum over i&lt;j of X_ij.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By linearity:   E[X] = sum over i&lt;j of Pr[i and j are compared]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When ARE ranks i and j compared?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Consider the set S = {i, i+1, ..., j}, of size j-i+1.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first pivot chosen from S decides everything: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- if it is i or j  -&gt; they are compared (once)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- otherwise        -&gt; they are split apart, never compared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Each element of S is equally likely to be the first pivot chosen.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Pr[compared] = 2 / (j - i + 1)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E[X] = sum_{i&lt;j} 2/(j-i+1)  =  2n * H_n  ~  1.39 n log2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 independence was assumed anywhere — the Xᵢⱼ are heavily dependent. Linearity does not 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Quicksort and selection, analysed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QUICKSORT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it wins despite a worse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Mergesort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Randomised quicksort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Worst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log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Θ(n²), probability ~0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log 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log 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Extra memory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Θ(log n)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Memory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arrays, strided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place, sequential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practice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Predictable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78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75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faster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Finding the k-th smallest in Θ(n)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Quickselect: partition as in quicksort, but recurse into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side only.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T(n) = T(n/2) + Θ(n) in expectation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Θ(n)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geometric series sums to a constant times 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Compare mergesort's T(n) = 2T(n/2) + Θ(n) → n log n. One recursive call instead of two removes the log.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Deterministic Θ(n) selection exists — median of medians.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Beautiful, and slower than quickselect on every real input. The constant is enormous.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 good example of a result worth knowing and not worth using.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Expectation alone is a weak statement. These make it strong.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bounds, increasing in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Markov:  Pr[X ≥ a] ≤ E[X]/a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only non-negativity. Very weak, but assumes almost nothing.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Chebyshev:  Pr[|X − μ| ≥ kσ] ≤ 1/k²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the variance. Polynomial decay.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Chernoff:  Pr[X ≥ (1+δ)μ] ≤ e^(−δ²μ/3)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independent bounded variables.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Exponential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decay.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Chernoff is why randomised algorithms are trustworthy: the probability of being far from the mean falls off exponentially, not polynomially.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'with high probability' actually buys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Randomised quicksort exceeds c·n log n comparisons with probability smaller than 1/n² for a modest 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At n = 10⁶ that is a probability below 10⁻¹² — comfortably less likely than the machine suffering an undetected memory error during the sort.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At that point the worst case has stopped being an engineering concern. That is the practical content of a concentration bound.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randomisation shows up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Hashing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random hash function defeats adversarial keys (Module 05).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Treaps and skip lists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balance by randomness instead of rotation logic.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Min-cut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Karger's contraction algorithm, which is almost absurdly simple.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Primality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Miller–Rabin, the basis of practical cryptography.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Sketching and streaming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approximate answers in sublinear space (CSCE 727).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Monte Carlo rendering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whole of CSCE 647 is estimating an integral by sampling.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Randomisation does not remove the worst case; it makes the worst case depend on your coins rather than on the input, so no adversary can reach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Expected case holds for every input. Average case holds only if your distributional assumption does. The first is strictly stronger.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Linearity of expectation needs no independence. Decompose into indicators, sum the probabilities.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Quicksort's expected 1.39 n log₂ n comparisons come from a one-line observation about which pivot in a range is chosen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Recursing into one side instead of two turns n log n into n — that is quickselect.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Chernoff bounds give exponential decay, which is what turns 'expected' into 'effectively guaranteed'.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