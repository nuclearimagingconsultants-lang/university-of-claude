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real graphs are sparse: road networks, social graphs, dependency graphs, meshes. Adjacency list is the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them as one algorithm first makes the difference in properties feel earned rather than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cycle-detection equivalence is the single most useful fact from DFS. Worth making them prove both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here is linear. Graph search is unusually generous that way, which is why modelling a problem as a graph is so often worth the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Graph Search and Decomposition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Two traversals, and a surprising amount of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adjacency list and matrix on the basis of density.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BFS and DFS and state what each computes.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Classify DFS edges and use them to detect cycles.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topological order and strongly connected components.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when a problem is a graph problem in disguise.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first decision, and it is about density.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List or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Adjacency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Adjacency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Θ(V + 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Θ(V²)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 (u,v) an edge?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Θ(deg u)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Iterate neighbours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Θ(deg u) — optimal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Θ(V)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 when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Sparse: E = O(V)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Dense: E ≈ V²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 practice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Almost always this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or dense graphs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E matters more than V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Graph algorithm complexities are written in terms of both V and E, and E is usually what dominates.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Sparse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(E = Θ(V)): a road network, a 3D mesh, a package dependency graph. O(V + E) is effectively linear.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Dense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(E = Θ(V²)): a distance matrix, a complete graph. Here O(V + E) is quadratic.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Always ask which regime you are in before quoting a complexity. 'O(V + E)' sounds linear and may not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traversals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algorithm with a different container.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BFS and DFS are one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def traverse(G, s, container):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seen = {s}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container.add(s)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while container: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u = container.remove()       # &lt;-- the ONLY difference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for v in G[u]: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if v not in seen: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seen.add(v)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container.add(v)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container = QUEUE (FIFO) -&gt; breadth-first: explores by distance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container = STACK (LIFO) -&gt; depth-first:  follows one path to the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Swap a queue for a stack and the traversal order, the tree shape, and the properties you can extract all change completely.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one gives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BFS —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Visits in order of distance from the source.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Shortest paths in unweighted graphs.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Finds connected components, bipartiteness.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Memory ∝ width of the frontier.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Can be huge on wide graphs.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DFS —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Follows one path as deep as possible, then backtracks.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Topological order, SCCs, cycle detection.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Finds articulation points and bridges.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Memory ∝ depth of recursion.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Stack overflow on deep graphs — use an explicit stack.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Edge classification: where the structure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Record discovery and finish times. Every edge then falls into one of four classes.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Tree edge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to an undiscovered vertex. Forms the DFS forest.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Back edge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to an ancestor still on the stack.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A back edge exists ⟺ the graph has a cycle.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This is the whole of cycle detection.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Forward edge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to an already-finished descendant.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Cross edge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to a finished vertex in another subtree.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 an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undirected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graph only tree and back edges can occur.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algorithms that extract global structure from one or two walks.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TOPOLOGICAL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Ordering a DAG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 order where every edge points forward. Exists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iff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graph is acyclic.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Method 1 (DFS):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output vertices in reverse order of finishing time.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vertex finishes only after everything it points to has finished.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Method 2 (Kahn):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repeatedly remove a vertex with in-degree 0.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Detects cycles naturally — if vertices remain but none has in-degree 0, there is a cycle.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systems, task schedulers, spreadsheet recalculation, course prerequisites, shader compilation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Strongly connected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 SCC is a maximal set where every vertex reaches every other.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Contracting each SCC to a node yields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condensation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always a DAG.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Kosaraju: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DFS to get finish times, reverse all edges, DFS again in decreasing finish order.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Two passes, O(V + E), and remarkably short to implement.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Tarjan: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one pass using low-link values. Faster in practice.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Uses: deadlock detection, 2-SAT, module cycles, dataflow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That a DAG always falls out of contraction is the useful part — it means you can topologically sort any graph's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or two walks, this much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30767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0495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Shortest path, unweighted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316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7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5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Connected components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BFS or DFS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7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5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 it bipartite?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BFS, 2-colour by level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7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5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Does it have a cycle?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DFS, look for a back edge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0767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5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Topological order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7316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8289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DFS reverse finish, or Kahn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0767" y="42793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0495" y="4315968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Strongly connected components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7316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8289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Kosaraju or Tarjan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30767" y="4754879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5" y="4791455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Articulation points, bridges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73168" y="5230367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82896" y="5266943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DFS with low-link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0767" y="5230367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5" y="5266943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real skill is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TO TAKE 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These algorithms are short and you will not write most of them from scratch. The skill worth building is noticing that a problem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is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a graph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Build order, deadlock, type inference, dependency resolution, mesh connectivity, render-graph scheduling, state machines, word ladders, puzzle solving — all of these are graph search wearing other clothes.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Once you see the graph, the algorithm is usually a lookup in the table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Adjacency list for sparse graphs, matrix for dense. Most real graphs are sparse.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BFS and DFS are the same algorithm with a different container: queue versus stack.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BFS gives shortest paths in unweighted graphs and explores by distance; DFS gives ordering and connectivity structure.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back edge exists if and only if the graph has a cycle. That is cycle detection in full.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Topological order exists iff the graph is a DAG, and reverse DFS finish order produces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Contracting strongly connected components always yields a DAG. Everything in this module is O(V + 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