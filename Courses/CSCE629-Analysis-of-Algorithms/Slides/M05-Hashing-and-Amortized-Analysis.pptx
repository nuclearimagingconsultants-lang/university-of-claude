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cache argument has flipped the default over the last twenty years. Chaining is textbook; open addressing is what fast libraries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them plot the linear probing curve. The shape explains every 'our service fell over at 70% capacity'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Making the explicit link to Module 03 is the point of placing this module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emphasising: growth must be &lt;b&gt;multiplicative&lt;/b&gt;. Adding a constant gives Θ(n) amortised, which is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629 — Analysis of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Hashing and Amortized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Constant time on average, and what 'average' is doing there.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629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collision resolution strategies and their trade-offs.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universal hashing is needed and what it guarantees.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Perform amortised analysis by aggregate, accounting, and potential methods.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Prove dynamic array doubling is O(1) amortised.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hash tables degrade in practice and how to detect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Hash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Trading a worst-case guarantee for an expected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Index by content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direct-address table is O(1): use the key as an array index.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Needs a slot per possible key. Fine for k = 256, impossible for strings.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hash function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compresses a large key space into m slots.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h: U → {0, 1, …, m−1}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Compression forces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collisions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by pigeonhole, if |U| &gt; 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So a hash table is: a direct-address table, plus a strategy for collisions.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COLLISIONS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Two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Chaining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Each slot holds a list of colliding entries.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Expected search Θ(1 + α), α = n/m.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Tolerates α &gt; 1 gracefully.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Deletion is trivial.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Pointer chasing — poor cache behaviour.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Open addressing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Collisions probe elsewhere in the same array.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Requires α &lt; 1; degrades sharply as α → 1.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No pointers —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excellent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cache behaviour.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Deletion needs tombstones, which accumulate.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What most modern high-performance tables use.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LOAD FACTOR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α decides everything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α  =  n /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Elements over slots. The single number that characterises a table.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chaining:  E[probes]  =  1 + 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Graceful. Doubling α roughly doubles chain length.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linear probing:  E[probes]  ≈  (1 + 1/(1−α)²)/2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At α = 0.9 this is ~50 probes. The cliff is steep and sudden.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Open-addressed tables resize at α ≈ 0.7 for exactly this reason — past that, performance falls off a cliff rather than degrading.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Universal hashing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Making the uniformity assumption true instead of hoping.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Every fixed hash function has a bad input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For any fixed h mapping |U| keys into m slots, some slot receives at least |U|/m keys. An adversary who knows h can supply exactly those.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Every operation then collides and the table degrades to a linked list: Θ(n) per lookup.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This is not hypothetical. Hash-collision denial of service attacks against web frameworks — where form parameters go straight into a hash table — were a widespread real vulnerability, and the fix deployed everywhere was randomised hashing.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Choose the hash function at random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family H is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universal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if for any two distinct keys x ≠ y: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Pr[h(x) = h(y)] ≤ 1/m, over a random h drawn from 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Pick h from H at run time, per table instance.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Now the expected chain length is O(1 + α)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for every input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Exactly Module 03's move: the guarantee stops depending on the input and starts depending on your coins.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Standard in every modern language runtime, usually seeded per process.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Amortised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worst-case statement about a sequence, with no probability involved.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Amortised is not average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DISTINCTION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1" i="0">
                <a:solidFill>
                  <a:srgbClr val="141924"/>
                </a:solidFill>
                <a:latin typeface="Georgia"/>
              </a:rPr>
              <a:t>Average case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is probabilistic: it averages over a distribution of inputs, and could be wrong on your data.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1" i="0">
                <a:solidFill>
                  <a:srgbClr val="141924"/>
                </a:solidFill>
                <a:latin typeface="Georgia"/>
              </a:rPr>
              <a:t>Amortised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involves no probability at all. It is a worst-case bound on a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sequence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: any n operations cost at most X in total, guaranteed, always.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An individual operation may be expensive. The claim is that it cannot be expensive often, and the proof is a counting argument, not a probabilistic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ways to do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4937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7356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8329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Best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Aggregate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Bound total cost of n ops, divide by 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7356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329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Simple cases; a first pass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Accounting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Overcharge cheap ops; bank credit for expensive ones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8329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When you can see what pays for what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Potential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Define Φ on the structure; amortised = actual + ΔΦ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7356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8329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general method; use when the others get awkward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WORKED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Dynamic array doubling, three 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Append is O(1), except when full: allocate 2x, copy everything, O(n).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AGGREGATE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n appends trigger resizes at sizes 1, 2, 4, ..., n.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Total copying = 1 + 2 + 4 + ... + n &lt; 2n.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Total cost &lt; n + 2n = 3n  -&gt;  O(1) amortised.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ACCOUNTING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Charge 3 credits per append: 1 to insert, 2 banked.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When the array of size n doubles, the n/2 elements added since the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last resize have 2 credits each = n credits banked -- exactly enough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to pay for copying all n elements.  Credit never goes negative.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POTENTIAL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Phi = 2n - m   (n elements, capacity m).  Phi &gt;= 0 always.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Normal append:  actual 1, dPhi = 2    -&gt;  amortised 3.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Resizing one:   actual n, dPhi = -n+2 -&gt;  amortised 3.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Constant either 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All three give O(1). The potential method generalises best — it is what you reach for on splay trees and Fibonacci heaps.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growth must be multiplicative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THING TO REMEMBER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Doubling: resizes at 1, 2, 4, 8, … n. Total copying is a geometric series summing to under 2n. </a:t>
            </a:r>
            <a:r>
              <a:rPr sz="1900" b="1" i="0">
                <a:solidFill>
                  <a:srgbClr val="141924"/>
                </a:solidFill>
                <a:latin typeface="Georgia"/>
              </a:rPr>
              <a:t>O(1) amortised.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Growing by a constant c: resizes at c, 2c, 3c, … n. Total copying is an arithmetic series summing to Θ(n²/c). </a:t>
            </a:r>
            <a:r>
              <a:rPr sz="1900" b="1" i="0">
                <a:solidFill>
                  <a:srgbClr val="141924"/>
                </a:solidFill>
                <a:latin typeface="Georgia"/>
              </a:rPr>
              <a:t>Θ(n) amortised.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A geometric series converges and an arithmetic one does not. That single fact is why every growable buffer in every standard library multiplies rather than adds — and why </a:t>
            </a:r>
            <a:r>
              <a:rPr sz="1748" b="0" i="0">
                <a:solidFill>
                  <a:srgbClr val="141924"/>
                </a:solidFill>
                <a:latin typeface="Consolas"/>
              </a:rPr>
              <a:t>realloc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by +1 in a loop is a classic performance bug.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real hash tables disappoint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Bad hash function.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Clustering in the low bits is common; many tables mix before masking.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Load factor too high.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Open addressing collapses past ~0.7.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Tombstones.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Deletions in open addressing leave markers that make probes longer until a rehash.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Cache misses.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Every chained lookup is a pointer dereference to an unpredictable address.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Resize pauses.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O(1) amortised still means one O(n) operation, which matters under a latency budget.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Measure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probe-length distribution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not average lookup time. The tail is where the problem shows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Amortised O(1) is a statement about throughput, not about latency.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hash table is a direct-address table plus a collision strategy. The load factor α = n/m characterises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Chaining degrades gracefully; open addressing is cache-friendly but falls off a cliff near α = 0.7.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Every fixed hash function has an adversarial input set. Universal hashing picks h at random, moving the guarantee off the input — the same move as Module 03.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Amortised analysis involves no probability. It is a worst-case bound on a sequence.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Growth must be multiplicative. Geometric series converge; arithmetic ones do not. That is the whole reason doubling works.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Amortised O(1) bounds throughput, not latency — one operation in the sequence is still O(n).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