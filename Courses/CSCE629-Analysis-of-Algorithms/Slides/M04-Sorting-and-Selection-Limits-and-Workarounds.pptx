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this is a statement about all possible algorithms, including ones nobody has invented. That is rare and worth savouring.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row's 'requires' column is the price. These are not free wins; they are trades of generality for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break stability deliberately and watch radix sort produce garbage. It is the clearest demonstration of why stability is a real property and not a nicety.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lesson: textbook algorithms are components, not products. Every production sort switches strategy based on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Sorting and Selection: Limits and Workarounds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proven lower bound, and the legitimate ways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the Ω(n log n) comparison-sorting lower 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exactly which assumption the bound depends 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counting, radix, and bucket sort, and state their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stability and when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what production sorts actually do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real lower 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of the few places you can prove that nothing will ever do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decision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any comparison sort as a binary tree.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Each internal node is a comparison; each branch is an outcome.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Each leaf is a permutation the algorithm can output.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There are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n!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possible orderings, so the tree needs n! leaves.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binary tree with n! leaves has height ≥ log₂(n!).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By Stirling: log₂(n!) = Θ(n log 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Height = worst-case comparisons. So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comparison sort is Ω(n log 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bound actually depends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ESCAPE HATCH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proof assumes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only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operation available is comparing two elements. That is the entire content of the assumption.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If you can do something else with a key — use it as an array index, extract its digits, hash it — the decision tree is no longer a model of your algorithm and the bound does not apply.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not a loophole. It is the standard way lower bounds work: they constrain a model, and changing the model is a legitimate response. Part 2 is three algorithms that do exactly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Sorting without comparing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algorithms that look at the keys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LINEAR SORTS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one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9327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5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Breaks when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Counting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 + 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Integer keys in [0, 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9327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5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 ≫ n — memory explodes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977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Θ(d(n + k))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Fixed-width keys, d digits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7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5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Variable-length or unbounded keys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Bucket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Θ(n) expected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4748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Keys roughly uniform over a range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7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5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Skewed distribution — degrades to Θ(n²)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COUNTING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Linear, stable, and the basis of radix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def counting_sort(a, k):            # keys in [0, k)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count = [0] * 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x in a: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count[x] += 1               # histogram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total = 0                       # prefix sums -&gt; output positions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i in range(k):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count[i], total = total, total + count[i]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out = [None] * len(a)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x in a:                     # forward pass keeps equal keys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out[count[x]] = x           #   in their original order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count[x] += 1               #   -&gt; STABLE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Stability is not incidental here. Radix sort depends on it entirely: sorting digit by digit only works if earlier passes survive later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RADIX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Least significant digit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Sort by the least significant digit, then the next, up to the most significant.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pass uses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counting sort.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Why it works: after sorting by digit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i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elements agreeing on digit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i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remain in the relative order established by digits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i−1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below.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Stability is load-bearing. Remove it and the algorithm is wrong, not merely slower.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Θ(d(n + k)) — linear when d and k are constants.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32-bit integers as four 8-bit digits: 4 passes, k = 256.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Stability and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production sorts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Stable — equal keys keep input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Mergesort, counting sort, insertion sort, Timsort.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Required for radix sort to be correct.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Lets you sort by multiple keys in passes: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sort by name, then stably by department → sorted by department, alphabetical within 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Unstable — equal keys may be reordered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Quicksort, heapsort, introsort.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Usually faster and uses less memory.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Fine when keys are unique or ties are genuinely irrelevant.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C++ </a:t>
            </a:r>
            <a:r>
              <a:rPr sz="1150" b="0" i="0">
                <a:solidFill>
                  <a:srgbClr val="798290"/>
                </a:solidFill>
                <a:latin typeface="Consolas"/>
              </a:rPr>
              <a:t>std::sort</a:t>
            </a:r>
            <a:r>
              <a:rPr sz="1250" b="0" i="0">
                <a:solidFill>
                  <a:srgbClr val="798290"/>
                </a:solidFill>
                <a:latin typeface="Calibri"/>
              </a:rPr>
              <a:t> is unstable; </a:t>
            </a:r>
            <a:r>
              <a:rPr sz="1150" b="0" i="0">
                <a:solidFill>
                  <a:srgbClr val="798290"/>
                </a:solidFill>
                <a:latin typeface="Consolas"/>
              </a:rPr>
              <a:t>std::stable_sort</a:t>
            </a:r>
            <a:r>
              <a:rPr sz="1250" b="0" i="0">
                <a:solidFill>
                  <a:srgbClr val="798290"/>
                </a:solidFill>
                <a:latin typeface="Calibri"/>
              </a:rPr>
              <a:t> exists and costs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real sorts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8046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7827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C++ std::sort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2377440"/>
            <a:ext cx="8046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414016"/>
            <a:ext cx="7827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Introsort: quicksort, heapsort if recursion too deep, insertion sort below ~16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Python sorted()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2852928"/>
            <a:ext cx="8046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2889504"/>
            <a:ext cx="7827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Timsort: find existing runs, merge them — Θ(n) on nearly-sorted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Java Arrays.sort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3328416"/>
            <a:ext cx="8046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3364992"/>
            <a:ext cx="7827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Dual-pivot quicksort for primitives; Timsort for objects (stability required)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Rust sort_unstable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4448" y="3803904"/>
            <a:ext cx="8046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4176" y="3840480"/>
            <a:ext cx="7827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Pattern-defeating quicksort — detects adversarial patterns and adapts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Timsort and the lesson it carries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WORTH NOTING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Timsort scans for runs that are already sorted, then merges them. On already-sorted input it is Θ(n); on random input it matches mergesort.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It exists because real data is very often partly ordered — appended logs, re-sorted tables, concatenated sorted files — and worst-case analysis is blind to that.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general lesson: asymptotic analysis of the worst case tells you what cannot go wrong. It does not tell you what usually happens, and exploiting what usually happens is where a great deal of practical speed lives.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LOWER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Other bounds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Searching a sorted array: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Ω(log n) comparisons. Binary search is optimal.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Finding the maximum: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exactly n − 1 comparisons. Every element but one must lose.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Max and min together: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⌈3n/2⌉ − 2, beating the obvious 2n − 3 by pairing first.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Element uniqueness: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Ω(n log n) in the comparison model.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follows the same shape: count the possible outputs, bound how much information one operation yields, divide.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Knowing a bound exists is what stops you optimising something that is already optimal.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Any comparison sort is a binary decision tree with n! leaves, so its height is Ω(n log n). This constrains every algorithm, including undiscovered ones.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bound depends entirely on comparison being the only operation. Use the key as an index or a digit sequence and it does not apply.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Counting, radix, and bucket sort each buy linearity by assuming something about the keys. The assumption is the price.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Stability is load-bearing for radix sort — without it the algorithm is wrong, not slow.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production sort is a hybrid that switches strategy by input size and shape. Textbook algorithms are components.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Timsort is fast because real data is often partly sorted, which worst-case analysis cannot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