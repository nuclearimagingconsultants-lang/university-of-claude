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'every input' clause is the whole value proposition. Make it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always propose taking the higher-degree endpoint instead. It is a better heuristic and has no bound — worth showing.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 relaxation is the single most general technique here and the bridge to CSCE 669.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MST ≤ OPT argument is the computable-lower-bound move again. Point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PTAS catch is real: a running time of n^(1/eps) at eps = 0.1 is n^10, which is polynomial and unusable.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Approximation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Provably close, when exactly right is unavailable.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approximation ratio and distinguish it from heuristic performance.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approximation ratios without knowing the optimum.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standard techniques: greedy, LP rounding, local search.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PTAS and FPTAS and give an example of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hardness of approximation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difference between an approximation and a heuristic.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Approximation ratio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minimisation:  ALG  ≤  ρ · OPT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ρ ≥ 1. A 2-approximation never exceeds twice the optimum.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maximisation:  ALG  ≥  OPT / 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Never worse than a 1/ρ fraction of the optimum.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guarantee holds on </a:t>
            </a:r>
            <a:r>
              <a:rPr sz="1700" b="1" i="0">
                <a:solidFill>
                  <a:srgbClr val="141924"/>
                </a:solidFill>
                <a:latin typeface="Consolas"/>
              </a:rPr>
              <a:t>every</a:t>
            </a:r>
            <a:r>
              <a:rPr sz="1700" b="0" i="0">
                <a:solidFill>
                  <a:srgbClr val="141924"/>
                </a:solidFill>
                <a:latin typeface="Consolas"/>
              </a:rPr>
              <a:t>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This is what separates an approximation algorithm from a heuristic.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heuristic may be excellent on average and arbitrarily bad once. An approximation algorithm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trick: bound against something you can compute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cannot compare ALG against OPT directly — if you could compute OPT you would not need an approximation.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find a quantity you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can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compute that bounds OPT: a lower bound for minimisation, an upper bound for maximisation.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Then show ALG is within ρ of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guarantee follows by transitivity.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analysis in this module is this manoeuvre. Spotting the right bound is the creative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ways to build an algorithm with a provable ratio.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TECHNIQUE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Vertex cover: a 2-approximation from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ALGORITHM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C = {}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while some edge (u,v) is uncovered: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add BOTH u and v to C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remove all edges touching u or v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return C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ANALYSIS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edges we picked form a MATCHING M -- no two share a vertex,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since we delete all incident edges after each pick.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Any vertex cover must include at least one endpoint of each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edge in M, and those endpoints are all distinct.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=&gt;  OPT &gt;= |M|                  &lt;-- the computable lower bound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We added 2 vertices per picked edge: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=&gt;  |C| = 2|M| &lt;= 2 * OPT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2-approximation. And note we never computed OPT.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Note the shape: find a computable lower bound on OPT, then bound ALG against it. Taking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both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endpoints looks wasteful and is what makes the proof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TECHNIQUE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LP relaxation and rounding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the problem as an integer program.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Relax the integrality constraint: let variables be fractional.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LP is solvable in polynomial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LP optimum ≤ integer optimum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minimisation — a computable lower bound, exactly what Part 1 needs.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Round the fractional solution to an integral one, and bound the damage.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Vertex cover: round xᵥ ≥ 1/2 up to 1. Gives 2-approximation again, by a completely different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TECHNIQUE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Greedy with an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Set cover: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repeatedly take the set covering the most uncovered elements.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step covers at least a 1/OPT fraction of what remains.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After k steps, uncovered ≤ n(1 − 1/OPT)^k.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Reaches zero after about OPT · ln n steps.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Hₙ ≈ ln n approximation.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And this is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optimal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no polynomial algorithm does better unless P = NP.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 rare case where the obvious algorithm is provably the best 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TECHNIQUE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Metric TSP from a spanning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Assume the triangle inequality — true for geometric distances.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2-approximation: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build an MST, walk it depth-first, shortcut repeats.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MST ≤ OPT, since deleting an edge from the optimal tour leaves a spanning tree.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walk costs 2·MST; shortcutting only helps, by the triangle inequality.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Christofides: 1.5-approximation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add a minimum matching on the odd-degree vertices to make an Eulerian graph.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Unbeaten from 1976 until a 2020 improvement by a tiny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Schemes and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you can get arbitrarily close, and when you provably cannot.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PTAS and FPTAS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FPTAS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Guarantee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(1+ε) for any ε &gt;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Polynomial in n for each fixed 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Polynomial in n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and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1/ε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Could be n^(1/ε) — useless in practice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Genuinely usable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Example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Euclidean TSP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0/1 knapsack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Some problems cannot be approximated well either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HARDNESS OF APPROXIMATION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Approximability varies enormously, and the boundaries are themselves theorems.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Knapsack: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FPTAS — arbitrarily close, efficiently.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Vertex cover: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2 is easy; better than 1.36 is NP-hard. Even 2 may be optimal under stronger assumptions.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Set cover: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ln n, and that is provably the best possible.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General TSP: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constant-factor approximation at all unless P = NP. Dropping the triangle inequality destroys everything.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Max clique: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inapproximable within n^(1−ε). Essentially hopeless.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Approximation or heuristic?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an approximation algorithm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you need a guarantee you can state to someone else.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Contracts, safety arguments, cost bounds, published claims.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a heuristic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average quality matters more than the worst case.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Local search and simulated annealing routinely beat provable-ratio algorithms on real instances.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both.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approximation gives a bound; the heuristic gives the answer you ship.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Running both also tells you how good the heuristic actually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That last point is the practical one: an approximation algorithm doubles as a quality yardstick for your heuristic.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analyse an algorithm, and say honestly where the analysis stops predicting the machine.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choose a technique from a problem's structure, and prove the choice correct.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recognise a problem as a graph, flow, or DP problem when nobody has told you it is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You can tell when to stop looking for an exact algorithm, and what to do next.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614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explains the machine the analysis abstracts away.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735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does this again for parallel machines.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641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is where you will use the spatial data structures.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approximation ratio is a guarantee on every input. A heuristic has no guarantee at all, and that is the whole difference.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You cannot compare against OPT directly. Find a computable bound on OPT and compare against that — every proof here is that move.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Vertex cover: take both endpoints of a maximal matching. |M| ≤ OPT gives the factor of 2.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LP relaxation gives a lower bound for free; rounding the fractional solution gives the algorithm.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Greedy set cover achieves ln n, and provably nothing does better unless P = NP.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Approximability varies from FPTAS to inapproximable. Which side your problem falls on is itself a theorem worth looking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