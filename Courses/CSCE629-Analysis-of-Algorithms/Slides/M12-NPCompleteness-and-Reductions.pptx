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correction: NP is about verification, not about non-determinism being spooky and not about 'not polynomial'.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them say it aloud: 'known hard problem INTO my problem'. The direction error is the single most common mistake in this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Advice: pick the one whose &lt;i&gt;structure&lt;/i&gt; resembles your problem. The reduction is far easier when the shapes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noting that both directions are genuinely required — half a proof is a common and fatal error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SAT solver point matters. Students over-learn 'NP-complete = impossible' and then avoid approaches that would have worked.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row is underused: many NP-hard problems are polynomial on trees, planar graphs, or bounded treewidth — and real instances often have that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629 — Analysis of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NP-Completeness and Reductions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Knowing when to stop looking for an exact efficient algorithm.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629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P, NP, NP-hard, and NP-complete precisely.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a polynomial-time reduction is and in which direction it runs.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Prove a problem NP-complete by reduction from a known one.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Name the standard starting problems and their typical uses.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NP-completeness does and does not rule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Defined by verification, not by difficulty.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P, NP, and the rest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5120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Definition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5008" y="1901952"/>
            <a:ext cx="3566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4736" y="19568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Solvable in polynomial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5008" y="2377440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24140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Shortest path, matching, MST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proposed solution is </a:t>
            </a:r>
            <a:r>
              <a:rPr sz="1150" b="0" i="1">
                <a:solidFill>
                  <a:srgbClr val="3C4555"/>
                </a:solidFill>
                <a:latin typeface="Calibri"/>
              </a:rPr>
              <a:t>verifiable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in polynomial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65008" y="2852928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4736" y="2889504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SAT, clique, Hamiltonian cycle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NP-hard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At least as hard as everything in NP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65008" y="3328416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74736" y="3364992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TSP optimisation, halting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NP-complete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 NP </a:t>
            </a:r>
            <a:r>
              <a:rPr sz="1150" b="1" i="0">
                <a:solidFill>
                  <a:srgbClr val="3C4555"/>
                </a:solidFill>
                <a:latin typeface="Calibri"/>
              </a:rPr>
              <a:t>and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NP-hard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65008" y="3803904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74736" y="3840480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SAT, 3-SAT, vertex cover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NP does not mean 'not polynomial'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COMMON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NP stands for </a:t>
            </a:r>
            <a:r>
              <a:rPr sz="1900" b="1" i="0">
                <a:solidFill>
                  <a:srgbClr val="141924"/>
                </a:solidFill>
                <a:latin typeface="Georgia"/>
              </a:rPr>
              <a:t>nondeterministic polynomial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, and the practical definition is: a </a:t>
            </a:r>
            <a:r>
              <a:rPr sz="1900" b="0" i="1">
                <a:solidFill>
                  <a:srgbClr val="141924"/>
                </a:solidFill>
                <a:latin typeface="Georgia"/>
              </a:rPr>
              <a:t>claimed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solution can be checked in polynomial time.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Given a proposed satisfying assignment, you can verify it by substitution in linear time. Given a proposed Hamiltonian cycle, you can check it is one. That is what puts these problems in NP.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1" i="0">
                <a:solidFill>
                  <a:srgbClr val="141924"/>
                </a:solidFill>
                <a:latin typeface="Georgia"/>
              </a:rPr>
              <a:t>P ⊆ NP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— everything you can solve quickly you can obviously verify quickly. Whether the containment is strict is the open question, and essentially everyone believes it 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direction is the thing everyone gets backwards.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reduces to B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 ≤ₚ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polynomial-time transformation turning any instance of A into an equivalent instance of 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if B is easy, then A is easy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Solve A by transforming and calling B's algorithm.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if A is hard, then B is hard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contrapositive — and this is the direction you use for hardness proofs.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To show B is hard, reduce a </a:t>
            </a:r>
            <a:r>
              <a:rPr sz="1250" b="1" i="1">
                <a:solidFill>
                  <a:srgbClr val="798290"/>
                </a:solidFill>
                <a:latin typeface="Calibri"/>
              </a:rPr>
              <a:t>known hard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problem to it. Reducing B to something hard proves nothing.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direction, stated as a recipe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GET THIS RIGHT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To prove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problem B is NP-hard: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1.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Pick a known NP-complete problem 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2.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Show how to turn an arbitrary instance of A into an instance of B, in polynomial time.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3.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Prove the A-instance is a yes exactly when the B-instance is a yes —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both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directions.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4.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For NP-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completeness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also show B is in NP by giving a polynomial verifier.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mnemonic: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known hard problem → your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The arrow points into the thing you are proving hard.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COOK–LEVIN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the first one came from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Reductions prove relative hardness. The chain has to start somewhere.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Cook–Levin theorem (1971):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SAT is NP-complete.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Proved directly: any polynomial-time verifier can be encoded as a Boolean formula that is satisfiable exactly when the verifier accepts.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Karp then reduced SAT to 21 other problems, and the field had a catalogue.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Today thousands of problems are known NP-complete, all tracing back through reductions to this one theorem.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TOOLKIT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Standard problems to reduce from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Shape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6367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6095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Good for reducing 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3-SAT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Clauses of 3 literals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7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5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Almost anything — the default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Vertex cover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Cover all edges with k vertices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7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5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Graph covering/selection problems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Clique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k mutually adjacent vertices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7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5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Dense-subgraph problems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Independent set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k mutually non-adjacent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16367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5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Conflict/compatibility problems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Hamiltonian cycle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Visit every vertex once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16367" y="42793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26095" y="4315968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Routing, sequencing, TSP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Subset sum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10128" y="4754879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19856" y="4791455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Subset with a target sum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16367" y="4754879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26095" y="4791455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Numeric, packing, partition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230367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5266943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3-colouring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10128" y="5230367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19856" y="5266943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Colour with 3 colours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16367" y="5230367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26095" y="5266943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Scheduling, register allocation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WORKED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Independent set ≤ₚ vertex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CLAIM   S is an independent set of G  &lt;=&gt;  V - S is a vertex cover of G.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(=&gt;) Let S be independent. Take any edge (u,v).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Both endpoints cannot be in S (S is independent, so no edge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inside it). So at least one is in V - S.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Therefore V - S covers every edge.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(&lt;=) Let C be a vertex cover. Take any two vertices u,v in V - C.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If (u,v) were an edge, C would have to contain u or v --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contradiction. So no edge lies inside V - C.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Therefore V - C is independent.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REDUCTION  "Is there an independent set of size &gt;= k?"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 becomes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 "Is there a vertex cover of size &lt;= n - k?"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Linear time, and both directions proved. Done.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Not every reduction is this clean, but the shape is always the same: a transformation, plus a proof in both directions.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So what?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NP-completeness actually licenses you to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it does and does not mean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Does mean: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no polynomial exact algorithm is known, and finding one would solve P vs NP.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So you may stop looking, and say so in a design review with a straight face.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Does </a:t>
            </a:r>
            <a:r>
              <a:rPr sz="1800" b="1" i="1">
                <a:solidFill>
                  <a:srgbClr val="3C4555"/>
                </a:solidFill>
                <a:latin typeface="Calibri"/>
              </a:rPr>
              <a:t>not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 mean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your instances are hard.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SAT solvers routinely handle industrial instances with millions of variables.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Hardness is worst-case. Your inputs are not adversarial.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Does not mean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no good algorithm exists — only no exact polynomial one for all inputs.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Five things to do instead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300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Give 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Keep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Approximation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300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Optimality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proven ratio. Module 13.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Heuristics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300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273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Any guarantee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Good results on real instances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Exact, exponential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9300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273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Scalability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Optimality on small inputs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Parameterised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9300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273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General efficiency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Fast when a parameter is small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Restrict inputs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9300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273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Generality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4279392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5" y="4315968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Polynomial on your actual structure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Restricting the input is often the real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PRACTICAL ADVICE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Many NP-hard problems become polynomial on restricted inputs: graph colouring on interval graphs, independent set on trees, many problems on bounded-treewidth or planar graphs.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Real instances frequently have that structure without anyone having noticed. A dependency graph is usually nearly a tree; a map is planar; a schedule has bounded overlap.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Before accepting an approximation, ask what is actually true of your inputs. The answer is sometimes that your special case was never hard.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NP is defined by polynomial-time </a:t>
            </a:r>
            <a:r>
              <a:rPr sz="1700" b="0" i="1">
                <a:solidFill>
                  <a:srgbClr val="D6DCE6"/>
                </a:solidFill>
                <a:latin typeface="Calibri"/>
              </a:rPr>
              <a:t>verification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, not by being non-polynomial.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≤ₚ B means A is no harder than B. To prove B hard, reduce a known hard problem </a:t>
            </a:r>
            <a:r>
              <a:rPr sz="1700" b="1" i="0">
                <a:solidFill>
                  <a:srgbClr val="D6DCE6"/>
                </a:solidFill>
                <a:latin typeface="Calibri"/>
              </a:rPr>
              <a:t>into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 B.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Every hardness proof needs the transformation plus equivalence in both directions — and, for completeness, membership in NP.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Cook–Levin started the chain by proving SAT NP-complete directly; everything else descends from it by reduction.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NP-complete means no exact polynomial algorithm for </a:t>
            </a:r>
            <a:r>
              <a:rPr sz="1700" b="0" i="1">
                <a:solidFill>
                  <a:srgbClr val="D6DCE6"/>
                </a:solidFill>
                <a:latin typeface="Calibri"/>
              </a:rPr>
              <a:t>all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 inputs. It says nothing about your inputs, and SAT solvers handle enormous real instances.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Five responses: approximate, heuristic, exact-exponential, parameterised, or restrict the input class. The last is underused.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