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Fibonacci is a toy, but it shows the mechanism with nothing else in the way. Spend the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answers the question students actually have: how do I know which technique to use?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 they write the subproblem definition in English before touching code. It is the single highest-leverage habit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pseudo-polynomial distinction matters for Module 12 and is worth planting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 writing top-down first, always. Convert only if you need the space saving or the constant factor.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favourite exam question and a genuinely elegant point. Make sure they try it both 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row is a preview of Module 12: DP over subsets is how you get exponential algorithms that are nonetheless far better than brute 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629 — Analysis of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Dynamic Programming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to do when the subproblems overlap.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629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overlapping subproblems and optimal substructure.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a DP by defining the subproblem, recurrence, and base cases.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Convert between memoised recursion and bottom-up tabulation.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Analyse DP complexity as states × transitions.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Reduce space when only recent rows are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Overlapping subproblems — the thing divide and conquer cannot handle.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naive recursion explodes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361943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087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fib(5)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+- fib(4)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|  +- fib(3)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|  |  +- fib(2)  &lt;-- computed here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|  |  +- fib(1)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|  +- fib(2)     &lt;-- and again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+- fib(3)        &lt;-- and the whole subtree again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+- fib(2)     &lt;-- and again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+- fib(1)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fib(n) makes ~phi^n calls to compute n+1 distinct values.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The subproblems OVERLAP. Divide and conquer assumes they do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2848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Only n+1 distinct subproblems exist. Computing each once turns exponential into linear. That is the entire idea of dynamic programming.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Divide and conquer, or dynamic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Divide and conquer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Subproblems are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independent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Each arises once.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Mergesort: the two halves never overlap.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Recursion is efficient as written.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Dynamic programming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Subproblems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overlap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The same subproblem recurs many times.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Fibonacci, edit distance, knapsack.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Store each answer; compute each once.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two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KEY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1" i="0">
                <a:solidFill>
                  <a:srgbClr val="141924"/>
                </a:solidFill>
                <a:latin typeface="Georgia"/>
              </a:rPr>
              <a:t>Optimal substructure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— an optimal solution contains optimal solutions to subproblems. (Shared with greedy.)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1" i="0">
                <a:solidFill>
                  <a:srgbClr val="141924"/>
                </a:solidFill>
                <a:latin typeface="Georgia"/>
              </a:rPr>
              <a:t>Overlapping subproblems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— the same subproblem is needed many times. (This is what distinguishes DP from divide and conquer.)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Given both, dynamic programming is 'recursion plus a table'. That is genuinely all it is, and the mystique around it is unearned.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design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questions, in order. Answer them and the code writes itself.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1. What is the subproblem?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Define it in words first, precisely.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'dp[i][w] = the best value using the first i items with capacity w'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Getting this wrong is the cause of nearly every stuck DP.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2. What is the recurrence?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How does a subproblem use smaller ones?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3. What are the base cases?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smallest subproblems, answered directly.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4. In what order?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Dependencies must be computed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Nearly every DP difficulty is a question-1 difficulty.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States times transitions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time  =  (number of states) × (work per state)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whole complexity analysis of a DP, in one 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knapsack:  O(nW) states × O(1)  =  O(nW)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Pseudo-polynomial — W is a 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value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not an input length.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edit distance:  O(mn) states × O(1)  =  O(mn)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Genuinely polynomial in the input size.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Count the table entries, multiply by the work to fill one. Nothing more is required.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Top-down and bottom-up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same computation, two implementations.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BOTH 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Memoisation and tabulation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# TOP-DOWN (memoised recursion) -- write the recurrence, add a cache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from functools import lru_cache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@lru_cache(maxsize=None)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def lcs(i, j):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if i == 0 or j == 0:              return 0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if a[i-1] == b[j-1]:              return 1 + lcs(i-1, j-1)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return max(lcs(i-1, j), lcs(i, j-1))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# BOTTOM-UP (tabulation) -- fill the table in dependency order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def lcs_table(a, b):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dp = [[0] * (len(b)+1) for _ in range(len(a)+1)]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for i in range(1, len(a)+1):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for j in range(1, len(b)+1):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 dp[i][j] = (dp[i-1][j-1] + 1 if a[i-1] == b[j-1]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             else max(dp[i-1][j], dp[i][j-1]))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return dp[-1][-1]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Top-down is easier to write and only computes reachable states. Bottom-up has no recursion overhead and allows space optimisation.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form to write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Top-down (memo)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7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5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Bottom-up (table)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Ease of writing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Easier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— it is the recurrence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7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5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Must work out the order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States computed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Only reachable ones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5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All of them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Overhead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Call stack, hashing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7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5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Space reduction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Awkward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7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5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Natural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— keep few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Deep recursion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May overflow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16367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26095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risk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Space reduction when only recent rows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596640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322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# 0/1 knapsack: dp[i][w] depends only on row i-1.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# So keep ONE row -- and iterate w DOWNWARD.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def knapsack(items, W):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dp = [0] * (W + 1)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for value, weight in items: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for w in range(W, weight - 1, -1):     # DOWNWARD is essential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dp[w] = max(dp[w], dp[w - weight] + value)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return dp[W]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# Going upward would read dp[w - weight] AFTER it was updated for this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# same item -- allowing the item to be used twice. That silently solves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# the UNBOUNDED knapsack problem instead. (Which is how you solve that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# one: use the same loop, upward.)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63184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O(nW) time, O(W) space. The loop direction is the difference between 0/1 and unbounded knapsack — one of the neatest facts in the subject.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DPs worth knowing by heart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023360" cy="39502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8039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0288" y="1901952"/>
            <a:ext cx="3931920" cy="39502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56816"/>
            <a:ext cx="3712463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22208" y="1901952"/>
            <a:ext cx="3108960" cy="39502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1936" y="1956816"/>
            <a:ext cx="28895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Complexity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296972"/>
            <a:ext cx="402336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333548"/>
            <a:ext cx="38039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Fibonacci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90288" y="2296972"/>
            <a:ext cx="393192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2333548"/>
            <a:ext cx="3712463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dp[i]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22208" y="2296972"/>
            <a:ext cx="310896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1936" y="2333548"/>
            <a:ext cx="28895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691993"/>
            <a:ext cx="4023360" cy="395020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728569"/>
            <a:ext cx="38039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0/1 knapsack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691993"/>
            <a:ext cx="3931920" cy="395020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728569"/>
            <a:ext cx="3712463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dp[i][w]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22208" y="2691993"/>
            <a:ext cx="3108960" cy="395020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31936" y="2728569"/>
            <a:ext cx="28895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O(nW)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087014"/>
            <a:ext cx="402336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123590"/>
            <a:ext cx="38039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Longest common subsequence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90288" y="3087014"/>
            <a:ext cx="393192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0016" y="3123590"/>
            <a:ext cx="3712463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dp[i][j]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22208" y="3087014"/>
            <a:ext cx="310896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31936" y="3123590"/>
            <a:ext cx="28895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O(mn)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482035"/>
            <a:ext cx="4023360" cy="395020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518611"/>
            <a:ext cx="38039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Edit distance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3482035"/>
            <a:ext cx="3931920" cy="395020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3518611"/>
            <a:ext cx="3712463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dp[i][j]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22208" y="3482035"/>
            <a:ext cx="3108960" cy="395020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31936" y="3518611"/>
            <a:ext cx="28895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O(mn)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877056"/>
            <a:ext cx="402336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3913632"/>
            <a:ext cx="38039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Longest increasing subsequence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3877056"/>
            <a:ext cx="393192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0016" y="3913632"/>
            <a:ext cx="3712463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dp[i] (or patience)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22208" y="3877056"/>
            <a:ext cx="310896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31936" y="3913632"/>
            <a:ext cx="28895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O(n²) / O(n log n)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272076"/>
            <a:ext cx="4023360" cy="395020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308652"/>
            <a:ext cx="38039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Matrix chain order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90288" y="4272076"/>
            <a:ext cx="3931920" cy="395020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00016" y="4308652"/>
            <a:ext cx="3712463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dp[i][j]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22208" y="4272076"/>
            <a:ext cx="3108960" cy="395020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31936" y="4308652"/>
            <a:ext cx="28895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O(n³)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667097"/>
            <a:ext cx="402336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4703673"/>
            <a:ext cx="38039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Coin change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90288" y="4667097"/>
            <a:ext cx="393192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00016" y="4703673"/>
            <a:ext cx="3712463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dp[amount]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22208" y="4667097"/>
            <a:ext cx="310896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31936" y="4703673"/>
            <a:ext cx="28895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O(n·amount)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5062118"/>
            <a:ext cx="4023360" cy="395020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" y="5098694"/>
            <a:ext cx="38039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Floyd–Warshall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90288" y="5062118"/>
            <a:ext cx="3931920" cy="395020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00016" y="5098694"/>
            <a:ext cx="3712463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dp[k][i][j]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22208" y="5062118"/>
            <a:ext cx="3108960" cy="395020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31936" y="5098694"/>
            <a:ext cx="28895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O(V³)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" y="5457139"/>
            <a:ext cx="402336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6656" y="5493715"/>
            <a:ext cx="38039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Held–Karp TSP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90288" y="5457139"/>
            <a:ext cx="393192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00016" y="5493715"/>
            <a:ext cx="3712463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dp[subset][last]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22208" y="5457139"/>
            <a:ext cx="3108960" cy="3950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31936" y="5493715"/>
            <a:ext cx="2889504" cy="395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O(2ⁿ n²)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Pseudo-polynomial is not polynomial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IMPORTANT FOR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Knapsack's O(nW) looks polynomial. It is not polynomial in the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input size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W is a </a:t>
            </a:r>
            <a:r>
              <a:rPr sz="1900" b="1" i="0">
                <a:solidFill>
                  <a:srgbClr val="141924"/>
                </a:solidFill>
                <a:latin typeface="Georgia"/>
              </a:rPr>
              <a:t>value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written in binary, so encoding it takes log W bits. An algorithm running in O(nW) is therefore exponential in the length of its input.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This is why knapsack can be NP-hard despite having an O(nW) algorithm — and why the distinction between a number's value and its encoding length matters in Module 12.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Overlapping subproblems are the signal for dynamic programming; independent ones mean divide and conquer.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DP is recursion plus a table. The mystique is unearned.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Four questions: what is the subproblem, what is the recurrence, what are the base cases, in what order. Question 1 is where people get stuck.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Complexity is states × work per state. That is the entire analysis.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Write top-down first — it is just the recurrence with a cache. Convert to bottom-up only for space or constant factors.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In 1-D knapsack the loop direction decides whether you solve 0/1 or unbounded. Downward is 0/1.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