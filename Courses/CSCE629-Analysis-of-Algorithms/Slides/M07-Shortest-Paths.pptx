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framing is worth labouring. It makes Bellman-Ford's V-1 rounds obvious rather than arbitrary.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Most textbooks present decrease-key. Almost no real implementation uses it. Worth saying.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Making the proof depend visibly on non-negativity means the failure case is understood rather than memorised.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Fibonacci heaps are the standard example of an asymptotic improvement that practice ignores.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DAG row is worth flagging: topological order makes negative weights free, because no vertex is ever revisited.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629 — Analysis of Algorithms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Shortest Paths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Weights change everything, and negative weights change it again.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629 · Module 07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why BFS fails on weighted graphs.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Implement Dijkstra and justify its correctness by the greedy argument.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why Dijkstra fails on negative edges and what Bellman–Ford does instead.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Use Bellman–Ford to detect negative cycles.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Choose the right algorithm from the graph's properties.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629 · Analysis of Algorithms  —  Module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Why weights break BFS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Fewest edges and shortest distance are different questions.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629 · Analysis of Algorithms  —  Module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BFS optimises edge count, not distance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900" b="0" i="0">
                <a:solidFill>
                  <a:srgbClr val="141924"/>
                </a:solidFill>
                <a:latin typeface="Georgia"/>
              </a:rPr>
              <a:t>BFS finds the path with the fewest edges, because it explores strictly in order of edge count.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900" b="0" i="0">
                <a:solidFill>
                  <a:srgbClr val="141924"/>
                </a:solidFill>
                <a:latin typeface="Georgia"/>
              </a:rPr>
              <a:t>With weights, a two-edge path of total weight 3 beats a one-edge path of weight 100. BFS will commit to the one-edge path and never reconsider.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900" b="0" i="0">
                <a:solidFill>
                  <a:srgbClr val="141924"/>
                </a:solidFill>
                <a:latin typeface="Georgia"/>
              </a:rPr>
              <a:t>The fix is to explore in order of </a:t>
            </a:r>
            <a:r>
              <a:rPr sz="1900" b="0" i="1">
                <a:solidFill>
                  <a:srgbClr val="141924"/>
                </a:solidFill>
                <a:latin typeface="Georgia"/>
              </a:rPr>
              <a:t>accumulated distance</a:t>
            </a:r>
            <a:r>
              <a:rPr sz="1900" b="0" i="0">
                <a:solidFill>
                  <a:srgbClr val="141924"/>
                </a:solidFill>
                <a:latin typeface="Georgia"/>
              </a:rPr>
              <a:t> rather than edge count. Replace the queue with a priority queue and you have Dijkstra's algorithm — which is, once again, the same traversal with a different container.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629 · Analysis of Algorithms  —  Module 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THE CORE OPERATION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Relaxation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901952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93392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if d[u] + w(u,v) &lt; d[v]:  d[v] = d[u] + w(u,v)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7860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Found a better route to v through u. Every algorithm here is a schedule of relaxations.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127248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127248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218688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d[v]  always an upper bound on the true distance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03904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Starts at ∞, only ever decreases, never below the truth.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4352544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4352544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443983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the question is only: in what order?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029200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Dijkstra, Bellman–Ford, and DAG relaxation differ in the order and nothing else.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5669279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Seeing all three as relaxation schedules makes them one idea rather than three algorithms to memorise.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629 · Analysis of Algorithms  —  Module 07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Dijkstra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Greedy, and correct exactly when weights are non-negative.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629 · Analysis of Algorithms  —  Module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DIJKSTRA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BFS with a priority queue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python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import heapq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def dijkstra(G, s):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  d = {v: float('inf') for v in G}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  d[s] = 0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  pq = [(0, s)]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  done = set()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  while pq: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      du, u = heapq.heappop(pq)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      if u in done:                 # lazy deletion: stale entry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          continue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      done.add(u)                   # d[u] is now FINAL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      for v, w in G[u]: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          if du + w &lt; d[v]: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              d[v] = du + w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              heapq.heappush(pq, (d[v], v))   # push, don't decrease-key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  return 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Lazy deletion — pushing duplicates and skipping stale pops — is simpler than decrease-key and faster in practice. The heap holds O(E) entries instead of O(V).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629 · Analysis of Algorithms  —  Module 07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DIJKSTRA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Why it is correct, and the assumption it needs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Claim: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when u is popped, d[u] is the true shortest distance.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Suppose not. Then a shorter path to u exists, passing through some unfinished vertex x.</a:t>
            </a:r>
          </a:p>
          <a:p>
            <a:pPr algn="l" lvl="1">
              <a:lnSpc>
                <a:spcPct val="122000"/>
              </a:lnSpc>
              <a:spcAft>
                <a:spcPts val="500"/>
              </a:spcAft>
            </a:pPr>
            <a:r>
              <a:rPr sz="1600" b="0" i="0">
                <a:solidFill>
                  <a:srgbClr val="798290"/>
                </a:solidFill>
                <a:latin typeface="Calibri"/>
              </a:rPr>
              <a:t>–  That path reaches x before u, so its length up to x is ≤ its total length ≤ d[u].</a:t>
            </a:r>
          </a:p>
          <a:p>
            <a:pPr algn="l" lvl="1">
              <a:lnSpc>
                <a:spcPct val="122000"/>
              </a:lnSpc>
              <a:spcAft>
                <a:spcPts val="500"/>
              </a:spcAft>
            </a:pPr>
            <a:r>
              <a:rPr sz="1600" b="0" i="0">
                <a:solidFill>
                  <a:srgbClr val="798290"/>
                </a:solidFill>
                <a:latin typeface="Calibri"/>
              </a:rPr>
              <a:t>–  So d[x] ≤ d[u], and x would have been popped first. Contradiction.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The assumption: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'the prefix is no longer than the whole path'.</a:t>
            </a:r>
          </a:p>
          <a:p>
            <a:pPr algn="l" lvl="1">
              <a:lnSpc>
                <a:spcPct val="122000"/>
              </a:lnSpc>
              <a:spcAft>
                <a:spcPts val="500"/>
              </a:spcAft>
            </a:pPr>
            <a:r>
              <a:rPr sz="1600" b="0" i="0">
                <a:solidFill>
                  <a:srgbClr val="798290"/>
                </a:solidFill>
                <a:latin typeface="Calibri"/>
              </a:rPr>
              <a:t>–  True only if weights are non-negative.</a:t>
            </a:r>
          </a:p>
          <a:p>
            <a:pPr algn="l" lvl="1">
              <a:lnSpc>
                <a:spcPct val="122000"/>
              </a:lnSpc>
              <a:spcAft>
                <a:spcPts val="500"/>
              </a:spcAft>
            </a:pPr>
            <a:r>
              <a:rPr sz="1600" b="0" i="0">
                <a:solidFill>
                  <a:srgbClr val="798290"/>
                </a:solidFill>
                <a:latin typeface="Calibri"/>
              </a:rPr>
              <a:t>–  A negative edge later on can make the whole path shorter than its own prefix — and the proof collapses.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629 · Analysis of Algorithms  —  Module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COMPLEXITY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heap decides the bound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30175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7980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Priority queue</a:t>
            </a:r>
          </a:p>
        </p:txBody>
      </p:sp>
      <p:sp>
        <p:nvSpPr>
          <p:cNvPr id="8" name="Rectangle 7"/>
          <p:cNvSpPr/>
          <p:nvPr/>
        </p:nvSpPr>
        <p:spPr>
          <a:xfrm>
            <a:off x="3584448" y="1901952"/>
            <a:ext cx="365760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94176" y="1956816"/>
            <a:ext cx="3438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Complexity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7242048" y="1901952"/>
            <a:ext cx="43891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51775" y="1956816"/>
            <a:ext cx="4169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Notes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30175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7980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Binary heap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84448" y="2377440"/>
            <a:ext cx="3657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94176" y="2414016"/>
            <a:ext cx="3438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O((V + E) log V)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242048" y="2377440"/>
            <a:ext cx="43891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51775" y="2414016"/>
            <a:ext cx="4169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The practical default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30175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7980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Fibonacci heap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584448" y="2852928"/>
            <a:ext cx="36576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94176" y="2889504"/>
            <a:ext cx="3438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O(E + V log V)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42048" y="2852928"/>
            <a:ext cx="43891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51775" y="2889504"/>
            <a:ext cx="4169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Better in theory; large constants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30175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7980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Array (dense)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584448" y="3328416"/>
            <a:ext cx="3657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94176" y="3364992"/>
            <a:ext cx="3438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O(V²)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242048" y="3328416"/>
            <a:ext cx="43891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51775" y="3364992"/>
            <a:ext cx="4169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Best when E ≈ V²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30175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7980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Bucket (small ints)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584448" y="3803904"/>
            <a:ext cx="36576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94176" y="3840480"/>
            <a:ext cx="3438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O(E + VC)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242048" y="3803904"/>
            <a:ext cx="43891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51775" y="3840480"/>
            <a:ext cx="4169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Dial's algorithm; integer weights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629 · Analysis of Algorithms  —  Module 07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Negative weights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Bellman–Ford, and what a negative cycle means.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629 · Analysis of Algorithms  —  Module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BELLMAN–FORD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Relax everything, V−1 times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Relax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every edge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, and repeat V−1 times.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Why V−1: a shortest path has at most V−1 edges (more would repeat a vertex).</a:t>
            </a:r>
          </a:p>
          <a:p>
            <a:pPr algn="l" lvl="1">
              <a:lnSpc>
                <a:spcPct val="122000"/>
              </a:lnSpc>
              <a:spcAft>
                <a:spcPts val="500"/>
              </a:spcAft>
            </a:pPr>
            <a:r>
              <a:rPr sz="1600" b="0" i="0">
                <a:solidFill>
                  <a:srgbClr val="798290"/>
                </a:solidFill>
                <a:latin typeface="Calibri"/>
              </a:rPr>
              <a:t>–  After round k, all shortest paths using ≤ k edges are correct.</a:t>
            </a:r>
          </a:p>
          <a:p>
            <a:pPr algn="l" lvl="1">
              <a:lnSpc>
                <a:spcPct val="122000"/>
              </a:lnSpc>
              <a:spcAft>
                <a:spcPts val="500"/>
              </a:spcAft>
            </a:pPr>
            <a:r>
              <a:rPr sz="1600" b="0" i="0">
                <a:solidFill>
                  <a:srgbClr val="798290"/>
                </a:solidFill>
                <a:latin typeface="Calibri"/>
              </a:rPr>
              <a:t>–  So V−1 rounds suffice.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O(VE) — much slower than Dijkstra, and it handles negative edges.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Round V: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if anything still improves, a negative cycle is reachable.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629 · Analysis of Algorithms  —  Module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 negative cycle means there is no answer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NOT A BUG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900" b="0" i="0">
                <a:solidFill>
                  <a:srgbClr val="141924"/>
                </a:solidFill>
                <a:latin typeface="Georgia"/>
              </a:rPr>
              <a:t>If a cycle has negative total weight and lies on a path from s to t, you can go round it again and get a shorter walk. And again. The shortest distance is −∞.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900" b="0" i="0">
                <a:solidFill>
                  <a:srgbClr val="141924"/>
                </a:solidFill>
                <a:latin typeface="Georgia"/>
              </a:rPr>
              <a:t>So 'shortest path' is undefined, not merely hard. Reporting the cycle is the correct output.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900" b="0" i="0">
                <a:solidFill>
                  <a:srgbClr val="141924"/>
                </a:solidFill>
                <a:latin typeface="Georgia"/>
              </a:rPr>
              <a:t>This is useful rather than pathological: arbitrage detection in currency exchange is exactly negative-cycle detection, after taking −log of the exchange rates.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629 · Analysis of Algorithms  —  Module 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CHOOSING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Which algorithm, and when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42062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Situation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4773168" y="1901952"/>
            <a:ext cx="32918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82896" y="1956816"/>
            <a:ext cx="30723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Algorithm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65008" y="1901952"/>
            <a:ext cx="356616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74736" y="1956816"/>
            <a:ext cx="33467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Cost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4206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Unweighted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73168" y="2377440"/>
            <a:ext cx="32918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82896" y="2414016"/>
            <a:ext cx="30723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BFS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65008" y="2377440"/>
            <a:ext cx="35661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74736" y="2414016"/>
            <a:ext cx="33467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O(V + E)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42062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Non-negative weights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73168" y="2852928"/>
            <a:ext cx="32918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82896" y="2889504"/>
            <a:ext cx="30723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Dijkstra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65008" y="2852928"/>
            <a:ext cx="35661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74736" y="2889504"/>
            <a:ext cx="33467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O((V+E) log V)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4206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Negative edges possible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773168" y="3328416"/>
            <a:ext cx="32918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82896" y="3364992"/>
            <a:ext cx="30723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Bellman–Ford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065008" y="3328416"/>
            <a:ext cx="35661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74736" y="3364992"/>
            <a:ext cx="33467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O(VE)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42062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DAG, any weights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773168" y="3803904"/>
            <a:ext cx="32918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882896" y="3840480"/>
            <a:ext cx="30723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Relax in topological order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065008" y="3803904"/>
            <a:ext cx="35661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174736" y="3840480"/>
            <a:ext cx="33467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O(V + E)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279392"/>
            <a:ext cx="4206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4315968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All pairs, dense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773168" y="4279392"/>
            <a:ext cx="32918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882896" y="4315968"/>
            <a:ext cx="30723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Floyd–Warshall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065008" y="4279392"/>
            <a:ext cx="35661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174736" y="4315968"/>
            <a:ext cx="33467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O(V³)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66928" y="4754879"/>
            <a:ext cx="42062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76656" y="4791455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All pairs, sparse + negative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773168" y="4754879"/>
            <a:ext cx="32918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882896" y="4791455"/>
            <a:ext cx="30723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Johnson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065008" y="4754879"/>
            <a:ext cx="35661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174736" y="4791455"/>
            <a:ext cx="33467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O(VE + V² log V)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66928" y="5230367"/>
            <a:ext cx="4206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76656" y="5266943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Known goal, good heuristic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773168" y="5230367"/>
            <a:ext cx="32918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882896" y="5266943"/>
            <a:ext cx="30723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A*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065008" y="5230367"/>
            <a:ext cx="35661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174736" y="5266943"/>
            <a:ext cx="33467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Often far better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629 · Analysis of Algorithms  —  Module 07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A*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Dijkstra plus a hint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Dijkstra explores in all directions equally — it has no idea where the goal is.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A* orders the queue by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d[v] + h(v)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, where h estimates the remaining distance.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Correct if h is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admissible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never overestimates.</a:t>
            </a:r>
          </a:p>
          <a:p>
            <a:pPr algn="l" lvl="1">
              <a:lnSpc>
                <a:spcPct val="122000"/>
              </a:lnSpc>
              <a:spcAft>
                <a:spcPts val="500"/>
              </a:spcAft>
            </a:pPr>
            <a:r>
              <a:rPr sz="1600" b="0" i="0">
                <a:solidFill>
                  <a:srgbClr val="798290"/>
                </a:solidFill>
                <a:latin typeface="Calibri"/>
              </a:rPr>
              <a:t>–  Euclidean distance is admissible for road networks.</a:t>
            </a:r>
          </a:p>
          <a:p>
            <a:pPr algn="l" lvl="1">
              <a:lnSpc>
                <a:spcPct val="122000"/>
              </a:lnSpc>
              <a:spcAft>
                <a:spcPts val="500"/>
              </a:spcAft>
            </a:pPr>
            <a:r>
              <a:rPr sz="1600" b="0" i="0">
                <a:solidFill>
                  <a:srgbClr val="798290"/>
                </a:solidFill>
                <a:latin typeface="Calibri"/>
              </a:rPr>
              <a:t>–  h = 0 recovers Dijkstra exactly.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The better h, the fewer vertices expanded. On a game map this is routinely an order of magnitude.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1">
                <a:solidFill>
                  <a:srgbClr val="798290"/>
                </a:solidFill>
                <a:latin typeface="Calibri"/>
              </a:rPr>
              <a:t>The standard pathfinder in games and robotics for exactly this reason.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629 · Analysis of Algorithms  —  Module 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Floyd–Warshall: three lines, and a DP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WORTH SEEING EARLY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748" b="0" i="0">
                <a:solidFill>
                  <a:srgbClr val="141924"/>
                </a:solidFill>
                <a:latin typeface="Consolas"/>
              </a:rPr>
              <a:t>for k: for i: for j: d[i][j] = min(d[i][j], d[i][k] + d[k][j])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900" b="0" i="0">
                <a:solidFill>
                  <a:srgbClr val="141924"/>
                </a:solidFill>
                <a:latin typeface="Georgia"/>
              </a:rPr>
              <a:t>The invariant: after iteration k, d[i][j] is the shortest path using only vertices from {1..k} as intermediates.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900" b="0" i="0">
                <a:solidFill>
                  <a:srgbClr val="141924"/>
                </a:solidFill>
                <a:latin typeface="Georgia"/>
              </a:rPr>
              <a:t>This is a dynamic program — the subproblem is 'shortest path restricted to the first k intermediates' — and it is the gentlest possible introduction to Module 10. The loop order </a:t>
            </a:r>
            <a:r>
              <a:rPr sz="1900" b="1" i="0">
                <a:solidFill>
                  <a:srgbClr val="141924"/>
                </a:solidFill>
                <a:latin typeface="Georgia"/>
              </a:rPr>
              <a:t>must</a:t>
            </a:r>
            <a:r>
              <a:rPr sz="1900" b="0" i="0">
                <a:solidFill>
                  <a:srgbClr val="141924"/>
                </a:solidFill>
                <a:latin typeface="Georgia"/>
              </a:rPr>
              <a:t> have k outermost, and that is exactly a DP dependency-order requirement.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629 · Analysis of Algorithms  —  Module 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Every shortest-path algorithm is a schedule of relaxations. They differ only in the order.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BFS minimises edge count, not distance. Replacing the queue with a priority queue gives Dijkstra.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Dijkstra's correctness proof assumes a path prefix is no longer than the whole path — true only for non-negative weights.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Bellman–Ford relaxes all edges V−1 times because a shortest path has at most V−1 edges. A V-th improving round means a negative cycle.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A negative cycle means the shortest distance is −∞, so the answer is the cycle, not a path.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On a DAG, relaxing in topological order handles any weights in O(V + E).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629 · Analysis of Algorithms  —  Module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