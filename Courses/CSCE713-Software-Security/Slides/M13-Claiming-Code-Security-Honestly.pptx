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does-not-establish column is the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100% coverage overclaim is the one engineers believe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convergence is the semester's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713 — Software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Claiming Code Security Honestly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an assessment of code establishes.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713 · Module 13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what each technique establishes.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Identify the standard overclaims.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Write a checkable assessment claim.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Place this course relative to CSCE 701 and CSCE 711.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a proportionate programme for a real codebase.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each establishes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Precisely, and it is less than it sounds.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each technique actually supports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Technique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Establishes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Does not establish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Static analysis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These rules found these things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Absence — it is unsound by design (M07 §1)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Fuzzing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This coverage, no crashes, this long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Anything on unreached code (M08 §3)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Sanitisers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These executions had no violation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Anything about other inputs (M09 §4)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Review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person looked for these things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94576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That they would have seen them (M11 §4)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test suite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44368" y="427939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54096" y="4315968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These behaviours are as expected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84848" y="4279392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94576" y="4315968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Anything adversarial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“The scanner found nothing” is a statement about the scanner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SUBSTITUTION TO REFUSE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says that these rules, on this code, produced no findings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information about the rules' coverage as much as about the code.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routinely reported as 'the code is clean'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different claim entirely and is not supported by the evidence.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honest form names the method and its scope: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'this ruleset, on these files, found no instances of these classes'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all four clauses checkable.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same correction CSCE 701 Module 13 §1 makes about a penetration test and CSCE 711 Module 13 §3 makes about a proof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three courses, one error.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Overclaims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specific ones to avoid.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OVERCLAIMS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standard overclaims, corrected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Claim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90288" y="1901952"/>
            <a:ext cx="60350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0016" y="1956816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Correction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'The code is secure'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90288" y="2377440"/>
            <a:ext cx="6035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0016" y="2414016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Not supportable. Against which adversary, for which classes?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'We fuzzed it'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90288" y="2852928"/>
            <a:ext cx="60350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0016" y="2889504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With what coverage, for how long, with which oracle?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'Static analysis is clean'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90288" y="3328416"/>
            <a:ext cx="6035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0016" y="3364992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Which rules, and what is the known false negative profile?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'It passed security review'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90288" y="3803904"/>
            <a:ext cx="60350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0016" y="3840480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Who looked, at what, for what, and for how long?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'Memory safe'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90288" y="4279392"/>
            <a:ext cx="6035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0016" y="4315968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 safe code — name the unsafe blocks and the FFI (M02 §4)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754879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791455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'100% test coverage'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90288" y="4754879"/>
            <a:ext cx="60350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0016" y="4791455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Line coverage says nothing about adversarial inputs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HONEST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Claims you can defend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'We fuzzed the parser for 400 CPU-hours under ASan and UBSan, reaching 78% of its edges, with no findings in the last 300 hours.'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Every clause checkable.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'These twelve rules run on every change; the eight findings to date are triaged in the repository.'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'The authorisation layer was reviewed by two people against this checklist; the three findings are fixed.'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'Memory safe except for these four </a:t>
            </a:r>
            <a:r>
              <a:rPr sz="1518" b="1" i="0">
                <a:solidFill>
                  <a:srgbClr val="3C4555"/>
                </a:solidFill>
                <a:latin typeface="Consolas"/>
              </a:rPr>
              <a:t>unsafe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 blocks and the FFI boundary, which were reviewed individually.'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And the limitation statement: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'we have no coverage of concurrency defects or authorisation logic outside this layer.'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limitation statement is the one that distinguishes an assessment from a tool run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and it is Project 2's hardest-graded requirement.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semester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Three courses, divided by failure source.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SEMESTER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each course sits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103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Course</a:t>
            </a:r>
          </a:p>
        </p:txBody>
      </p:sp>
      <p:sp>
        <p:nvSpPr>
          <p:cNvPr id="8" name="Rectangle 7"/>
          <p:cNvSpPr/>
          <p:nvPr/>
        </p:nvSpPr>
        <p:spPr>
          <a:xfrm>
            <a:off x="2670048" y="1901952"/>
            <a:ext cx="34747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9776" y="1956816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Covers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44768" y="1901952"/>
            <a:ext cx="4937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4496" y="19568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Honest summary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CSCE 701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2377440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9776" y="2414016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Systems, operations, people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4768" y="2377440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4496" y="24140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Where the incidents are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CSCE 711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70048" y="2852928"/>
            <a:ext cx="34747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9776" y="2889504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Primitives and their use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2852928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4496" y="2889504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part that works — misused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CSCE 713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70048" y="3328416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79776" y="3364992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Defects in code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44768" y="3328416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54496" y="3364992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Where the severe ones are, and where the tooling has limits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 proportionate programme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In order, with a finite budget.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do, in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1 · Sanitisers in CI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09)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no source changes, finds defects on day one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it is the cheapest real improvement available.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2 · Fuzz the parsers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08)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where untrusted input meets manual memory handling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with coverage reported.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3 · Hardening flags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12 §3) — free, and verify them on the artefact.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4 · Static analysis on new code only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07 §3), with your own rules for your own invariants.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5 · Then review the authorisation and parsing code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11),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make the recurring defect unexpressible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10 §2).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Steps 1 to 3 are a week's work and change the defect profile measurably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and step 5 is where the durable improvement is, which is why it is last rather than unimportant.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this course leaves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can explain why vulnerabilities exist, name the classes that account for the severe ones, and recognise each in code you are reading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the practical skill and transfers to any language.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can run the techniques and read their output honestly: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fuzzing campaign measured by coverage, static analysis triaged with reasons, sanitisers as the oracle, and review aimed at what tooling cannot see.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you know the limits are theoretical rather than temporary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CSCE 627's undecidability means no tool will ever decide this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 choice is always which way to be wrong.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closing rule is the program's: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state what you measured, state what you assumed, and never claim more than you established.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Here it means naming the technique, its coverage, and its blind spots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'the tools found nothing' states none of the three.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Not one technique in this course establishes absence — each supports a statement about what you did rather than about the program.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'The scanner found nothing' is a statement about the scanner, and it is routinely reported as 'the code is clean'.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'100% test coverage' is the most seductive overclaim: it measures lines executed by friendly inputs.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limitation statement is what distinguishes an assessment from a tool run.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All three Semester 9 courses converge on making the defect unexpressible rather than training people not to write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Sanitisers, fuzzing, and hardening flags are about a week's work and change the defect profile measurably.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