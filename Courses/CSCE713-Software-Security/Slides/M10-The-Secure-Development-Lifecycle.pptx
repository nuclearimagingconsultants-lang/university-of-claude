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module's practical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Secure Development Lifecycle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Process that changes outcomes, and process that does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where in the lifecycle each practice belongs.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secure defaults beat developer education.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security gate that does not get bypassed.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to do with a vulnerability report.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a development process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things belong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Earlier is cheaper, and the slogan is not the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practice that fits each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practice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7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5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catches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Threat modelling (CSCE 701 M01)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7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5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Design flaws — which no tool finds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Dependency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Selection and scanning (701 M08)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7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5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Inherited defects and gadgets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Safe libraries and types (M04 §4)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7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5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Whole classes, by construction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Commit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Static analysis on the diff (M07 §4)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7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5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Pattern defects, before merge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Build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Sanitisers and fuzzing (M08, M09)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10527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255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Memory and parsing defects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Review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6148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7121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Security review of risky changes (M11)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10527" y="4754879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0255" y="4791455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Logic and authorisation defects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61488" y="5230367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71216" y="5266943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Detection and response (701 M09–10)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10527" y="5230367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0255" y="5266943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Everything above that got through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“Shift left” is right about cost and wrong as a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STATING IT CAREFULLY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claim is true: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design flaw found at design time costs a conversation, and the same flaw found after release costs a redesign plus an incident.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'shift left' is frequently implemented as moving work onto developers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more training, more checklists, more tools in the pipeline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spends the compliance budget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701 Module 11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practices that actually scale are the ones that require no developer effort: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safe default, a type that cannot be misused, a framework that escapes automatically.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version is: move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guarantee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left, not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distinction that separates a programme that holds from one that decays after the first deadline.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Defaults over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strongest result in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framework that makes the defect unexpressible beats any amount of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Training decays, turns over with staff, and competes with everything else for attention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its measured effect on defect rates is modest.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template engine with contextual autoescaping on by default eliminates the whole XSS class for every developer, including the one who has never heard of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pattern generalises: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query builder that cannot concatenate, a path type that cannot escape its root, an HTTP client that cannot reach internal addresses, a serialiser that cannot name a class.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701 Module 11 §3's defaults argument, and CSCE 711 Module 01 §4's misuse-resistant API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courses converging on one conclusion, which is worth noticing.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BUILDING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build a safe-by-default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Find the defect class you keep fixing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ask what interface would make it unexpressible.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Provide that interface, and make it the easiest path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because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safe API that is harder to use than the unsafe one loses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make the unsafe path hard to reach: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lint rule banning it, a private constructor, or a deprecation with a migration.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add a static analysis rule to prevent new call sites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07 §4), which is what makes the migration finish.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converts one fix into a permanent property of the codebase.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'Make it the easiest path' is the step that decides it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a usability requirement rather than a security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get bypassed unless designed not to 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Designing a gate that survives a deadline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Fast.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check that adds twenty minutes to every change will be skipped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CSCE 701 Module 11 §4's friction question.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Scoped to new code.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Baseline the existing findings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07 §3), so the gate never demands a cleanup project.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Specific.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finding that names the line and the fix gets fixed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; one that names a risk category gets dismissed.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With a documented, auditable override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gate with no override gets removed entirely the first time it blocks something urgent.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owned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that the false positives get fixed rather than suppressed.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override is counter-intuitive and essential: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 override that is logged and reviewed preserves the gate, and no override destroys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Receiving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 process, not an inbox.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Make it easy to report a vulnerability to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OBLIGATION AND THE SELF-INTEREST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Publish a security contact and a policy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security.txt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or a documented address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a researcher who cannot find where to report will publish instead, or give up.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Acknowledge quickly, and state a timeline you will meet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commonest complaint from reporters is silence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disagreement.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Fix it, credit the reporter, and publish an advisory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enough detail for your users to assess their exposure (CSCE 701 Module 08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never threaten a good-faith reporter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has repeatedly converted a private report into a public incident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single worst available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DISCLOSING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when you are the reporter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Report privately first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with enough detail to reproduce, and a clear statement of impact.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Offer a reasonable timeline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ninety days is the common norm — and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say what you will do when it expires.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Coordinate publication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users have a fix available when they learn of the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never test against systems you do not own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01 §4), which is where good intentions become unlawful.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This is Project 2's professional requirement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it is graded.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'Report privately, with a timeline, and coordinate'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is the whole of responsible disclosure — and the timeline is what makes it responsible rather than indefinite.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design stage is the one with no automated substitute, and the one most often skipped because it produces a document.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'Shift left' is right about cost and wrong as a strategy — move the guarantee left, not the work.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template engine with autoescaping on by default eliminates XSS for every developer, including one who has never heard of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safe API that is harder to use than the unsafe one loses, so making it the easiest path is the deciding step.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gate with no override gets removed entirely the first time it blocks something urgent.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commonest complaint from vulnerability reporters is silence, not disagreement.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