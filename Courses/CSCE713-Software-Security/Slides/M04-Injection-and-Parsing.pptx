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all six as one principle is the teaching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Injection and Parsing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cause, many names, one structural fix.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injection as a parsing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parameterisation works and escaping is fragile.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path traversal and command injection.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parse-don't-validate.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Fix an injection structurally rather than locally.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Data becoming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Injection happens when data is concatenated into a string that is later parsed as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SINGLE CAUSE BEHIND EVERY VARIANT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interpreter downstream receives one string and cannot tell which parts you intended as data and which as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that information was destroyed by the concatenation.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variant is the same defect at a different parser: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SQL at the database's parser, command injection at the shell's, XSS at the browser's, and template injection at the template engine's.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reason escaping is fragile is that correct escaping depends on the destination context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point of concatenation does not reliably know.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structural fix is to never build the string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an interface that carries data and structure separately, so the interpreter receives them distinguished.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separating interface, per destination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SQL        parameterised queries / prepared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statements. Always. The query structure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is fixed before any data is bound.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SHELL      pass an argument ARRAY, not a string --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execve-style. Better: do not invoke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shell at all.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HTML       the template engine's contextual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autoescaping, or a DOM API that takes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text rather than markup.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JSON/XML   a serialiser. Never string building.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FILESYSTEM resolve the path, then verify the result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is inside the intended directory. Do not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filter for ".." (Part 3).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LDAP/XPath the library's parameter binding.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PRINCIPLE: the interface keeps data and structure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in separate arguments, so no parser has to guess.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row is the same idea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separate arguments rather than one string, so nothing has to be escaped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escaping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because it is wrong, but because it is positional.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ESCAPING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specific ways escaping goes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context changes and the escaping does not.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value safely escaped for HTML text is unsafe in an attribute, a URL, a script block, or a CSS value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five contexts, five escapings.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Escaping at the input boundary cannot know the destination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it escapes for a guess — which is CSCE 701 Module 06's point.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Double-escaping and double-decoding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value escaped twice and decoded once, or the reverse, and the filter sees different bytes than the parser.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Encoding differences: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filter reading UTF-8 and a parser accepting overlong or alternate encodings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of the same character.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blocklist, which is always incomplete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attacker needs the one case you missed.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Escaping is not wrong; it is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positional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correct only relative to a destination, which is why it belongs at the point of use and in the template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Paths and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cases with specific correct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 paths, resolve first and then check containment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RATHER THAN FILTERING THE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Filtering for '..' fails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of encodings, symbolic links, alternate separators, and platform-specific path syntax, all of which produce a traversal without the literal 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join the untrusted component to the base directory, canonicalise the result, and then verify the canonical path is still inside the base.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handles symbolic links and encodings together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you are checking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resolved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destination rather than predicting it from the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beware the race: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check-then-open sequence can have the path replaced in between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§3) — so open first and verify the handle where the platform permits.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 commands, pass an argument array and do not use a 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RELIABLE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shell parses its argument string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for semicolons, pipes, backticks, substitutions, globs, and redirections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any untrusted content in that string is code.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Passing an argument array bypasses the shell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the arguments reach the program as arguments, and no parsing occurs.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remaining hazard is argument injection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untrusted value that begins with a dash becomes an option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has produced real vulnerabilities even without a shell.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argument array, and use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--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or validate against a list where the called program accepts options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better still, call a library rather than a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Parse, don't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discipline that prevents the whole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Parse input into a type that cannot be invalid, rather than checking it and passing it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Validation checks a value and returns the same type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knowledge that it was checked lives only in the programmer's head, and the next function has to check again or assume.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Parsing converts it into a type that can only hold valid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Email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UserId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SafePath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type system carries the guarantee.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eliminates Module 01 §2's step-4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'validated on this path but not that one' cannot arise, because the only way to obtain the type is through the parser.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the injection fixes in Part 1 work: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prepared statement is a parsed query with holes, rather than a string hoped to be well-formed.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Applying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Validate once, at the boundary, and return a distinct type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not a string with a comment saying it is safe.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Make the unsafe constructor private or awkward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that the parsed type cannot be fabricated by accident.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Push the parse as early as possible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that the majority of the code never handles untrusted representations.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accept the narrowest input you can: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restrictive allowlist beats any blocklist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it is a parsing decision rather than a filtering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composes with Module 03 §4's type confusion fix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same discipline, against a different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This is the most transferable idea in the module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applies in every language with a type system worth the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Injection is one defect at many parsers: the concatenation destroyed the distinction between data and structure.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correct fix is the same idea — an interface that carries data and structure in separate arguments.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Escaping is not wrong but positional: correct only relative to a destination the input boundary cannot know.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For paths, resolve and then check containment — filtering for '..' fails on encodings, symlinks, and alternate separators.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For commands, pass an argument array and watch for argument injection from values beginning with a dash.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Parse into a type that cannot be invalid, so the guarantee lives in the type system rather than in the programmer's 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