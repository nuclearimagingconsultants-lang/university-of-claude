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quality dominates campaign outcome; say so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Fuzzing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technique that actually finds memory defects.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coverage-guided fuzzing and why it works.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an effective harness.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 campaign properly.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structure-aware fuzzing and when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fuzzing cannot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coverage guidance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idea that made fuzzing effective.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Coverage feedback turns random mutation into a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Random inputs almost never reach deep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parser rejects them at the first byte, so undirected fuzzing explores the error path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Coverage guidance fixes this: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instrument the program, keep any input that reached a new edge, and mutate the kept inputs further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progress accumulates.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converts a random search into a hill-climb on coverage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magic number or a checksum is discovered byte by byte, because each correct byte opens a new edge.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needs no specification.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oracle is simply 'did it crash', which is why this works on code nobody documented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why sanitisers multiply its power (Module 09).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ORACLES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counts as a failure, which determines what you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crash or a hang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default, and the weakest, because many defects do not crash.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sanitiser report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what makes fuzzing effective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AddressSanitizer turns a silent out-of-bounds read into a loud failure (Module 09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 assertion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your own invariants, checked on every input, which is the cheapest way to broaden the oracle.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differential comparison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two implementations disagreeing, which finds correctness defects with no crash.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round-trip property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parse then serialise then parse, which must be 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Fuzzing without sanitisers finds a fraction of what it should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pairing is not optional, and it is the most common omission.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campaigns succeed or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good harness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int LLVMFuzzerTestOneInput(const uint8_t *d, size_t n)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Parser p;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p.parse(d, n);     // the real entry point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return 0;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RULES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target the REAL parsing entry point, not a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validation wrapper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be deterministic -- no time, no randomness, no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network; seed any PRNG from the input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be fast -- thousands of executions per second;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a slow harness is a small campaign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free everything, so leak detection is meaningful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and do not catch the exceptions you want to find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SEED CORPUS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start from real, valid inputs -- a handful of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genuine files beats a million random bytes,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because coverage guidance needs somewhere to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climb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seed corpus is the most underrated input to a campaign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real files give the fuzzer the grammar for 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'we fuzzed it' is not a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Report coverage, not duration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MEASUREMENT THAT MEANS SOMETHING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'We fuzzed for 48 hours' says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harness that rejects every input at byte zero can run forever and test one function.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coverage achieved: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functions and edges were reached, as a fraction of the target component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both measurable and actionable.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read the coverage to find the blocked paths.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unreached branch usually means a checksum, a magic value, a length field, or a decompression step the fuzzer cannot synthesise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of which has a specific fix.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coverage the campaign's steering signal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score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plateau means change the harness or the corpus, not run it longer.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when coverage plateaus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Add seeds covering the formats and features you have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cheapest intervention, and usually the most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Disable checksum verification in the fuzz build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fuzzer is not required to compute one — and keep it enabled in production.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Split one harness into several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each targeting a different entry point, so the search is not diluted.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a dictionary of the format's tokens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mutator inserts meaningful strings rather than discovering them byte by byte.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go structure-aware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if the format is deeply structured (Part 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Disabling checksums in the fuzz build is the highest-yield single change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for binary formats — and it is safe, because it is a build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fuzzing structurally cannot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Fuzzing finds crashes, so it cannot find anything that does not crash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found: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missing authorisation, business logic errors, weak cryptography, information disclosure without a crash, and anything where the wrong answer is still a well-formed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Found poorly: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defects requiring a specific sequence of operations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single input,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concurrency defects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interleaving is not part of the input (Module 05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deep state is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defect reachable only after authentication, a session, and three prior requests is not a single-input target.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extend the oracle where you can: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assertions, differential testing, and stateful harnesses that interpret the input as a sequence of operations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broadens it considerably.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Running it continuously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Fuzz in CI on every change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briefly — a few minutes per harness catches regressions in code just written.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run long campaigns continuously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separately,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interesting findings arrive after hours rather than minutes.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Keep the corpus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is the accumulated result of every previous campaign, and discarding it restarts the search.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Add every crash as a regression test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minimised, so it cannot return.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for open-source projects, OSS-Fuzz runs this infrastructure free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removes the main obstacle to doing it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Keeping the corpus is the practice most often skipped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what makes the next campaign start where the last one stopped.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Coverage guidance turns random mutation into a hill-climb, so a magic number is discovered byte by byte as each correct byte opens an edge.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Fuzzing without sanitisers finds a fraction of what it should — the pairing is not optional.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Target the real parsing entry point, be deterministic, and be fast; a slow harness is a small campaign.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handful of genuine input files beats a million random bytes, because coverage guidance needs somewhere to climb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Report coverage rather than duration, and treat a plateau as a signal to change the harness rather than to run longer.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Fuzzing finds crashes, so it cannot find missing authorisation, logic errors, or any wrong answer that is still well-formed.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