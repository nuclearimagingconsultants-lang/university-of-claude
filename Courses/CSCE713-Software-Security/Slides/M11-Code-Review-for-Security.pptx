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Error paths are where the leaks, double frees, and skipped checks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justifies the whole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713 — Software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Code Review for Security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only method that finds design and logic defects.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713 · Module 11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what to review, by risk.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a systematic reading method.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review finds that tooling cannot.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Review a diff for security specifically.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Write a finding that gets fixed.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Choosing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Because you cannot read everything.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PRIORITY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review, in order of yield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Anything that parses untrusted input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the highest concentration of memory and logic defects in any codebase.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Authentication and authorisation code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every place that decides whether an action is permitted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(CSCE 701 Module 03) — because tooling finds none of this.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Anything that runs with elevated privilege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or crosses a trust boundary (Module 06 §4).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Cryptographic use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against CSCE 711 Module 11's five checks — which are mechanical and high-yield.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the code nobody understands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old, undocumented, and still reachable, which is where the assumptions have rotted (Module 01 §1).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'Parses untrusted input' and 'decides whether an action is permitted' are the two highest-yield categories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they fail in completely different ways.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Review what tooling cannot see, and let tooling have the rest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HOW TO ALLOCATE THE ATTENTION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reviewer spending time on patterns a linter finds is wasting the scarcest resource in the process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will be less careful by the time they reach the part that needed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automate the mechanical checks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07)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spend review on the three things only a person can assess: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Is the design right? Is the authorisation complete? And does this code do what it claims?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none of which a tool can evaluate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none is expressible without knowing the intent.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makes review the complement rather than the backstop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is why Project 2 requires it alongside the tooling rather than after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method, rather than scanning.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to read a component adversarially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1. UNDERSTAND THE INTENDED BEHAVIOUR FIRST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you cannot spot a deviation from a specification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you do not have. If none exists, reconstruct it.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2. FIND THE ENTRY POINTS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and rank them by who can reach them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3. FOR EACH, TRACE TO THE DANGEROUS OPERATIONS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allocation, indexing, copying, interpretation,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privilege decisions (Module 01 section 2)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4. AT EVERY STEP, ASK "WHAT IS ASSUMED HERE"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and then whether it is guaranteed on THIS path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5. THEN READ THE ERROR PATHS SPECIFICALLY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they are less tested, less reviewed, and they free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things, skip checks, and return early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6. AND READ THE DIFF'S CONTEXT, NOT JUST THE DIFF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a correct change can break a caller's assumption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Step 5 is the highest-yield single habit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error paths hold a disproportionate share of defects because nothing exercises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questions that find real defects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'What happens if this is zero, negative, empty, maximal, or absent?'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five cases, and one of them is usually unhandled.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'Who checked this, and can this function be called without that check?'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is Module 01 §2's step 4.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'What happens if this fails?'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and whether the caller can distinguish failure from success.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'Who owns this memory, and when is it freed?'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asked of every pointer that crosses a function boundary.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'is this check in the right place?'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 check in the client is not a check (CSCE 701 Module 03 §3).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zero-negative-empty-maximal-absent question is mechanical and finds a great deal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it is worth asking of every numeric and every collection parameter.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only review finds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three categories.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three techniques, and what each sees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Defect kind</a:t>
            </a:r>
          </a:p>
        </p:txBody>
      </p:sp>
      <p:sp>
        <p:nvSpPr>
          <p:cNvPr id="8" name="Rectangle 7"/>
          <p:cNvSpPr/>
          <p:nvPr/>
        </p:nvSpPr>
        <p:spPr>
          <a:xfrm>
            <a:off x="4224528" y="1901952"/>
            <a:ext cx="2011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4256" y="1956816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Static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6208" y="1901952"/>
            <a:ext cx="2011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1956816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Fuzzing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47888" y="1901952"/>
            <a:ext cx="2194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7615" y="19568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Memory safety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24528" y="237744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6" y="2414016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Partly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8" y="237744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414016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47888" y="2377440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7615" y="24140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Partly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Injection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24528" y="2852928"/>
            <a:ext cx="2011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34256" y="2889504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6208" y="2852928"/>
            <a:ext cx="2011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5936" y="2889504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Sometimes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47888" y="2852928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7615" y="2889504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Integer defects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24528" y="3328416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34256" y="3364992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6208" y="3328416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45936" y="3364992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47888" y="3328416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57615" y="3364992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Partly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Concurrency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24528" y="3803904"/>
            <a:ext cx="2011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34256" y="3840480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Poorly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6208" y="3803904"/>
            <a:ext cx="2011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45936" y="3840480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Poorly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47888" y="3803904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57615" y="3840480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Partly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279392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" y="4315968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Missing authorisation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24528" y="4279392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34256" y="4315968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36208" y="4279392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45936" y="4315968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47888" y="4279392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57615" y="4315968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4754879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6656" y="4791455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Logic and design flaws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24528" y="4754879"/>
            <a:ext cx="2011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34256" y="4791455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36208" y="4754879"/>
            <a:ext cx="2011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45936" y="4791455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47888" y="4754879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57615" y="4791455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11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Writing it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So that it gets fixed.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finding gets fixed when it is specific, reachable, and actionable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FORM TO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location, precisely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file and line, and the specific condition rather than 'input validation is weak here'.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path from untrusted input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concretely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because a finding whose reachability is unestablished will be disputed and deferred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correctly.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impact you actually established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in Module 01 §3's honest form — not the worst case you can imagine.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 suggested fix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ideally at the level that prevents recurrence (Module 10 §2) rather than only this instance.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review culture that makes this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Review the change, not the author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is CSCE 701 Module 10 §4's blamelessness, before the incident.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Ask questions rather than assert defects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when you are unsure, because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you are reading without the context the author has.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accept that you will miss things.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Review finds a fraction of what is there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a programme that treats it as a guarantee has misplaced its confidence (Module 13).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Record what you looked for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so the next reviewer does not repeat it and the claim is checkable.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is what makes a review an assessment rather than an opinion.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Recording what you looked for is the practice that turns review into evidence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it is what Module 13 §1 asks you to report.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'Parses untrusted input' and 'decides whether an action is permitted' are the two highest-yield review categories.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Review what tooling cannot see — design, authorisation completeness, and whether the code does what it claims.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Understand the intended behaviour first, because you cannot spot a deviation from a specification you do not have.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Read the error paths specifically: they are less tested, less reviewed, and they free things and return early.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Missing authorisation and logic flaws are found by review and by neither static analysis nor fuzzing.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finding whose reachability is unestablished will be disputed and deferred, correctly.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