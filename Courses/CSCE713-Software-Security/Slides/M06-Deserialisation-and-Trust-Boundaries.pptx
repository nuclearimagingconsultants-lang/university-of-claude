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data-versus-types test is the portable version of the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713 — Software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Deserialisation and Trust Boundaries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Reconstructing objects from hostile 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713 · Module 06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native deserialisation is dangerous.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gadget chains conceptually.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safe alternatives.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SSRF and the confused deputy at this layer.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Audit a trust boundary crossing.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it is dangerous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Because it is code, not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Native deserialisation lets the input choose which types to construct and which methods to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native serialisation format encodes the class as well as the data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input decides what gets instantiated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very large amount of authority to hand to a byte stream.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construction runs code.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Constructors, setters, validation hooks, and finalisers all execute during deserialisation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before your code has seen the resulting object or had any chance to check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attacker's problem reduces to finding a reachable class whose construction or disposal does something useful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in a large dependency tree, such classes exist (Part 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the rule is categorical: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never deserialise untrusted data with a format that encodes types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Java's native serialisation, Python's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pickle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PHP's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unserialize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.NET's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BinaryFormatter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Ruby's Marshal.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GADGETS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Gadget chains, in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'gadget' is a class already present in the application or its dependencies whose deserialisation has a side effect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it writes a file, makes a request, or invokes a method on another object.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chain composes several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so that the side effects add up to something the attacker wants — typically code execution.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 attacker needs no vulnerability in your code.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gadgets are ordinary, correct classes behaving as designed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assembled in an order their authors never considered.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why the dependency tree matters here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adding a library adds gadgets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(CSCE 701 Module 08 §1).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why an allowlist of permitted classes is the only mitigation that works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if you cannot change the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key insight is that no component is buggy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why this defect is invisible to any analysis that examines components individually.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alternatives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to use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Safe deserialisation, in order of preference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BEST: A DATA-ONLY FORMAT, PARSED INTO A KNOWN TYPE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JSON, Protocol Buffers, MessagePack, CBOR --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formats that encode DATA and not TYPES.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Then parse into a type you named in your own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code (Module 04 section 4).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ALSO FINE: A SCHEMA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Protobuf or Avro with a declared schema. The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shape is fixed by your code, not by the input.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IF YOU CANNOT CHANGE THE FORMAT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an allowlist of permitted classes, enforced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during deserialisation -- not a blocklist of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known gadgets, which is always incomplete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AND IN EVERY CASE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authenticate the data before deserialising it,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if it crossed a boundary you control both ends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of (CSCE 711 Module 04) -- a MAC makes the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question of trust answerable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'Encodes data, not types' is the test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and it immediately classifies every format you are likely to encounter.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a MAC turns untrusted data into data you can reason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WHERE YOU CONTROL BOTH 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If you serialised it and you will deserialise it, authenticate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MAC over the serialised bytes, verified before any parsing (CSCE 711 Module 04 §4).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converts 'untrusted input' into 'input we produced'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that is a genuinely different trust category rather than a mitigation.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This is why signed cookies and signed tokens work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why the signature must be verified </a:t>
            </a:r>
            <a:r>
              <a:rPr sz="1600" b="0" i="1">
                <a:solidFill>
                  <a:srgbClr val="141924"/>
                </a:solidFill>
                <a:latin typeface="Georgia"/>
              </a:rPr>
              <a:t>before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the payload is parsed rather than after.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it does not help where the data genuinely comes from elsewhere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third party, a user upload, a message from another organisation — where Part 2's format choice is the only answer.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SSRF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confused deputy at the network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Server-side request forgery: your server fetches a URL the user chose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IT IS SEVERE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request originates inside your network, from a host with your server's network position and credentials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it reaches internal services that are not exposed externally.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confused deputy pattern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701 Module 03 §2):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server acts on its own authority on behalf of a requester who does not hold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cloud metadata endpoint makes it worse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link-local address that returns credentials to any process that asks, which turns an SSRF into credential theft.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defences are: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allowlist of permitted destinations, resolution and validation of the resolved address rather than the hostname, blocking redirects, and egress filtering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701 Module 04 §2).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SSRF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specific pitfalls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Validating the hostname rather than the resolved address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DNS can return an internal address for a name you permitted.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DNS rebinding: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the name resolves to a permitted address when you check and an internal one when you connect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which is Module 05 §3's TOCTTOU at the network layer.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Following redirects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which lets the first response choose the second destination.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Alternative schemes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6" b="0" i="0">
                <a:solidFill>
                  <a:srgbClr val="3C4555"/>
                </a:solidFill>
                <a:latin typeface="Consolas"/>
              </a:rPr>
              <a:t>file: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</a:t>
            </a:r>
            <a:r>
              <a:rPr sz="1656" b="0" i="0">
                <a:solidFill>
                  <a:srgbClr val="3C4555"/>
                </a:solidFill>
                <a:latin typeface="Consolas"/>
              </a:rPr>
              <a:t>gopher: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and others, which reach things HTTP does not.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IPv6, decimal, and octal address encodings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which defeat textual filters.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DNS rebinding is the pitfall that makes address-checking insufficient on its own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the robust answer is to connect to a validated address directly, not to a 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Auditing a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general method.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Questions to ask at every trust boundary crossing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What format is the data in, and does that format encode types or behaviour?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Is it authenticated, and is the authentication verified before parsing?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What type does it become, and was that type named by my code or by the input?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What does the parsing itself do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allocate based on a declared length, decompress, construct objects, resolve references?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whose authority is used to act on it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the requester's or the process's? (Part 3's confused deputy.)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last question generalises this whole module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deserialisation and SSRF are both the same error: acting with your own authority on a requester's instruction.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Native serialisation encodes types, so the input chooses what to construct, and construction runs code before you see the object.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gadget chain uses ordinary, correct classes assembled in an order their authors never considered — no component is buggy.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'Encodes data, not types' is the test that classifies every serialisation format you will meet.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 MAC verified before parsing converts untrusted input into input you produced, which is a different trust category.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SSRF is the confused deputy at the network layer, and the cloud metadata endpoint turns it into credential theft.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DNS rebinding defeats address checking, so connect to a validated address rather than to a 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