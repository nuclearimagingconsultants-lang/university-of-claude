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measurability asymmetry explains industry 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directly to CSCE 605's dataflow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Static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it finds, and what it cannot.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soundness and completeness trade.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taint analysis and its precision limits.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Triage findings systematically.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a custom query for a project-specific rule.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Deploy analysis so that it is actually 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Forced by undecidability.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Rice's theorem forces every analyser to choose which way to be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THEORETICAL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CSCE 627 established that every non-trivial semantic property of programs is undecidable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no analyser can decide, for all programs, whether a given defect is present.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each tool must choose: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report everything possible and accept false positives (sound), or report only what it is confident about and accept false negatives (unsound).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in practice nearly every usable tool chooses unsound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sound analyser on real code produces more warnings than anyone will read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makes it unsound in effect.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framing is: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static analyser is a heuristic defect finder with a configurable precision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not a verifier, and 'the analyser passed' establishes very little (Module 13).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two failure modes, and what each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False positive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42976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False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Reported, not a defect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4297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defect, not reported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Triage time, and lost credibility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42976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shipped vulnerability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Failure mode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tool gets ignored or disabled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4297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False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Tolerable rate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Low — maybe one in five findings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42976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40782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Unknown, which is the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Taint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technique that maps onto this course's defects.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model, and where precision is lost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SOURCES     where untrusted data enters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SINKS       where it must not arrive unvalidated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SANITISERS  what makes it safe in between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The analyser propagates "tainted" from sources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through assignments and calls, and reports any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tainted value reaching a sink.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WHERE PRECISION IS LOST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aliasing      two names for one object; the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     analyser must guess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containers    taint one element, and most tools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     taint the whole collection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reflection    the call target is not statically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     known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callbacks     and function pointers, same problem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cross-language and any boundary the tool cannot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          follow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WHICH IS WHY findings cluster in dynamic code, and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why the sanitiser list needs project-specific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configuration (Part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Aliasing is the fundamental precision limit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precise alias analysis is itself undecidable, so every tool approximates.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classes static analysis finds well, and which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SETTING EXPECTATIONS CORRECTLY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Found well: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integer defects with a short source-to-sink path (Module 03), injection with a recognisable sink (Module 04), use of a known-dangerous function, and missing error checks.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Found poorly: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use-after-free across functions, concurrency defects (Module 05 §4), and anything requiring the tool to know a project-specific invariant.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Not found at all: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missing authorisation, logic errors, and design flaws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tool does not know what the program was supposed to do.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pair it with fuzzing, which has the opposite profile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08)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with review, which is the only method that addresses the third category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work that determines whether this succeeds.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to triage without drowning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Start with one rule, not the whole ruleset.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Enable the highest-confidence check, fix every instance, then add the next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the only approach that works on an existing codebase.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Baseline the existing findings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fail the build only on new ones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the tool constrains new code immediately rather than after a cleanup project.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Record a reason for every dismissal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in the code as a suppression with a comment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'probably fine' is not a triage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measure the per-rule true positive rate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then disable the rules that never find anything (CSCE 701 Module 09 §3).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same discipline as alert tuning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because it is the same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Baseline plus fail-on-new is the deployment pattern that works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it avoids the cleanup project that kills most adoptions.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Custom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the real value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highest-value rules are the ones only you can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CUSTOM QUERIES MATTER MORE THAN THE DEFAULTS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built-in rules encode general knowledge, which every project shares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they find the general defects and have usually already been run by somebody else.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Your project-specific invariants are not in any ruleset: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'every handler must call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check_permission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first', 'this function must never be called with a raw path', 'all queries go through this wrapper'.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those are exactly the rules that prevent the defect you just fixed from recurring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right trigger for writing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practice is: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after fixing a defect, ask whether a query could have found it, and write that query into CI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converts an incident into a permanent guarantee.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Making it stick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Run it in CI on every change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report findings on the diff rather than on the whole tree.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Report into the review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where the author is already thinking about that code — rather than into a dashboard nobody opens.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Keep the run fast enough not to be skipped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frequently means a quick ruleset per change and the full one nightly.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own the rules.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ruleset nobody is responsible for tuning degrades into noise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within a year.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CSCE 701 Module 11's compliance budget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the tool spends developer attention, and the budget is finite.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Findings in the review rather than in a dashboard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is the single change that most improves whether static analysis has any effect.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Rice's theorem forces every analyser to choose between false positives and false negatives, and usable tools nearly all choose unsound.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You can measure the false positive rate and cannot measure the false negative rate, so pressure always runs toward quieter tools.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Aliasing is the fundamental precision limit, because precise alias analysis is itself undecidable.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Static analysis finds short-path integer and injection defects well and finds missing authorisation not at all.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Baseline the existing findings and fail the build only on new ones — the deployment pattern that avoids a cleanup project.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highest-value rules are your project-specific invariants, which are in no vendor's ruleset.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