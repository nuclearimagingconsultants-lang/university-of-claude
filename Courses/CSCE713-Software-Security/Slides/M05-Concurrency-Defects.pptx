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constraint-based fix is the one practitioners forget.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Concurrency Defects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Races with security consequences.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data races and their undefined behaviour.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atomicity violations above the data race level.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time-of-check-to-time-of-use.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these are hard to find and to fix.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Identify the security-relevant races in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Data 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low-level case, and what it actually costs.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data race is undefined behaviour, not merely a wrong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IT IS WORSE THAN IT LOOKS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Two threads accessing the same location concurrently, at least one writing, with no synchronisation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in C, C++, and Rust's unsafe subset this is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undefined behaviour rather than an unspecified result.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compiler may assume it does not happen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may cache a value in a register, reorder the accesses, or split a write into two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none of which your reasoning accounted for.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a torn pointer or a half-updated length is possible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immediately a memory safety problem (Module 02) rather than a logic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practical consequence is severity: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race on a size field, a reference count, or a state machine variable produces exactly the defects of Modules 02 and 03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a different route.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patterns that produce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reference count updated without atomics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which produces double free or premature free, and is a classic source of use-after-free.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Lazy initialisation without synchronisation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the double-checked locking pattern, which is wrong without the right memory ordering.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shared cache or buffer reused across requests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leaks one user's data to another — a confidentiality defect from a concurrency bug.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Signal handlers touching non-atomic state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is a race with yourself.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</a:t>
            </a:r>
            <a:r>
              <a:rPr sz="1656" b="1" i="0">
                <a:solidFill>
                  <a:srgbClr val="3C4555"/>
                </a:solidFill>
                <a:latin typeface="Consolas"/>
              </a:rPr>
              <a:t>fork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 in a threaded program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inherits locks in arbitrary states.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shared-buffer case is the one with the most surprising impact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it is a cross-user data disclosure that looks like a performance optimisation.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Atomicity violations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Correct locking, wrong granularity.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individual access can be synchronised and the sequence still be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LEVEL ABOVE DATA 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Check the balance under a lock, release it, then deduct under the lock again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 data race, and the balance may have changed in between.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invariant spans more than one operation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lock has to span the invariant rather than each access — which is a design question that no race detector asks.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this is the security-relevant case in managed languages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where data races are prevented by the runtime and atomicity violations are 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makes it the harder class to find: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ThreadSanitizer finds data races and does not know what your invariant was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09 §3).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SHAPES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shapes to recognise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CHECK-THEN-ACT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if (balance &gt;= amount)     // lock held, released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balance -= amount;     // lock taken again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The gap is the defect.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READ-MODIFY-WRITE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x = get(); x++; set(x);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Two updates interleave; one is lost.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DOUBLE SPEND / DOUBLE REDEEM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the same voucher, request, or token processed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twice because the "already used" check and the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marking are not atomic. Very common in web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applications, and a direct financial defect.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AND THE FIXES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hold the lock across the whole invariant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or use a single atomic operation (compare-and-swap)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or make the operation idempotent, so a repeat is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harmless (CSCE 678 Module 07)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or enforce uniqueness in the database with a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constraint, which is atomic for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database constraint is the underrated fix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 unique index makes double redemption impossible without any application locking.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TOCTTOU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filesystem case, and the general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property checked and then relied upon may change in between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TIME-OF-CHECK-TO-TIME-OF-USE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Check that a path is not a symbolic link, then open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an adversary who can replace the path between the two operations defeats the check entirely.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generalises beyond files: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check a permission then act, check a quota then allocate, validate a URL then fetch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all the same shape.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fix is to make the check and the use one operation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open the file and then inspect the descriptor, use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openat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with the right flags, or hold a lock across both.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general principle: operate on the handle, not on the name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the name is a lookup that can resolve differently next time, and the handle is the thing you actually checked.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they are hard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actually helps.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DIFFICULTY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these resist the usual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They are non-deterministic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so a test that passes proves nothing and a failure may not reproduce.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They are timing-dependent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so they appear under load and in production rather than on a developer's machine.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Fuzzing finds them poorly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because the input space that matters is the </a:t>
            </a:r>
            <a:r>
              <a:rPr sz="1700" b="0" i="1">
                <a:solidFill>
                  <a:srgbClr val="3C4555"/>
                </a:solidFill>
                <a:latin typeface="Calibri"/>
              </a:rPr>
              <a:t>interleaving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rather than the data (Module 08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And static analysis finds them poorly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because it requires reasoning about all interleavings, which is where CSCE 627's undecidability bites hardest.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What helps: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ThreadSanitizer, stress testing with artificial delays, and reducing shared mutable state so there is less to get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Reducing shared mutable state is the structural answer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message passing and immutability remove the class rather than detecting instances of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what a safe language does and does not prevent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STATING IT PRECISELY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Rust's ownership system prevents data races in safe code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real and unusual guarantee, and it covers Part 1 entirely.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does not prevent atomicity violations, deadlocks, or TOCTTOU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those are logic defects, and the type system does not know your invariant.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managed languages prevent torn values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therefore the memory-unsafe consequences, while leaving every logical race intact.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claim is 'no data races in safe code', and Parts 2 and 3 remain your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same shape of claim as Module 02 §4's and is worth stating with the same precision.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data race is undefined behaviour, so the compiler may cache, reorder, or split accesses — producing torn pointers and lengths.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race on a size field or a reference count produces the defects of Modules 02 and 03 by a different route.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Every individual access can be synchronised and the sequence still be wrong, which is the atomicity violation level.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unique database constraint is the underrated fix for double redemption — atomic without any application locking.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Operate on the handle rather than the name, because the name is a lookup that can resolve differently next time.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Rust prevents data races in safe code and does not prevent atomicity violations, deadlocks, or TOCTTOU.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