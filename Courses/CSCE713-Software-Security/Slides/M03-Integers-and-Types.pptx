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all three to the same downstream consequence.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module's single most useful artefact.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Integers and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Arithmetic that does not behave like arithmetic.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03 of 8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overflow, truncation, and sign confusion.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integer promotion and its surprises.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these become memory safety defects.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type confusion and its mechanism.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arithmetic that cannot overflow silently.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Three failures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of which defeats a correct-looking check.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three integer failures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Failure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Mechanism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Typical consequence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Overflow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result exceeds the type's range and wraps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small allocation for a large copy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Truncation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Assigned to a narrower type; high bits lost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large length becomes small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 confusion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Signed value reinterpreted as unsigned, or vice versa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 negative length becomes enormous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canonical defect, in four lines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size_t n = read_count_from_input();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buf = malloc(n * sizeof(item));   // may overflow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for (i = 0; i &lt; n; i++)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buf[i] = read_item();          // writes past end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WHAT HAPPENS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n is large enough that n * sizeof(item) wraps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malloc succeeds with a SMALL allocation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the loop writes n items into it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AND THE CHECK THAT DOES NOT HELP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if (n * sizeof(item) &gt; LIMIT) return;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-- the multiplication overflows BEFORE the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comparison, so the check sees the wrapped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   value and passes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THE FIX: check the operands, not the result.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if (n &gt; LIMIT / sizeof(item)) return;</a:t>
            </a:r>
          </a:p>
          <a:p>
            <a:pPr algn="l">
              <a:lnSpc>
                <a:spcPct val="105000"/>
              </a:lnSpc>
            </a:pPr>
            <a:r>
              <a:rPr sz="1128" b="0" i="0">
                <a:solidFill>
                  <a:srgbClr val="E4E8EF"/>
                </a:solidFill>
                <a:latin typeface="Consolas"/>
              </a:rPr>
              <a:t>      or use a checked-arithmetic helper.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'Check the operands, not the result' is the whole rule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because the result has already been corrupted by the time you see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Promotion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language rules that surprise people.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 promotes small types to int, and compares signed against unsigned by converting to unsigned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RULES WORTH MEMORISING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Any type smaller than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int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promoted to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int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before arithmetic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char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arithmetic happens at int width and overflows differently than you expect.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in a comparison between a signed and an unsigned type of the same width, the signed value is converted to unsigned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-1 &lt; 1u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false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breaks the obvious defensive check.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if (len &lt; 0 || len &gt; max)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with an unsigned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len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has a first clause the compiler may remove entirely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it cannot be true.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signed overflow is undefined behaviour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compiler may optimise on the assumption that it cannot happen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has removed real overflow checks from real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Writing arithmetic that cannot fail silently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Use checked arithmetic.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Compiler builtins, </a:t>
            </a:r>
            <a:r>
              <a:rPr sz="1610" b="1" i="0">
                <a:solidFill>
                  <a:srgbClr val="3C4555"/>
                </a:solidFill>
                <a:latin typeface="Consolas"/>
              </a:rPr>
              <a:t>size_t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-safe helpers, or a safe-numerics library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and in Rust, the checked and saturating methods rather than the bare operators.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Check the operands against the limit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as in Part 1 — never the computed result.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Prefer unsigned for sizes and be consistent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there is no signed-unsigned comparison to get wrong.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Enable the sanitiser.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UndefinedBehaviorSanitizer catches signed overflow at runtime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and the unsigned overflow check can be enabled separately (Module 09 §2).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treat every arithmetic operation on a value from input as a review trigger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particularly multiplications feeding an allocation.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Multiplication feeding an allocation is the single highest-yield pattern to grep for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is the shape of the canonical defect.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it becomes memory unsafety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composition that makes it severe.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 integer defect is a vulnerability when the number becomes a size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On its own, a wrapped integer is a wrong answer.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becomes a memory safety defect when the wrong answer is used as an allocation size, a copy length, or an index.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dangerous sinks are specific and enumerable: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malloc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1" i="0">
                <a:solidFill>
                  <a:srgbClr val="141924"/>
                </a:solidFill>
                <a:latin typeface="Consolas"/>
              </a:rPr>
              <a:t>memcpy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, array indexing, loop bounds, and pointer arithmetic.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makes this a taint analysis with a short sink list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from input, through arithmetic, to a size — and that is exactly what a static analyser does reasonably well (Module 07 §2).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integers get their own module rather than a paragraph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arithmetic is where the check is defeated, and the memory defect is merely where it surfaces.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Type confusion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Accessing memory as the wrong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Type confusion means the program interprets bytes as a type they are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MECHANISM, AND WHERE IT ARISES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downcast to the wrong class, a union read through the wrong member, or a pointer cast that was never valid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after which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field offsets, vtable pointers, and lengths are all read from the wrong places.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severe because a vtable pointer read from attacker-controlled data is control of execution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because a length field read from the wrong offset defeats every bounds check downstream.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common sources 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unchecked downcasts, tagged unions whose tag is not consulted, deserialisation producing an unexpected type (Module 06), and language runtimes with dynamic types.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fix is to make the invalid interpretation unrepresentable: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checked casts, a sum type the compiler forces you to match on, and a parser that produces a validated type rather than a generic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look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multiplication or addition on an input-derived value that reaches an allocation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the canonical pattern.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comparison mixing signed and unsigned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any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&lt; 0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check on an unsigned value.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assignment from a wider to a narrower integer type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especially of a length.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Any cast between pointer types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any downcast without a check.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any union or tagged variant whose tag is read in one place and not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All five are mechanically greppable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and the compiler will warn about two of them if you let it — which is Module 12 §2's argument.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Overflow, truncation, and sign confusion all produce the same outcome: a length check that passes and a copy that does not fit.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Check the operands against the limit, never the computed result, because the result has already been corrupted.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In C, -1 &lt; 1u is false, and an unsigned value's &lt; 0 check may be removed by the compiler entirely.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Signed overflow is undefined behaviour, so the compiler may optimise assuming it cannot happen — which has deleted real checks.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An integer defect becomes a vulnerability when the wrong number is used as an allocation size, a copy length, or an index.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Type confusion is severe because a vtable pointer read from attacker-controlled data is control of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