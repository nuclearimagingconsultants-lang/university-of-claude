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stops/bypassed pairing is what makes this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Verifying the binary is the step people skip.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713 — Software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Exploit Mitigations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to do when the defect is already shipped.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713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each mitigation and what it stops.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each has been bypassed.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cost of each.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compiler hardening you should already enable.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Assess a binary's mitigations.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Raise the cost, since the defects remain.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Mitigations do not fix defects; they make exploitation expensive and unreliable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FRAMING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Every mitigation in this module leaves the defect present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overflow still overflows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makes the step from defect to control of execution harder.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worth a great deal.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exploit that requires an information leak, works one time in ten, and breaks on the next release is a very different proposition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from one that works reliably.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worth being clear about the arithmetic: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mitigations shift effort from the defender to the attacker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opposite direction to most of CSCE 701 Module 01's asymmetry.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none of them is a substitute for not having the defect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every one has been bypassed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Part 2 covers rather than omits.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mitigations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each stops, and how each is bypassed.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MITIGATIONS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Stops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934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031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Bypassed by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Stack canary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Sequential stack overflow reaching the return address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934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031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Leaking the canary; non-sequential writes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Non-executable memory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Executing injected shellcode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934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031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Reusing existing code (ROP)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ASLR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Knowing where anything 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934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031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An address leak; low entropy; partial overwrite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CFI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Indirect calls to unintended targets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934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031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Targets within the permitted set; data-only attacks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Shadow stack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Return address corruption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934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031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Forward-edge attacks, which it does not cover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Allocator hardening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Reliable heap layout control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93408" y="4754879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03136" y="4791455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Patience, and leaks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historical sequence is instructive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EACH MITIGATION CREATED THE NEXT TECHNIQUE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Non-executable memory made injected shellcode useless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attackers reused code already present in the process, which is return-oriented programming.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ASLR made the addresses of that code unknown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attackers added an information leak as a first stage, which is why an out-of-bounds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read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now valuable (Module 02 §2).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Control-flow integrity constrained indirect calls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attackers moved to data-only attacks, corrupting values rather than pointers.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CSCE 701 Module 01's asymmetry running in reverse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each defence closed a technique and the attacker needed only one remaining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cost went up each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Hardening you should already have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Free, and frequently off.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build configuration to adopt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-D_FORTIFY_SOURCE=3        bounds-checked string and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             memory functions where the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             size is known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-fstack-protector-strong   stack canaries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-fstack-clash-protection   stack probing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-Wl,-z,relro,-z,now        read-only relocations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-fPIE -pie                 position independent, so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             ASLR applies to the main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             binary too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-fcf-protection            hardware CFI on x86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-D_GLIBCXX_ASSERTIONS      bounds-checked C++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                    containers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AND THE WARNINGS AS ERRORS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-Wall -Wextra -Werror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-Wformat=2 -Wconversion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CHECK WHAT YOU SHIPPED, not what you configured --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use checksec or hardening-check on the artefact.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Check the artefact rather than the build configuration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 flag in one makefile and a library built without it is the common case.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each costs, honestly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Most of the list above costs under a few percent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several cost nothing measurable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which makes leaving them off a decision rather than a trade-off.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FORTIFY_SOURCE and container assertions can cost more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in allocation-heavy or string-heavy code, so measure.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CFI costs real performance and code size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requires whole-program or link-time visibility.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PIE historically cost a little on 32-bit x86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and costs essentially nothing now.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So the honest position: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enable the cheap set unconditionally, and measure the rest against your own workload.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cheap set is free security and is off by default in a great many build systems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makes checking it a high-yield afternoon.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Perspective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mitigations are and are not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Mitigations buy time; safe languages and tooling remove the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Enable every mitigation you can afford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is cheap, it applies to code you cannot change, and it degrades the reliability of exploits against defects you do not know about.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do not mistake that for a solution.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defect is still there, and a sufficiently motivated adversary gets through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published record is unambiguous on this.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ordering is: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eliminate the class where you can (Module 02 §4), find the instances with tooling (Modules 07–09), and mitigate what remains.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proportionate position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mitigations are the last layer rather than the strategy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 programme that consists only of hardening flags has not started.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Mitigations leave the defect present and make the step from defect to execution control harder, which is worth a great deal and is not a fix.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Each mitigation removes one technique and the attacker moves to the next, which is why they are deployed in combination.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Non-executable memory produced ROP, ASLR made information leaks valuable, and CFI produced data-only attacks.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Check what you shipped rather than what you configured — a flag in one makefile and a library built without it is the common case.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Most hardening flags cost under a few percent and several cost nothing, so leaving them off is a decision rather than a trade-off.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Mitigations are the last layer rather than the strategy, and a programme consisting only of hardening flags has not started.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