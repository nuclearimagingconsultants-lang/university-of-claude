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four-step method is the course's core practical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over-weight the primitive and under-weight reachability.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713 — Software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Why Software Has Vulnerabilities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Ordinary bugs with an adversary attached.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713 · Module 01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distinguishes a vulnerability from a bug.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input and trust boundary framing.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makes a defect severe.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course's authorisation constraint.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Assess a defect's exploitability honestly.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distinction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about the adversary, not the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vulnerability is a bug that an adversary can reach and benefit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DEFINITION, AND WHAT FOLLOWS FROM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code defect is the same.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What makes it a vulnerability is that an untrusted party can influence the input that triggers it, and gains something when it fires.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three things are required: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defect, a path from attacker-controlled input to that defect, and a consequence the attacker wants.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Remove any one and you have a bug.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means the same defect differs in severity by context.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buffer overflow in a parser reading network data is critical; the identical code reading a compile-time constant is a latent defect.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means the techniques that find correctness defects find vulnerabilities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difference is in what you treat as an input and who you imagine supplying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whole of Part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defects exist at all,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language permits it.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C and C++ make memory errors expressible, and a language that does not make them expressible does not have them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02 §4).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interface invites it.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 API that can be called wrongly will be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is CSCE 711 Module 01 §4's misuse-resistance argument, in a general form.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assumption was undocumented.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function that requires its input to be validated, and does not say so, will eventually be called with unvalidated input.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composition was never considered.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Two components each correct in isolation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with incompatible assumptions at the seam.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the code outlived its context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written for a trusted caller, later exposed to a network.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Note what is not on this list: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programmer carelessness. </a:t>
            </a:r>
            <a:r>
              <a:rPr sz="1050" b="1" i="1">
                <a:solidFill>
                  <a:srgbClr val="798290"/>
                </a:solidFill>
                <a:latin typeface="Calibri"/>
              </a:rPr>
              <a:t>The defect classes recur across decades and across highly capable teams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, which makes them a property of the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Inputs and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framing that finds defects.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Your input surface is larger than the parameters of your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ENUMERATION THAT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Obvious inputs: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network requests, files, command arguments, environment variables, standard input.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Less obvious: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filenames, file metadata, database contents, another service's response, a configuration file, a message queue, the system clock, and the contents of a directory.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one most often missed: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data your own system wrote earlier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attacker-controlled if the attacker could influence what was stored, and is then trusted on read.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question for every piece of data is 'who could have influenced this, and what did we assume about it'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CSCE 701 Module 01's trust boundary analysis, applied at function granularity.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How to find the reachable defects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1. ENUMERATE THE ENTRY POINTS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everywhere untrusted data enters the program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2. TRACE EACH ONE FORWARD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where does it go? what parses it? what indexes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with it? what allocates based on it? what is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interpreted by something downstream?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3. AT EVERY USE, ASK WHAT WAS ASSUMED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a length that fits, a non-null pointer, a valid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UTF-8 string, a number in range, a path without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"..", a trusted serialised object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4. THEN ASK WHETHER THE ASSUMPTION IS CHECKED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and specifically, checked on THIS path -- a check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on one call site does not protect another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THIS IS TAINT ANALYSIS DONE BY HAND, and Module 07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automates it imperfectly. Doing it manually first is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what makes the tool's output readable.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Step 4's 'on this path' is where real defects hide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the validation exists, and one caller bypasses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Severity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not the same as interest.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SEVERITY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actually determines severity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Factor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The question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1901952"/>
            <a:ext cx="4663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4576" y="1956816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Reachability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Can untrusted input get there?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2377440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2414016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Unreachable means not a vulnerability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Pre-authentication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Before any login?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2852928"/>
            <a:ext cx="4663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2889504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single largest severity multiplier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Primitive gained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4436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Crash, read, write, or execution?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4848" y="3328416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6" y="3364992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 write is far worse than a read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Privilege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409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What does the process hold?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3803904"/>
            <a:ext cx="4663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94576" y="3840480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Least privilege bounds the damage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Reliability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4436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5409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Deterministic or racy?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4848" y="4279392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94576" y="4315968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Affects practical exploitability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be honest about exploitability in both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JUDGEMENT TO DEVELOP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Overclaiming wastes effort.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crash is not automatically code execution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modern mitigations (Module 12) make many memory defects very hard to exploit, and treating every crash as critical exhausts the budget.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underclaiming is worse.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'Just a crash' has repeatedly turned out to be exploitable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once somebody capable spent a week on it, and 'not exploitable' is a claim requiring real analysis.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position is to state what you established: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'reachable from unauthenticated input, causes an out-of-bounds write of attacker-controlled length, exploitability not analysed'.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program's rule arriving in Module 01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defect report in that form is actionable, while 'critical RCE' and 'low, just a crash' both require the reader to redo your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not negotiable.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Your own code, and deliberately vulnerable targets. Nothing else.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PROFESSIONAL AND LEGAL CONSTRAINT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Every exercise in this course is performed on code you own or on a training target built for the purpose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Juice Shop, WebGoat, the fuzzer test suite, your own projects.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Testing systems you are not authorised to test is unlawful in most jurisdictions regardless of intent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absence of harm is not a defence.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when you find a defect in software you use, disclose it responsibly: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report privately, allow time to fix, and coordinate publication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13 §2).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This constraint is the same one CSCE 701 states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applies to Project 2, where you will assess a real project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fuzzing your own build of open-source software is fine, and probing somebody's deployment is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ORIENTATION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this course covers, and in what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Modules 02–06: the defect classes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memory safety, integers and types, injection, concurrency, and deserialisation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together account for the severe-defect data.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Modules 07–09: the techniques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static analysis, fuzzing, and sanitisers,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with their theoretical limits stated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(CSCE 627).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Modules 10–12: the practice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lifecycle, review, and the mitigations you rely on when the defect is already shipped.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Module 13: what an assessment establishes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the course's closing position.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ordering is deliberate: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you cannot read a tool's output without knowing the classes it is looking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Defect classes before tooling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because a static analyser's findings are unreadable to someone who does not already know what a use-after-free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vulnerability requires three things: a defect, a path from attacker-controlled input, and a consequence the attacker wants.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same defect differs in severity by context, so a parser reading network data and one reading a constant are not comparable.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Defects exist because languages permit them, interfaces invite them, assumptions go undocumented, and code outlives its context.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Your input surface includes filenames, database contents, another service's response, and data your own system wrote earlier.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Pre-authentication reachability is the single largest severity multiplier, and it is systematically under-weighted.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State what you established — 'out-of-bounds write, exploitability not analysed' beats both 'critical RCE' and 'just a crash'.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713 · Software Security  —  Module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