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Spatial versus temporal is the organising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wrong-buffer case is the one reviewers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Iterator invalidation makes the class feel less exotic.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Memory 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class that dominates the severe-defect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02 of 8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spatial and temporal safety violations.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each major class and its mechanism.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stack and heap cases differ.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safe languages actually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Find these defects in code you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Spatial and temporal, which need different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kinds, and the classes under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Spatial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Access outside the object's bounds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Buffer overflow and underflow, OOB read/write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Temporal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Access outside the object's lifetime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Use-after-free, double free, dangling pointer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Initialisation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Read before any 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Uninitialised memory disclosure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Type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Access as the wrong 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Type confusion (Module 03 §4)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Temporal safety is the harder problem, which is why it was solved later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THESE ARE NOT ONE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bounds check is local.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need the object's size and the index, both available at the point of access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compiler or a runtime can insert the check mechanically.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Lifetime is not local.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Whether a pointer is still valid depends on what happened elsewhere in the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possibly in another thread, possibly through several aliases.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temporal safety needs either a runtime cost (garbage collection, reference counting) or a static discipline (ownership and borrowing)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both are substantial design commitments.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why use-after-free is now the dominant class in mature C++ codebases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spatial defects were largely found by tooling, and the temporal ones were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Mechanism by mechanism.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SPATIAL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spatial classes, and what each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BUFFER OVERFLOW (write past the end)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overwrites whatever follows: other variables, a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saved return address, heap metadata, a function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pointer. The classic, and still common.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OUT-OF-BOUNDS READ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discloses adjacent memory -- which may be another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user's data, a key, or a pointer that defeats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address randomisation (Module 12)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OFF-BY-ONE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single byte past the end. Enough to corrupt a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length field, a null terminator, or the low byte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of a pointer.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UNDERFLOW / NEGATIVE INDEX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signed index that went below zero, usually from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 integer defect (Module 03)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THE COMMON CAUSES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length taken from the input and trusted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size computed with an overflow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string function with no bound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and a check that used the wrong buffer's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'A check that used the wrong buffer's size' is underrated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survives review because the check is visibly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TEMPORAL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temporal classes, and why they are exploitable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USE-AFTER-FREE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allocator may have reissued that memory to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someone else. An attacker who controls an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allocation between the free and the use controls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what the stale pointer now points at.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DOUBLE FREE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corrupts allocator metadata, which is itself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write primitive in many allocators.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DANGLING POINTER TO THE STACK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returning a pointer to a local, or keeping one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after the frame is gone. The memory is reused by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next call.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PATTERNS THAT PRODUCE THEM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 error path that frees and then continues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two owners with unclear responsibility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cached pointer that outlives its object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container reallocating while a pointer into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is held -- iterator invalidation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a callback that fires after teardown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Iterator invalidation is the one that looks like ordinary code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push_back during iteration is a use-after-free with no free in 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Stack and heap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Different layouts, different consequences.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two regions behave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stack holds return addresses and saved registers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an overflow there historically gave direct control of execution — which is why stack canaries exist (Module 12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stack is also predictable in layout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made the classic attack reliable, and which address randomisation partly addresses.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heap holds allocator metadata and other objects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so a heap overflow corrupts a neighbour,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attacker's work is in arranging which neighbour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why heap exploitation is about allocation control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rather than about the overflow itself — and why allocator hardening is a real mitigation.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both are now substantially mitigated rather than fixed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Module 12 treats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shift from stack to heap defects over two decades was driven by mitigations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stack was hardened first, so the attention moved.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safe languages give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including the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memory-safe language eliminates the class rather than reducing the defect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ARGUMENT, STATED ACCURATELY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Rust, Go, Java, Python, and C# do not have exploitable buffer overflows or use-after-free in safe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not fewer, but structurally none, because the error is not expressible.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evidence is strong: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large projects report that memory safety accounted for the majority of their severe vulnerabilities, and that new code in a safe language contributes essentially none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gaps are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unsafe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blocks, foreign function interfaces, the runtime itself, and logic defects which are entirely unaffected.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claim is narrow and still large: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'eliminates this class in safe code' — which is most of the severe-defect data and is not all of security.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do in C and C++ meanwhile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Run the sanitisers in CI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09)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AddressSanitizer finds most spatial and many temporal defects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is the single highest-value change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Fuzz the parsers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08), because that is where attacker-controlled input meets manual memory handling.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the containers and smart pointers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treat raw pointer arithmetic as a review trigger.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Enable the compiler's hardening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bounds-checked standard library modes, and the warnings as errors.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write new components in a safe language where the interface permits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incremental version of the argument above.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Sanitisers in CI plus fuzzing the parsers is the highest-yield pair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both are achievable without rewriting anything.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Spatial violations breach bounds and temporal ones breach lifetime, and the two need different fixes.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bounds check is local and a lifetime check is not, which is why temporal safety was solved later and why use-after-free now dominates.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check that used the wrong buffer's size survives review because the check is visibly present.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Iterator invalidation is a use-after-free with no free in sight, which is why it looks like ordinary code.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Heap exploitation is about controlling allocation rather than about the overflow, which is why allocator hardening matters.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safe language eliminates the class in safe code rather than reducing a rate — a narrow claim that covers most severe defects.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