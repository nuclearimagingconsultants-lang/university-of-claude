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tension here is exactly what motivates Pratt parsing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formal condition directly to the code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debugging property is a real and underrated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writing out the left/right asymmetry explicitly — it is the part people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Parsing I: Top-Down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Grammars, and the parser you write by 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an unambiguous context-free grammar.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FIRST and FOLLOW sets and test for LL(1).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recursive-descent parser.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expression precedence with Pratt parsing.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Produce error messages and recover to parse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Grammars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two problems with the obvious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GRAMMARS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Ambiguity, and removing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OBVIOUS GRAMMAR, which is AMBIGUOUS: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 -&gt; E + E | E * E | ( E ) | num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"1 + 2 * 3" has TWO parse trees.  Nothing in the grammar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says which. Ambiguity is a property of the GRAMMAR, not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of the language -- the language is fine.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STRATIFY BY PRECEDENCE, one level per nonterminal: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 -&gt; E + T | T            (+ is lowest, left-associative)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 -&gt; T * F | F            (* binds tighter)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 -&gt; ( E ) | num          (atoms)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Now "1 + 2 * 3" has exactly one tree. Left recursion in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 -&gt; E + T encodes LEFT associativity, which is what we want.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BUT left recursion makes a top-down parser loop forever: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parse_E() calls parse_E() with no input consumed.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ELIMINATE IT: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  -&gt; T E'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E' -&gt; + T E' | epsilon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Now LL(1)-parseable -- and the tree it builds is RIGHT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leaning, so the parser must re-associate while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Three separate problems: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ambiguity, left recursion, and associativity — and fixing the first two damages the third.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Ambiguity is a property of the grammar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PEOPLE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language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a set of strings.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grammar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one way of describing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ambiguous grammar gives some string two parse trees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but the same language usually has an unambiguous grammar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ambiguity is usually fixable by rewriting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above with precedence stratification.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Though some languages are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inherently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ambiguous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unambiguous grammar at all — and whether a given grammar is ambiguous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parser generators report conflicts rather than proving absence.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LL(1)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one token of lookahead suffices.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FIRST, FOLLOW, and the LL(1)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FIRST(α) = tokens that can begin a string derived from 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Including ε if α can derive the empty string.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FOLLOW(A) = tokens that can appear right after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Needed to decide when to take an ε production.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LL(1) ⟺ for every pair of productions A → α | β:  FIRST(α) ∩ FIRST(β) = 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And if β ⇒* ε, also FIRST(α) ∩ FOLLOW(A) = 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condition says: one token always determines which production to take.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is exactly what a recursive-descent parser needs.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RECURSIVE 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function per nonterminal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The grammar IS the code. Each nonterminal becomes a function;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each production becomes a branch; each symbol becomes a call.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Node* parse_statement() {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switch (peek().kind) {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case TOK_IF:     return parse_if();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case TOK_WHILE:  return parse_while();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case TOK_RETURN: return parse_return();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case TOK_LBRACE: return parse_block();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default:         return parse_expr_statement();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Node* parse_if() {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Span s = expect(TOK_IF).span;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expect(TOK_LPAREN);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Node* cond = parse_expr();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expect(TOK_RPAREN);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Node* then = parse_statement();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Node* els  = match(TOK_ELSE) ? parse_statement() : nullptr;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return make_if(cond, then, els, s.to(prev().span));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Readable, debuggable, and the error messages are yours to write.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call stack is the parse tree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a stack trace from a recursive-descent parser is actually informative.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Pratt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Expressions, without the grammar gymnastics.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Precedence climbing handles expressions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 TO ACTUALLY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Stratifying a grammar by precedence needs one nonterminal per level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fifteen levels in C means fifteen functions that do almost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Pratt parsing replaces all of them with one function and a 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operator has a binding power; the parser loops while the next operator binds tighter than the current minimum.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Associativity falls out of asymmetric binding powers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left-associative operators recurse with a slightly higher minimum, right-associative with the same.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new operators are a table entry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new nonterminal.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what most hand-written compilers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whole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Node* parse_expr(int min_bp)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Node* lhs = parse_prefix();           // literal, ident, unary, (expr)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for (;;)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Op op = peek_operator();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if (!op || left_bp(op) &lt; min_bp) break;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advance();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// LEFT-assoc: recurse with left_bp+1 so an equal-precedence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//             operator stops and is handled by THIS loop.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// RIGHT-assoc: recurse with left_bp so it keeps going right.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Node* rhs = parse_expr(right_bp(op));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lhs = make_binary(op, lhs, rhs);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return lhs;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Fifteen precedence levels: fifteen table rows, one function.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Adding an operator does not touch the parser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Twelve lines replace an entire stratified grammar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associativity is a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+1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Most of what users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Report more than one error per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RECOVERY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parser that stops at the first error forces one edit-compile cycle per mistake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bad experience and an easy thing to fix.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Panic-mode recovery: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an error, skip tokens until something in the current construct's FOLLOW set appears — a semicolon, a closing brace, a statement keyword.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resume.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tree has a hole, marked with an error node, and parsing continues.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Suppress cascades.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After an error, suppress further errors until a token is successfully consumed — otherwise one mistake produces forty messages and the first is the only true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good message 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source location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as a span rather than a point — underline the whole construct.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was expected and what was found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 that order, in the language's own vocabulary.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enclosing context: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'in this function call, opened here' with a second span.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suggestion when one is defensible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missing semicolon on the previous line is usually unambiguous.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never the parser's internals.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'Expected token 47' is a bug report about your compiler, not about their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Diagnostics are the compiler's entire user interface.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Rust's reputation rests substantially on having taken this seriously.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Ambiguity is a property of a grammar, not a language; it is usually fixable by stratifying for precedence, and deciding it in general is undecidable.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Left recursion encodes left associativity and makes top-down parsing loop, so eliminating it damages the tree shape you wanted.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LL(1) holds when one token of lookahead always determines the production, which is exactly what recursive descent needs.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recursive descent the grammar is the code and the call stack is the parse tree, which makes debugging ordinary.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Pratt parsing replaces a stratified grammar with one function and a binding-power table; associativity is an asymmetry of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Panic-mode recovery plus cascade suppression is what lets a parser report more than one real error per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