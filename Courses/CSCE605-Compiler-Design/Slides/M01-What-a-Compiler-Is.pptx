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phases by what they establish is more useful than listing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multiple-IRs point surprises people who expect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a JIT can win is counterintuitive and worth stating.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605 — Compiler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What a Compiler Is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 series of representations, each closer to the machine.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605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Name the phases and say what each one establishes.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intermediate representation is the central design decision.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compilation from interpretation, and locate the hybrids.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a miscompile is uniquely expensive.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Set up the toolchain this course needs.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Text to machine code, in stages.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phase establishes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SOURCE TEXT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|  LEXING          -- characters become TOKENS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|                     establishes: the vocabulary is valid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|  PARSING         -- tokens become a SYNTAX TREE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|                     establishes: the structure is valid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|  SEMANTIC ANALYSIS -- names resolved, types checked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|                     establishes: the program MEANS something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|  ========= FRONT END ends here =========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|  IR GENERATION    -- tree becomes INTERMEDIATE REPRESENTATION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|                     establishes: machine-independent, analysable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|  OPTIMISATION     -- IR becomes better IR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|                     establishes: nothing. It preserves meaning.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|  ========= BACK END begins here ========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|  INSTRUCTION SELECTION -- IR becomes target instructions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|  REGISTER ALLOCATION   -- virtual registers become real ones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|  SCHEDULING            -- instructions are ordered for the pipeline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v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MACHINE CODE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Each phase REJECTS a class of invalid program, except optimisation,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which rejects nothing and must preserve everything.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Optimisation is the odd one out: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every other phase establishes a property, and optimisation must preserve all of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front end / back end split is about reuse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PIPELINE HAS THAT SHAPE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front end depends on the language and not on the machine.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back end depends on the machine and not on the language.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m languages and n targets need m + n components, not m × 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provided they meet at a common IR.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why LLVM exists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why Rust, Swift, Julia, and Clang share a back end despite having nothing else in common.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why the IR is the real design decision.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the interface, and interfaces are harder to change than implementations.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decision everything else follows from.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IR determines which optimisations are even expressible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CENTRAL CLAIM OF THE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optimisation is a question plus a rewrite.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'Is this value constant everywhere it is used?' — then fold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How expensive the question is depends entirely on the representation.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 a syntax tree, 'where does this variable's value come from?' requires a search.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SSA form it is a pointer dereference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every value is assigned exactly once, so the definition is unique and immediate (Module 07).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changing the IR does not make optimisations faster; it makes different optimisations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practical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a much stronger claim, and it is why SSA won.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representations, and what each is good 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Good for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4204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51775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Bad 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Syntax tree (AST)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Source-level checks; refactoring; errors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204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1775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Dataflow — control flow is implicit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Three-address code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Simple, close to machines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5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 explicit def-use links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Control flow graph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Control flow explicit; dataflow analysis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4204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5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Values still need searching for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SSA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Def-use is O(1); most modern optimisation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4204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51775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Needs φ functions and a destruction 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Stack machine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Compact; easy to generate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42048" y="4279392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51775" y="4315968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Hard to analyse; JVM and WASM use 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Machine code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1868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2841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Runs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42048" y="4754879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51775" y="4791455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Target-specific; nearly unanalysable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Compile or interpret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spectrum, not a dichotomy.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SPECTRUM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the work happens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When translated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Trade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Ahead-of-time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Before running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Best code; no runtime profile available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Tree-walking interpreter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Simplest; 10–100× slower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Bytecode VM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To bytecode, then interpreted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601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Portable; the usual scripting choice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JIT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At runtime, hot code only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628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601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Uses real profiles; pays warmup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Tiered JIT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Progressively, by heat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7628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8601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Fast start and fast peak. V8, HotSpot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Shader compilation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18688" y="4754879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28416" y="4791455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Partly offline, partly in-driver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76288" y="4754879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86016" y="4791455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Module 13. The cause of stutter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correctness dominates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failure mode that has no analogue.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miscompile is invisible from the 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COURSE LEADS WITH CORRECTNESS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other program's bugs are explicable by reading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compiler bug is not — the source is correct and the behaviour is wrong.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search goes everywhere except where the problem is.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Days are lost before anyone suspects the compiler, because suspecting it feels like arrogance.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blast radius is everything the compiler built.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One wrong optimisation silently corrupts every program that triggered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Module 13's differential testing is not an appendix.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Csmith found over 400 bugs in GCC and LLVM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production compilers, heavily tested, used by everyone.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Undefined behaviour is where most of them 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SPECIFIC HAZARD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language specification says what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must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happen and leaves the rest undefined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signed overflow, null dereference, data races, out-of-bounds access.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Optimisers exploit undefined behaviour aggressively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assuming it cannot happen licenses stronger transformations.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program with UB can change meaning under optimisation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correctly, by the standard, and catastrophically in practice. The null check deleted after the pointer was already dereferenced is the classic case.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not a compiler bug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indistinguishable from one when you meet it.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Knowing the difference is part of what this course is for.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have working before Module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language with good tagged unions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Rust enums, C++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std::variant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or OCaml. You will build many trees.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LLVM installed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try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clang -S -emit-llvm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on something small.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Read Crafting Interpreters, part II.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working interpreter in your head makes every later module concrete.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SPIR-V toolchain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glslangValidator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spirv-dis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 Disassemble a shader you already have.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Pick your source language now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keep it small. Scope creep in the language is the usual way this project fails.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Disassembling one of your own shaders in week one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is the most motivating thing available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Each phase establishes a property — valid vocabulary, valid structure, valid meaning — except optimisation, which establishes nothing and must preserve everything.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front end/back end split turns m×n into m+n, which is why unrelated languages share a back end.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IR is the central design decision because it determines which optimisations are expressible, not merely how fast they run.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Real compilers use several IRs at once and lower between them.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Compilation and interpretation are a spectrum, and a JIT can beat an AOT compiler because it has a real profile.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miscompile is invisible from the source, which is why differential testing matters more here than anywhere else.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