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two-span diagnostic is the detail worth copying.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Two-phase template lookup is where C++ gets genuinely hard; flag but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Names, Scopes, and Symbol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Connecting every use to its definition.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lexical scoping with a scope stack.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shadowing, forward references, and recursion.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difference between declaration, definition, and 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overload resolution and namespacing.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Produce useful name-resolution diagnostics.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Scoping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definition a name reaches.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Lexical scoping is determined by the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 NEARLY EVERY LANGUAGE 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name refers to the nearest enclosing declaration in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source 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can be decided at compile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Dynamic scoping instead uses the nearest declaration on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call stack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runtime — which makes a function's meaning depend on its caller.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Dynamic scoping lost decisively.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prevents local reasoning, defeats most optimisation, and makes refactoring unsafe.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survives in narrow places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shell variables, Emacs Lisp's defaults, exception handlers, and thread-local context — where the caller-dependence is the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SCOPE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resolution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A stack of scopes. Enter pushes, leave pops, lookup walks outward.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struct Scope { std::unordered_map&lt;Symbol, Decl*&gt; names; Scope* parent; };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Decl* lookup(Scope* s, Symbol name)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for (; s; s = s-&gt;parent)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if (auto it = s-&gt;names.find(name); it != s-&gt;names.end())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return it-&gt;second;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return nullptr;                     // undefined: report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void declare(Scope* s, Symbol name, Decl* d)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auto [it, inserted] = s-&gt;names.emplace(name, d);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 (!inserted)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error(d-&gt;span, "redefinition of '%s'", name)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.note(it-&gt;second-&gt;span, "previous definition here");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//  ^^ TWO spans. The second is what makes the message useful.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Shadowing an OUTER scope is legal and is not an error.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Redefining in the SAME scope is an error. The distinction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exactly whether `emplace` found it in THIS map or a parent's.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Thirty lines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shadow-versus-redefine distinction falls directly out of the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makes it harder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cases the simple version does not 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real resolver must handle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Forward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Used before declared at top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passes: collect, then resolve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Mutual recursion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needs the 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Falls out of the two-pass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Captured variable outlives its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 captures; box or copy them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Overloading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name, several definitions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Resolve by argument types (Module 06)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Imports and namespaces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Scope is not purely lexical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Explicit import resolution 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Generics / templates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 depends on instantiation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Two-phase lookup, and it is subtle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passes, and why both are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Pass 1 collects declarations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into each scope, without resolving anything. After it, every scope knows every name it contains.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Pass 2 resolves uses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against the now-complete scopes.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Forward references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because the declaration was collected before any use was resolved.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mutual recursion works for 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neither function needs the other to exist first.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Inside a function body, though, scoping is usually sequential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local used before its declaration is still an error.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Those are different rules and both are intentional.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Closures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a variable outlives its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Capture is the hard part of scoping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CLOSURES COMPLICATE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nested function that references an enclosing local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captures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may outlive the frame that local lived 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Capture by value copies at creation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Simple, and later mutations are not seen.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Capture by reference shares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variable must be heap-allocated (boxed) once anything captures it by reference.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 bug is capturing a loop variable by reference: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closure sees the final value.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JavaScript changed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var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to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let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semantics specifically to fix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C++ lambdas make you choose explicitly.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resolver must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each name use: the declaration it resolves to.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pointer, resolved once, used by every later phase.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each local: whether it is captured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by value or by reference. Determines stack or 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each function: its captured set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becomes the closure environment's layout.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each scope: its depth and its frame slot assignment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if you resolve to slots rather than names.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Resolving to slot indices rather than names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is the single biggest interpreter speedup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Crafting Interpreters measures this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replacing hash lookups with array indices is a large win.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messages this phase owes.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'Undefined name' should suggest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PLACE SUGGESTIONS CLEARLY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undefined-name errors are typos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compute the edit distance to names in scope and suggest the closest.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Suggest only within a small distance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or two edits — and only one candidate. A list of five is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Also check other scopes: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'no local named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there is a field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this.x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' is frequently exactly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report the declaration site on a shadow warning.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spans, as in Part 1 — the second is what turns a complaint into an explanation.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Lexical scoping is decided by the source text at compile time; dynamic scoping depends on the call stack and lost because it prevents local reasoning.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scope stack with outward lookup is about thirty lines, and the shadow-versus-redefine distinction falls out of which map held the name.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Two passes — collect declarations, then resolve uses — solve forward references and mutual recursion together.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Inside a function body scoping is usually sequential, so a local used before declaration is still an error; the two rules are deliberately different.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Capture by reference forces a variable onto the heap, and capturing a loop variable by reference is the classic bug.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Resolving names to frame slot indices rather than strings is the largest single interpreter speedup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