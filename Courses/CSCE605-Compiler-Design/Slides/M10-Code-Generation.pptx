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lea example makes the value of good selection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Struct passing rules are where real ABI bugs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605 — Compiler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Code Generation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From IR to instructions the machine actually has.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605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instruction selection as tree tiling.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dynamic programming to select optimally over a tree.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list scheduling and what it is scheduling for.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calling conventions and why they are a contract.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debug information must survive optimisation.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Instruction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Covering the IR with machine instructions.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Selection as tree covering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IR is a tree (or DAG). Each machine instruction is a TILE --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 small tree pattern it can implement, with a cost.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IR for   a[i] = x + 1     (a is a base pointer, i an index)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store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/    \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add      add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/   \    /   \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a   mul   x    1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/   \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i     4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TILES AVAILABLE on x86-64: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add r, r              cost 1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lea r, [r + r*4]      cost 1   &lt;- covers THREE IR nodes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mov [r + r*4], r      cost 1   &lt;- covers FOUR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imul r, imm           cost 3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 naive one-node-per-instruction covering: 5 instructions.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 good covering using the addressing mode: 2 instructions.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So selection is: COVER THE TREE WITH TILES AT MINIMUM COST.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Optimal over a TREE by dynamic programming, bottom-up, in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linear time. NP-hard over a DAG -- so real compilers split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DAGs into trees, or use heuristics.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x86 addressing modes are why this matters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one instruction can absorb a multiply, two adds, and a memory access.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Optimal on trees, intractable on graphs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COMPLEXITY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Over a tree, dynamic programming gives the optimal cover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 linear time: compute the best cost for each node bottom-up, then walk down choosing.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Over a DAG it is NP-hard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a shared subtree may want different tiles for its different parents.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Real IR is a DAG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common subexpressions are shared by construction, especially after CSE.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compilers split the DAG into trees and accept suboptimality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or use heuristics, or use generated matchers.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LLVM's SelectionDAG does the first; its GlobalISel is a different bet.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Scheduling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Ordering for the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Scheduling hides latency the hardware cannot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IT IS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Instructions have latencies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load may take four cycles, a divide twenty. A dependent instruction must wait.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reorder to put independent work between a producer and its consumer.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List scheduling does this greedily over the dependence DAG.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priority is usually the critical path length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schedule first whatever has the most work depending on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Out-of-order hardware already does this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614), which makes scheduling far less critical on big cores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still essential on in-order cores, VLIW, and GPUs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most of the hardware in the world by count.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Scheduling and register allocation fight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PHASE-ORDERING PROBLEM, CONCRETELY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Scheduling wants to spread computations apart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 hide latency — which lengthens live ranges.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Register allocation wants live ranges short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that fewer values are live at once and nothing spills.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scheduling before allocation causes spills; allocating first constrains scheduling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false dependences through reused registers.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usual answer is to schedule, allocate, then schedule again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hack, is the standard practice, and is Module 09's phase-ordering problem in its most concrete 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Calling conventions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contract that cannot be broken unilaterally.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calling convention fixes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7408" y="1901952"/>
            <a:ext cx="7223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956816"/>
            <a:ext cx="7004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 (System V x86-64)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Argument registers, in order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2377440"/>
            <a:ext cx="7223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2414016"/>
            <a:ext cx="7004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rdi, rsi, rdx, rcx, r8, r9; then the stack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Return register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7408" y="2852928"/>
            <a:ext cx="7223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889504"/>
            <a:ext cx="7004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rax; rdx:rax for 128-bit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Caller-saved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3328416"/>
            <a:ext cx="7223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3364992"/>
            <a:ext cx="7004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rax, rcx, rdx, rsi, rdi, r8–r11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Callee-saved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803904"/>
            <a:ext cx="7223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3840480"/>
            <a:ext cx="7004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rbx, rbp, r12–r15 — must be restored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Stack alignment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7408" y="4279392"/>
            <a:ext cx="7223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7136" y="4315968"/>
            <a:ext cx="7004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16 bytes at the call instruction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Struct passing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8" y="4754879"/>
            <a:ext cx="7223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17136" y="4791455"/>
            <a:ext cx="7004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By field class; the subtle part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5230367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5266943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Varargs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07408" y="5230367"/>
            <a:ext cx="7223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17136" y="5266943"/>
            <a:ext cx="7004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 holds the vector register count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ABI is why you cannot just change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IS A MODULE AND NOT A FOOTNOTE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Separately compiled code must agree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your compiler, the system libraries, and the operating system were built at different times by different people.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better convention cannot be adopted unilaterally.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Everything must change together, which in practice means nothing changes.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ABIs long outlive their hardware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why x86-64 still passes the first six integer arguments in registers chosen in 2000.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why C is the universal interop layer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not because the language is good for it, but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 ABI is the one everyone already implements.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Debug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has to survive all of this.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Optimisation destroys the correspondence to 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FUNDAMENTAL 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debugger needs to map a machine address to a source line, and a variable name to a location.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Optimisation breaks both.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Instructions are reordered across lines, variables live in different registers at different points or are eliminated entirely, and inlined code comes from another file.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DWARF encodes this as location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lists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variable's location as a function of the program counter, plus inlining records.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'Optimised out' is the honest answer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when a variable genuinely does not exist at that point.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Carrying debug info correctly through every pass is substantial ongoing work that is easy to get silently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Debug info rules for a pass author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Preserve source locations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when moving an instruction; do not invent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Drop a location rather than attach a wrong one.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wrong line number is worse than none.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Record inlining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inlined-at chain, so a stack trace can be reconstructed.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Never let debug info change codegen.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-g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must not alter the generated instructions, or debugging changes the bug.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test it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debug info has no runtime behaviour, so nothing fails when it rots.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last point is why debug quality degrades silently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across compiler versions unless it is explicitly tested.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Instruction selection is covering the IR with machine instruction tiles at minimum cost; x86 addressing modes let one instruction absorb several IR nodes.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Optimal tiling is linear-time dynamic programming over a tree and NP-hard over a DAG, so compilers split DAGs into trees.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Scheduling hides latency by placing independent work between producer and consumer, and matters most on in-order cores, VLIW, and GPUs.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Scheduling and register allocation have directly opposed goals, which is the phase-ordering problem in its most concrete form.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calling convention is a contract between separately compiled code, so it cannot change unilaterally — which is why ABIs outlive their hardware and why C is the interop layer.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Optimisation destroys the source correspondence, so DWARF uses location lists, and debug info rots silently because nothing fails when it is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