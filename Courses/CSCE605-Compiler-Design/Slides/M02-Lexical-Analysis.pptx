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point of the derivation is that it is mechanical; generators just automate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honest point: pure regularity does not survive contact with real languages.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last row is the argument; it surprises people.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605 — Compiler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Lexical Analysis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Characters to tokens, by a machine you can derive.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605 · Module 02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Specify tokens with regular expressions.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Convert a regular expression to an NFA and then to a DFA.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maximal munch and the rule-priority convention.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Handle the practical problems: positions, strings, comments, Unicode.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Decide between a generator and a hand-written lexer.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605 · Compiler Design  —  Module 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Regular expressions to machines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A derivation, not a library.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605 · Compiler Design  —  Module 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THE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From specification to table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REGULAR EXPRESSION         [a-zA-Z_][a-zA-Z0-9_]*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|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|  THOMPSON'S CONSTRUCTION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|    each operator becomes a small NFA fragment: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|      concatenation -&gt; join with an epsilon edge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|      alternation   -&gt; new start branching to both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|      Kleene star   -&gt; loop back with epsilons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|    O(n) states for a pattern of length n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v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NFA  (epsilon edges; multiple states active at once)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|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|  SUBSET CONSTRUCTION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|    each DFA state = a SET of NFA states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|    worst case 2^n states; in practice far fewer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v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DFA  (one active state; one transition per character)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|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|  HOPCROFT MINIMISATION   O(n log n)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v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MINIMAL DFA  -&gt;  a transition table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Scanning is then: one array lookup per input character.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Linear time, tiny constant, no backtracking.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This is why lexing is never the bottleneck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— the whole specification collapses into a table indexed by the current state and character.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605 · Compiler Design  —  Module 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exponential blowup is real and rarely matters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A BOUND WORTH KNOWING AND NOT FEARING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Subset construction can produce 2ⁿ DFA states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from an n-state NFA, and patterns achieving it exist.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Real token specifications do not.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Identifiers, numbers, and keywords produce DFAs with tens of states, not thousands.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blowup appears in </a:t>
            </a:r>
            <a:r>
              <a:rPr sz="1600" b="1" i="1">
                <a:solidFill>
                  <a:srgbClr val="141924"/>
                </a:solidFill>
                <a:latin typeface="Georgia"/>
              </a:rPr>
              <a:t>general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 regex engines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with backreferences and lookahead — which are not regular, and which is where catastrophic backtracking comes from.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 lexer's regular expressions are genuinely regular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so the DFA approach always works and always runs in linear time.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That is a guarantee a general regex library cannot offer.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605 · Compiler Design  —  Module 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Two conventions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What resolves the ambiguities.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605 · Compiler Design  —  Module 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Maximal munch, and rule priority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TWO RULES THAT MAKE LEXING DETERMINISTIC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Maximal munch: take the longest match.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Given </a:t>
            </a:r>
            <a:r>
              <a:rPr sz="1472" b="0" i="0">
                <a:solidFill>
                  <a:srgbClr val="141924"/>
                </a:solidFill>
                <a:latin typeface="Consolas"/>
              </a:rPr>
              <a:t>&lt;=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produce one token, not </a:t>
            </a:r>
            <a:r>
              <a:rPr sz="1472" b="0" i="0">
                <a:solidFill>
                  <a:srgbClr val="141924"/>
                </a:solidFill>
                <a:latin typeface="Consolas"/>
              </a:rPr>
              <a:t>&lt;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followed by </a:t>
            </a:r>
            <a:r>
              <a:rPr sz="1472" b="0" i="0">
                <a:solidFill>
                  <a:srgbClr val="141924"/>
                </a:solidFill>
                <a:latin typeface="Consolas"/>
              </a:rPr>
              <a:t>=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Rule priority: on a tie, the rule listed first wins.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472" b="0" i="0">
                <a:solidFill>
                  <a:srgbClr val="141924"/>
                </a:solidFill>
                <a:latin typeface="Consolas"/>
              </a:rPr>
              <a:t>if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matches both the keyword rule and the identifier rule; the keyword is listed first.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Together these make the lexer deterministic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with no lookahead beyond what the DFA already does.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maximal munch occasionally bites.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In old C++, </a:t>
            </a:r>
            <a:r>
              <a:rPr sz="1472" b="0" i="0">
                <a:solidFill>
                  <a:srgbClr val="141924"/>
                </a:solidFill>
                <a:latin typeface="Consolas"/>
              </a:rPr>
              <a:t>vector&lt;vector&lt;int&gt;&gt;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lexed the </a:t>
            </a:r>
            <a:r>
              <a:rPr sz="1472" b="0" i="0">
                <a:solidFill>
                  <a:srgbClr val="141924"/>
                </a:solidFill>
                <a:latin typeface="Consolas"/>
              </a:rPr>
              <a:t>&gt;&gt;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as a shift operator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 lexical rule breaking a syntactic intent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fixed by a special case in C++11.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605 · Compiler Design  —  Module 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PRACTICE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actually causes trouble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65176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432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Problem</a:t>
            </a:r>
          </a:p>
        </p:txBody>
      </p:sp>
      <p:sp>
        <p:nvSpPr>
          <p:cNvPr id="8" name="Rectangle 7"/>
          <p:cNvSpPr/>
          <p:nvPr/>
        </p:nvSpPr>
        <p:spPr>
          <a:xfrm>
            <a:off x="3218688" y="1901952"/>
            <a:ext cx="39319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28416" y="1956816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Why it is hard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50608" y="1901952"/>
            <a:ext cx="448056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60336" y="1956816"/>
            <a:ext cx="4261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Handling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6517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432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Source positions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18688" y="2377440"/>
            <a:ext cx="3931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28416" y="2414016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Needed by every later phase for diagnostics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50608" y="2377440"/>
            <a:ext cx="44805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60336" y="2414016"/>
            <a:ext cx="4261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Track line and column from the start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6517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432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Nested comments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18688" y="2852928"/>
            <a:ext cx="39319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28416" y="2889504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Not regular — needs a counter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50608" y="2852928"/>
            <a:ext cx="44805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60336" y="2889504"/>
            <a:ext cx="4261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Special-case with a depth count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6517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432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String escapes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18688" y="3328416"/>
            <a:ext cx="3931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328416" y="3364992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Value differs from the text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150608" y="3328416"/>
            <a:ext cx="44805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260336" y="3364992"/>
            <a:ext cx="4261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Lexer produces the decoded value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6517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432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Significant indentation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18688" y="3803904"/>
            <a:ext cx="39319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328416" y="3840480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Needs a stack; not regular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150608" y="3803904"/>
            <a:ext cx="44805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260336" y="3840480"/>
            <a:ext cx="4261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Emit INDENT/DEDENT tokens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279392"/>
            <a:ext cx="26517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4315968"/>
            <a:ext cx="2432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Unicode identifiers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18688" y="4279392"/>
            <a:ext cx="3931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328416" y="4315968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Normalisation; confusables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150608" y="4279392"/>
            <a:ext cx="44805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260336" y="4315968"/>
            <a:ext cx="4261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Pick a UAX-31 profile and say so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66928" y="4754879"/>
            <a:ext cx="26517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76656" y="4791455"/>
            <a:ext cx="2432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Raw strings, interpolation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218688" y="4754879"/>
            <a:ext cx="39319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328416" y="4791455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Lexer mode changes mid-token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150608" y="4754879"/>
            <a:ext cx="44805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260336" y="4791455"/>
            <a:ext cx="4261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A mode stack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605 · Compiler Design  —  Module 02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Carry positions from the first character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ONE THAT IS PAINFUL TO RETROFIT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Every error message in every later phase needs a source position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the lexer is the only component that naturally knows it.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Retrofitting positions is miserable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every AST node, every IR value, and every diagnostic has to be threaded through.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attach a span — start and end offset — to every token from the beginning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carry it onto every tree node.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Byte offsets plus a line table beat storing line and column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per token: cheaper, and the conversion is a binary search when you need 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605 · Compiler Design  —  Module 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Build or generate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practical choice.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605 · Compiler Design  —  Module 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CHOICE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Generator against hand-written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28600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06654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</a:p>
        </p:txBody>
      </p:sp>
      <p:sp>
        <p:nvSpPr>
          <p:cNvPr id="8" name="Rectangle 7"/>
          <p:cNvSpPr/>
          <p:nvPr/>
        </p:nvSpPr>
        <p:spPr>
          <a:xfrm>
            <a:off x="2852928" y="1901952"/>
            <a:ext cx="42062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62656" y="1956816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Generator (lex, flex, re2c)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59168" y="1901952"/>
            <a:ext cx="457200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68896" y="1956816"/>
            <a:ext cx="4352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Hand-written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2860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06654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Effort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852928" y="2377440"/>
            <a:ext cx="4206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62656" y="2414016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Specification is short and declarative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059168" y="2377440"/>
            <a:ext cx="45720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68896" y="2414016"/>
            <a:ext cx="4352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A few hundred lines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2860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06654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Speed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852928" y="2852928"/>
            <a:ext cx="42062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962656" y="2889504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Table-driven; very fast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059168" y="2852928"/>
            <a:ext cx="45720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68896" y="2889504"/>
            <a:ext cx="4352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Can be faster — better branch prediction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2860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06654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Errors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852928" y="3328416"/>
            <a:ext cx="4206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962656" y="3364992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Generic; hard to customise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059168" y="3328416"/>
            <a:ext cx="45720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168896" y="3364992"/>
            <a:ext cx="4352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Exactly what you want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2860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06654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Modes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852928" y="3803904"/>
            <a:ext cx="42062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962656" y="3840480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Supported, awkwardly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059168" y="3803904"/>
            <a:ext cx="45720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168896" y="3840480"/>
            <a:ext cx="4352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Trivial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279392"/>
            <a:ext cx="22860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4315968"/>
            <a:ext cx="206654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Debugging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852928" y="4279392"/>
            <a:ext cx="4206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962656" y="4315968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Through generated code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059168" y="4279392"/>
            <a:ext cx="45720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168896" y="4315968"/>
            <a:ext cx="4352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Ordinary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66928" y="4754879"/>
            <a:ext cx="22860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76656" y="4791455"/>
            <a:ext cx="206654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Who uses it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852928" y="4754879"/>
            <a:ext cx="42062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962656" y="4791455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Many teaching compilers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059168" y="4754879"/>
            <a:ext cx="45720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168896" y="4791455"/>
            <a:ext cx="4352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GCC, Clang, Rust, Go, V8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605 · Compiler Design  —  Module 02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RECOMMENDATION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to do in this course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Derive the NFA and DFA by hand once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for a small token set. The construction is mechanical and worth having done.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Then hand-write the real lexer.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A </a:t>
            </a:r>
            <a:r>
              <a:rPr sz="1610" b="0" i="0">
                <a:solidFill>
                  <a:srgbClr val="3C4555"/>
                </a:solidFill>
                <a:latin typeface="Consolas"/>
              </a:rPr>
              <a:t>switch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on the first character, with a helper per token class.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Keep the token type small and copyable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— a kind, a span, and an index into an interned string table.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Intern identifiers immediately.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Comparison becomes a pointer comparison, which every later phase benefits from.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And write the lexer's tests as round-trips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— token stream back to text should match the source.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Interning is the cheap decision with the largest downstream effect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— symbol tables and type checking both get faster for free.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605 · Compiler Design  —  Module 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Thompson's construction turns a regular expression into an NFA in linear states, subset construction turns it into a DFA, and minimisation shrinks it — the whole specification becomes a table.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Exponential DFA blowup is real but does not arise from realistic token sets; it is general regex features that cause catastrophic backtracking.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Maximal munch plus rule priority make lexing deterministic without lookahead.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Several real lexical problems — nested comments, indentation, interpolation — are not regular, so real lexers are DFAs plus a little state.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Attach a source span to every token from the first character; retrofitting positions is miserable.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Essentially every production compiler hand-writes its lexer, for diagnostics and modes rather than speed.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605 · Compiler Design  —  Module 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