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simultaneity of phis matters for Part 4's swap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Defining DF as 'where dominance runs out' is the intuition that makes placement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iteration is the step people omit and then get wrong answers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605 — Compiler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Intermediate Representation and SSA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decision everything downstream depends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605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control flow graph from an AST.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dominators and dominance frontiers.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φ functions and rename to construct SSA.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SSA makes optimisation practical.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Destruct SSA correctly, including the swap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control flow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control explicit.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Basic blocks and the graph over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basic block is a maximal straight-line run of instructions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entered only at the top, left only at the bottom.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control flow within a block is trivial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all the interesting structure is in the edges between blocks.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Leaders start blocks: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first instruction, any branch target, and anything following a branch.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CFG makes implicit control explicit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precondition for every dataflow analysis in Module 08 — you cannot compute what reaches a point without knowing what precedes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definition per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form is, and what phi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BEFORE                         AFTER (SSA)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x = 1                          x1 = 1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if (c)                         if (c)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x = 2                          x2 = 2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y = x + 1                      x3 = phi(x1, x2)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              y1 = x3 + 1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EVERY VARIABLE IS ASSIGNED EXACTLY ONCE.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phi is not a real instruction. It says: "this value is x1 if we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arrived from the first predecessor, x2 if from the second."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It must sit at the TOP of a block, and all phis in a block are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conceptually SIMULTANEOUS -- not sequential.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WHAT THIS BUYS: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"where is this value defined?" -&gt; ONE answer, always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def-use chains are explicit, no analysis needed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constant propagation becomes local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dead code elimination becomes "no uses -&gt; delete"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* every value has a single, unambiguous 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whole payoff is that the definition is unique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turns a search into a pointer dereference.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SSA is why modern optimisation is practical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CLAIM, RESTATED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Without SSA, 'what is the value of x here?' requires a dataflow analysis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over the whole function, redone whenever anything changes.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SSA it is a pointer.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use names its unique definition directly.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analyses that were quadratic become linear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optimisations that were too expensive to run become cheap enough to run on every function at every level.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LLVM, GCC, HotSpot, V8, and SPIR-V are all SSA.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SPIR-V is SSA in its file format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every shader you have ever written was compiled through it (Module 13).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Constructing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Dominance, frontiers, and renaming.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DOMINANCE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relation that drives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 dominates B  ⟺  every path from entry to B passes through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strictly dominates B if additionally A ≠ 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idom(B) = the immediate dominator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closest strict dominator. These form the dominator tree.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DF(A) = { B : A dominates a predecessor of B, but not B itself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dominance frontier — exactly where A's definitions stop being the only ones that reach.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Place a φ for a variable at the dominance frontier of every block defining 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iterating to a fixpoint.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PHASE 1 -- PLACE PHI FUNCTIONS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compute the dominator tree         (Lengauer-Tarjan, or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                simple iterative algorithm --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                    the simple one is fast enough)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compute dominance frontiers        (one pass up the dom tree)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for each variable v: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W = { blocks that assign v }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while W not empty: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b = W.pop()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for each d in DF(b):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if d has no phi for v yet: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insert phi for v at the top of 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        W.add(d)           # the phi is itself a DEF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PHASE 2 -- RENAME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walk the dominator tree in preorder, keeping a stack of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current name for each variable: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on a DEF:  push a fresh name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on a USE:  replace with the stack top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on a phi operand in a SUCCESSOR: use the stack top for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 the edge we arrived 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on leaving a block: pop everything pushed in it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Both phases are near-linear in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worklist in phase 1 must re-add 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because inserting a φ creates a new definition that may itself need φs downstream.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Getting back to a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φ is not an instruction, so it must be removed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DESTRUCTION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 machine has a φ.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code generation, each φ becomes copies placed at the end of each predecessor block.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naive translation is wrong.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Because φs in a block execute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simultaneously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 group of them can describe a permutation — and sequential copies destroy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swap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a2 = φ(b1,…), b2 = φ(a1,…)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means swap. Emitting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a = b; b = 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loses 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copies form a parallel copy that must be sequentialised correctly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find cycles, break each with one temporary.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a real bug in real compilers, and it is why destruction is its own phase.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ALSO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other destruction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Critical edges must be split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 edge from a block with several successors to one with several predecessors has nowhere to put the copy.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Coalescing removes most of the copies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by assigning the related values the same register (Module 11).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Lost-copy and swap problems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both arise from naive translation after aggressive copy propagation.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Some compilers stay in SSA through register allocation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SSA interference graphs are chordal, which makes colouring polynomial (Module 11).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Critical edge splitting is cheap insurance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most compilers simply do it before destruction unconditionally.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basic block is a maximal straight-line run; the CFG over blocks makes control explicit, which is the precondition for dataflow analysis.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In SSA every variable is assigned exactly once, so 'where is this defined?' has one answer and def-use chains are explicit.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φ is not a real instruction — it selects by incoming edge, sits at the top of a block, and all φs in a block are simultaneous.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Place φ for a variable at the dominance frontier of every block defining it, iterating because each inserted φ is itself a definition.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Renaming walks the dominator tree with a stack of current names per variable.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Destruction must sequentialise parallel copies correctly — the swap problem is a real bug in real compilers.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605 · Compiler Design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