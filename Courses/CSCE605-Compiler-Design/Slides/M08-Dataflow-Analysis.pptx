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Termination resting on monotonicity + finite height is the key theoretical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may/must + union/intersection pairing is the thing to memorise.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exponential blowup on each axis is why 'just be more precise' is not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Dataflow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Facts that hold at every program point, computed by iteration.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Formulate an analysis as a lattice plus transfer functions.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iteration terminates and what it converges to.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liveness, reaching definitions, and available expressions.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forward from backward and may from must.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static analysis fundamentally cannot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algorithm, many analyses.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dataflow analysis is the same four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lattice of facts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possible answers, with a partial order and a meet operation for combining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transfer function per instruction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how an instruction changes the facts.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direction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forward (facts flow with control) or backward (facts flow against it).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meet operator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intersection for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must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analyses, union for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analyses.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Choose these four and the algorithm is already written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this is called a framework rather than a technique.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Iterate to a fixpoint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initialise every block's OUT to the lattice TOP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worklist = all blocks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while worklist not empty: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 = worklist.pop()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IN[b]  = MEET over all predecessors p of OUT[p]      # forward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new    = TRANSFER(b, IN[b])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if new != OUT[b]: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OUT[b] = new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worklist += successors(b)      # they must be redone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 IT TERMINATES: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the lattice has finite height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transfer functions are MONOTONE: more input facts never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produce fewer output facts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* so each OUT only ever moves DOWN the lattice, and 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cannot move down forever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WHAT IT CONVERGES TO: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the MAXIMAL FIXPOINT -- the most precise answer obtainable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by this method. NOT necessarily the true answer (Part 4).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Worklist order matters for SPEED, never for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Reverse postorder for forward analyses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postorder for backward — typically a few times faster than arbitrary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classical analyses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Four, and what each enables.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you must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Direction / meet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Liveness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Backward, union (may)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Register allocation; dead store removal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Reaching definitions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Forward, union (may)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Use-def chains; constant propagation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Available expressions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Forward, intersection (must)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Common subexpression elimination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Very busy expressions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Backward, intersection (must)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Code hoisting; size reduction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Constant propagation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Forward, special lattice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Folding; branch elimination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Alias analysis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Forward, may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Everything involving memory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Liveness is the one you cannot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MATTERS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variable is live at a point if its current value may be read before being overwritten.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Backward, because liveness flows from uses back toward definitions.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Union at merges, because a value live on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any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successor path is live.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Register allocation is built on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values can share a register exactly when they are never live simultaneously (Module 11).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finds dead stores directly: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definition whose variable is not live immediately after it is dead and can be deleted.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cost goes.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axes you can pay along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Axis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Cheap version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Precise 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Flow-insensitive: one fact per variable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Flow-sensitive: per program 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Path-insensitive: merge at joins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Path-sensitive: exponential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summary per function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 call site; exponential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Field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Whole objects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 field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node per allocation site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Shape analysis; very expensive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Alias analysis is the one that limits everything else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'Can these two pointers refer to the same storage?'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answer is 'maybe', almost every memory optimisation is blocked.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answer is usually 'maybe'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proving otherwise requires reasoning about the whole program.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store through an unknown pointer invalidates every cached load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value cannot be kept in a register across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exactly why shader languages forbid pointers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§4) and why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restrict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Fortran's aliasing rules, and Rust's borrow checker all exist.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are all the same answer to the same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no analysis can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static analysis is conservative by necessity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RICE'S THEOREM, AGAIN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 non-trivial semantic property of programs is undecidable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627, and Module 06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analysis must err in a safe direction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reporting that something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happen when it cannot, never that it cannot when it may.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direction is safe depends on the use.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dead code elimination, over-estimating liveness is safe; under-estimating deletes live code.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Getting the direction wrong produces a miscompile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§4), not merely a missed optimisation.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single most important thing to be careful about in this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SSA makes several of these unnecessary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CONNECTION TO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Reaching definitions is the question SSA answers by construction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each use already names its definition, so the analysis is not needed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Constant propagation becomes local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sparse conditional constant propagation over the SSA graph, which is both faster and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precise than the dataflow version.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Liveness is still needed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cheaper to compute because def-use chains are explicit.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memory analyses are unaffected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SSA applies to registers, not to the heap, which is why alias analysis remains the bottleneck.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dataflow analysis is a lattice, transfer functions, a direction, and a meet operator — choose those four and the algorithm is already written.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Iteration terminates because the lattice has finite height and transfer functions are monotone, so facts only move one way.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May analyses meet with union and must analyses with intersection; reversing this produces unsound optimisation.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Liveness is backward and may, and register allocation is built directly on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Alias analysis is the bottleneck — 'maybe' blocks nearly every memory optimisation, which is why restrict, Fortran's rules, and Rust's borrow checker all exist.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SSA answers reaching definitions by construction, but leaves memory analysis exactly where it was.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