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degree &lt; k argument is the core insight; make sure it lands.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it as a compile-time budget decision is the right way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605 — Compiler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Register Allocation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Infinitely many values, sixteen registers.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605 · Module 11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an interference graph from liveness.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graph colouring allocation and Chaitin–Briggs.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linear scan and say when it is the right choice.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spilling, rematerialisation, and coalescing.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SSA makes the problem easier.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Allocation is graph colouring.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Interference, and the colouring reduction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CLASSICAL FORMULATION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Two values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interfere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if they are live at the same time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they cannot share a register.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Build a graph: a node per value, an edge per interference.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Liveness (Module 08) gives you exactly this.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Then assigning registers is colouring the graph with k colours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where k is the number of registers.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Graph colouring is NP-complete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Chaitin's 1981 result showed every graph arises from some program — so the hardness is real, not an artifact.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Hence heuristics.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CHAITIN–BRIGGS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Simplify, spill, select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BUILD      interference graph from liveness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COALESCE   merge copy-related nodes if it does not raise degree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     (conservative coalescing -- Briggs' contribution)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SIMPLIFY   repeatedly remove any node with degree &lt; k and push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     it on a stack.  Such a node is ALWAYS colourable: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     its neighbours use at most k-1 colours.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SPILL      if every remaining node has degree &gt;= k, pick one to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     spill by a cost heuristic and push it OPTIMISTICALLY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SELECT     pop the stack, assigning each node a colour its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     neighbours do not use.  An optimistically pushed node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     may still find a colour -- its neighbours may share.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     If not, actually spill it and restart.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CHAITIN spilled immediately on degree &gt;= k.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BRIGGS pushes optimistically and often finds a colour anyway.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That one change is a large practical improvement.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Briggs' optimistic colouring is the difference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between the textbook algorithm and the one worth implementing.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Spilling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When it does not fit.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Choose what to spill by cost, not by convenience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HEURISTIC THAT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Spilling means storing a value to memory and reloading it at each use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the cost is the number of accesses, weighted by loop depth.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standard metric is (uses + defs, weighted by 10^depth) divided by degree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cheap to spill, and relieves a lot of pressure.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Rematerialisation is better when it applies: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the value is a constant or a simple expression of still-live values,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recompute it instead of reloading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constant is always cheaper to rematerialise than to spill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compilers that miss this spill constants to the stack, which is embarrassing and common in student allocators.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Coalescing removes the copies SSA destruction made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IT BELONGS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SSA destruction inserts copies at φ nodes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07 §4), and copy propagation leaves more.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a copy's source and destination do not interfere, merge them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same register, copy deleted.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merging raises the merged node's degree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can make the graph uncolourable and cause a spill.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spill costs far more than the copy saved.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coalesce conservatively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Briggs' rule merges only if the result has fewer than k neighbours of significant degree.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Aggressive coalescing was the original approach and it was worse.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Linear 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fast alternative.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Graph colouring against linear scan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Graph colouring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5916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Linear scan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Interference graph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5916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6889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Live intervals on a linear order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Can be O(n²) or worse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916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6889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O(n log 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Quality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Better — 5–10% fewer spills typically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5916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6889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Good enough for most code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Used by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GCC, LLVM (-O2+)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916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6889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JITs: HotSpot C1, V8 baseline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Incremental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— rebuild on change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59168" y="4279392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68896" y="4315968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Easier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44368" y="4754879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54096" y="4791455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Compile time is affordable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59168" y="4754879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68896" y="4791455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Compile time is on the clock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Linear scan: intervals on a 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Linearise the blocks, then give each value a live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interval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from its first definition to its last use.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Sweep by start position, maintaining the active set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intervals overlapping the current point. Expire those that have ended.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Assign a free register, or spill the interval ending last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among the active ones plus the new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approximation is that an interval is contiguous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over-states liveness across holes.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Interval splitting recovers most of the quality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is what production JITs actually 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genuinely surprising result.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SSA interference graphs are chordal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NP-HARDNESS GOES 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chordal graph has no induced cycle longer than three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chordal graphs can be optimally coloured in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polynomial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time.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interference graph of a program in SSA form is always chordal.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Live ranges in SSA are subtrees of the dominator tree, and intersection graphs of subtrees are chordal.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colouring that was NP-complete becomes tractable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minimum number of registers needed equals the maximum number of values live at any point.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Chaitin's hardness result is not contradicted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SSA simply does not produce the hard graphs.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representation changed the problem's complexity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Module 07's claim in its strongest 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CAVEAT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this did not end the subject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Colouring becomes easy; </a:t>
            </a:r>
            <a:r>
              <a:rPr sz="1800" b="1" i="1">
                <a:solidFill>
                  <a:srgbClr val="3C4555"/>
                </a:solidFill>
                <a:latin typeface="Calibri"/>
              </a:rPr>
              <a:t>spilling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 does not.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Deciding what to spill is still NP-hard, and spilling is where the cost is.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Destruction still inserts copies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07 §4), and coalescing them is still hard.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Register classes and constraints complicate it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some instructions demand particular registers.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callee-saved registers, ABI requirements, and precoloured nodes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all break the clean theory (Module 10 §3).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So SSA-based allocation is a real improvement, not a solution.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A good result that does not solve the whole problem is the normal shape of progress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worth saying plainly.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Two values interfere when simultaneously live; allocation is colouring the interference graph with k colours, and that is NP-complete in general.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Chaitin–Briggs simplifies by removing nodes of degree below k, and Briggs' optimistic pushing is what makes it practical.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Spill by cost per degree, weighted by loop depth — and rematerialise constants rather than spilling them.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Coalescing must be conservative: a spill costs far more than the copy it would have saved.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Linear scan is O(n log n) and slightly worse, which is the right trade when compile time is on the clock — which is why JITs use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SSA interference graphs are chordal and therefore optimally colourable in polynomial time, but spilling and coalescing remain hard.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