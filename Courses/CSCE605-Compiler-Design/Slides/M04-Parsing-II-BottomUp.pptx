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Walking the trace by hand once is the way this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LALR merge artifact is a real source of confusing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illustration that parser difficulty is a design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being explicit that the textbook default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Parsing II: Bottom-Up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LR parsing, and what a conflict is telling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shift-reduce parsing and the LR item construction.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LR(0), SLR, LALR, and LR(1).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shift-reduce and reduce-reduce conflicts.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dangling-else problem and its resolutions.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LR, LL, and GLR with reasons.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Shift-reduce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Building the tree from the leaves.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SHIFT-REDUCE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 stack, an input, and two actions.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SHIFT   -- move the next input token onto the stack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REDUCE  -- the top of the stack matches a production's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right-hand side; replace it with the left-hand side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Parsing  1 + 2 * 3  with  E -&gt; E + T | T,  T -&gt; T * F | F,  F -&gt; num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STACK            INPUT          ACTION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(empty)          1 + 2 * 3      shift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1                + 2 * 3        reduce F -&gt; num, T -&gt; F, E -&gt; 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               + 2 * 3        shift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+              2 * 3          shift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+ 2            * 3            reduce F -&gt; num, T -&gt; F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+ T            * 3            SHIFT, not reduce E -&gt; E + 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          ^^^ this is the whole decision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+ T *          3              shift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+ T * 3        (end)          reduce F -&gt; num, T -&gt; T * F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+ T            (end)          reduce E -&gt; E + 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                (end)          ACCEPT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Everything hard is in that one choice: shift, or reduce?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tree is built bottom-up, leaves first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reverse of recursive descent, which is why it handles left recursion naturally.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LR handles left recursion, which is the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BOTTOM-UP AT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Top-down parsing cannot handle left recursion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03) — the parser recurses without consuming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Bottom-up parsing prefers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E → E + 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reduced only after the whole left operand is on the stack, so left recursion costs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natural, left-associative grammar works directly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rewriting and no re-association.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LR grammars strictly contain LL grammars.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LL(1) grammar is LR(1); the converse is false.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LR accepts more languages with less grammar surgery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argument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item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the decision table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item is a production with a position marker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CONSTRUCTION, IN ONE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item is a production with a dot: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E → E · + 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means 'we have seen E and expect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+ 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parser state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set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items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the productions we might currently be in the middle 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Closure adds items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if the dot precedes a nonterminal, add that nonterminal's productions with the dot at the start.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Goto moves the dot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across a symbol, producing the next state.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set of states is a DFA over grammar symbols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subset construction as Module 02, applied to a grammar.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LR(0), SLR, LALR, LR(1)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Lookahead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5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LR(0)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7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5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Too weak for real languages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SLR(1)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977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FOLLOW 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as LR(0)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7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5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Simple; rejects useful grammars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LALR(1)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Merged LR(1) lookaheads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as LR(0)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7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91855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yacc, bison, GNU. The practical choice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LR(1)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004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Exact, per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more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7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91855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powerful; large tables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004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7977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Forks on conflict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8756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9729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7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5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Handles ambiguity; returns a forest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Conflicts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generator is telling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conflict means the grammar is ambiguous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READ THE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Shift-reduce: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some state, the parser could shift or reduce and the lookahead does not decide.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Usually a real ambiguity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usually precedence declarations fix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Reduce-reduce: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different productions could be reduced.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Almost always a genuine grammar bug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constructs that are indistinguishable.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Generators resolve shift-reduce by shifting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default, silently, and that default is usually what you wanted — which is how the dangling-else case gets accidentally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never ship with unresolved conflicts.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default is a guess, and the grammar you have is not the grammar you think you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DANGLING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canonical ambiguity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 -&gt; if E then 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| if E then S else 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| other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"if a then if b then x else y"      -- which `if` owns the `else`?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READING 1:  if a then (if b then x else y)     &lt;- shift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READING 2:  if a then (if b then x) else y     &lt;- reduce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grammar permits both, so the parser has a shift-reduce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conflict on `else`.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RESOLUTIONS: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1. SHIFT (the default) -- binds else to the NEAREST if.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This is what C, Java, C#, and almost everyone chose.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2. Rewrite the grammar into "matched" and "unmatched"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statements. Correct, unambiguous, and much harder to read.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3. REQUIRE braces. Rust, Go, and Swift do this and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ambiguity cannot arise at all.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Option 3 is a LANGUAGE DESIGN fix for a PARSING problem --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is usually the better place to solve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best fix was to change the language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languages designed after this was well understood all did.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LR, LL, or something 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Hand-written recursive descent + Pratt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control the language; diagnostics matter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GCC, Clang, Rust, Go, V8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LALR 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Grammar is given and large; speed of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DSLs; older compilers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LR(1) generator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LALR conflicts you cannot resolve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Menhir; some research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Genuinely ambiguous language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C++ in some tools; NLP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PEG / packrat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Want to write the grammar as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Ordered choice hides ambiguity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production compilers abandoned generators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GCC used bison until 2004. Clang never did. Both now hand-write.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Diagnostics were the main reason.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generated parser knows it is in state 247; it does not know you forgot a semicolon.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Error recovery is the second.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Panic-mode recovery (Module 03) is natural in recursive descent and awkward in a table-driven parser.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IDEs need incremental, error-tolerant parsing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code that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always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briefly invalid as it is typed.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requirement did not exist when yacc was designed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now the dominant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Shift-reduce parsing builds the tree from the leaves, and every difficulty lives in the single shift-or-reduce decision.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LR handles left recursion naturally, so the natural left-associative grammar works with no rewriting — and LR grammars strictly contain LL grammars.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parser state is a set of items, and the state machine is built by the same subset construction as a lexer's DFA.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LALR merges LR(1) states with identical cores to keep LR(0)'s state count, and that merge can introduce reduce-reduce conflicts.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Shift-reduce conflicts are usually real ambiguities fixable by precedence; reduce-reduce conflicts are almost always grammar bugs.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Production compilers abandoned generators for diagnostics, error recovery, and incremental IDE parsing.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