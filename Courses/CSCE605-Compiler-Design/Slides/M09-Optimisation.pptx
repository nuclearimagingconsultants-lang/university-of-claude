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cascade is the real behaviour; individual passes are unimpressive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Telling them to actually run print-after-all is the most valuable instruction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i-cache point is why aggressive inlining can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Optimisation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search with no gradient, settled by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the standard local and global optimisations.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loop optimisations and why loops dominate.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phase-ordering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inlining as the enabling transformation.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a pass honestly, including when it loses.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standard passes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optimisations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393192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4928" y="1901952"/>
            <a:ext cx="420624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1956816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4086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Constant folding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40864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377440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Evaluate at compile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8" y="2340864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2377440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79776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16352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Constant propagation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779776"/>
            <a:ext cx="39319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16352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Replace a variable by its known 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4928" y="2779776"/>
            <a:ext cx="42062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816352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SSA, or reaching definitions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255264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Dead code elimination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21868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255264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Delete results nobody uses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8" y="3218688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6" y="3255264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Liveness, or SSA use counts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657600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694176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CSE / GVN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657600"/>
            <a:ext cx="39319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694176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Reuse an already-computed 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4928" y="3657600"/>
            <a:ext cx="42062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3694176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Available expressions, or SSA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9651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133088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Copy propagation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096512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133088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Replace a copy by its source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24928" y="4096512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4656" y="4133088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535424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572000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Inlining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535424"/>
            <a:ext cx="39319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4572000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Replace a call by the body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24928" y="4535424"/>
            <a:ext cx="42062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4572000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Call graph. The enabler (Part 3)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974336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010912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Strength reduction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4974336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2736" y="5010912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Multiply → add in loops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24928" y="4974336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34656" y="5010912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Loop structure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413248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449824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LICM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93008" y="5413248"/>
            <a:ext cx="39319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2736" y="5449824"/>
            <a:ext cx="37124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Hoist loop-invariant work out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24928" y="5413248"/>
            <a:ext cx="420624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34656" y="5449824"/>
            <a:ext cx="398678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Loop structure + dominance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Loops are where the time is, and where the wins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LOOP OPTIMISATION IS A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Programs spend nearly all their time in loops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transformation inside a loop is multiplied by the trip 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LICM hoists computations that do not 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out of the loop — one evaluation instead of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Strength reduction replaces a multiply by an add: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induction variable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i*4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becomes a running sum.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Unrolling amortises the loop overhead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exposes instruction-level parallelism (CSCE 614).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Vectorisation then uses the SIMD units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735 M02), and it is the single largest available win when it applies.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Phase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problem with no clean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Passes enable and disable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PHASE-ORDERING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Running A before B can expose opportunities for B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or destroy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Inlining before constant propagation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lets arguments become constants.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After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that opportunity is missed.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inlining increases code size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can hurt instruction cache behaviour and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reduce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performance (CSCE 614).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ordering that is optimal for all programs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finding the optimal ordering for a given program is intractable.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real compilers use a hand-tuned sequence, repeated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LLVM's pipeline runs some passes several times for exactly this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real pipeline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LLVM -O2, heavily abridged: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SROA                   (promote memory to registers -- first,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            because everything else needs SSA values)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early CSE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simplify CFG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instcombine            (peephole over IR)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inline                 (the enabler)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...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SROA again             (inlining exposed more)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instcombine again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jump threading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LICM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loop unroll / vectorise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GVN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dead store elimination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simplify CFG again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...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Note SROA, instcombine, and simplify-CFG appear MULTIPLE times.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Each pass creates opportunities for the ones before it, so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sequence is not a pipeline so much as a hand-tuned loop.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`opt -print-after-all` shows every intermediate. Read it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repetition is the admission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that the ordering problem has no clean 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Inlining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 that matters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Inlining is valuable for what it enables, not for the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COMMON MISUNDERSTANDING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Removing the call overhead is a minor benefit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call is a few cycles and is well predicted.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real value is that it makes the callee's body visible to every other optimisation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caller's actual arguments substituted.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constant argument becomes a constant inside the body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 branch on it folds, half the body becomes dead, and what remains may inline further.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Inlining is the transformation that unlocks the others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C++ templates and Rust generics are fast: monomorphisation is inlining with the types substituted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Deciding what to inline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Callee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⇒ inline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dominant signal in practice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Called once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Always inline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size cost at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Constant arguments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Strongly favour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Because of what it enables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a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Favour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Benefit is multiplied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Recursive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Inline a bounded depth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 not at 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Profile says cold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 not inline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Size costs i-cache everywhere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only way to settle any of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Measure each pass separately, and report the losses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Enable one pass at a time against a fixed baseline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over a benchmark suite that is not three microbenchmarks.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Some passes will lose on some programs.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normal, it is information, and hiding it is how compilers accumulate passes that do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Report the distribution, not the mean.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pass that helps 10% on average by helping one benchmark 200% is a different thing from one that helps everything a little.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measure code size and compile time too.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2% speedup for 40% more compile time is usually a bad trade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nobody notices unless it is 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optimisation benchmarks lie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Dead code elimination removes the benchmark.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Consume the result or the loop vanishes entirely.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Constant folding evaluates the whole thing at compile time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the inputs are literals.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Code layout changes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shift performance by several percent for reasons unrelated to the pass.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Three microbenchmarks is not a suite.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Passes are tuned to whatever you measure.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compare against </a:t>
            </a:r>
            <a:r>
              <a:rPr sz="1656" b="1" i="0">
                <a:solidFill>
                  <a:srgbClr val="3C4555"/>
                </a:solidFill>
                <a:latin typeface="Consolas"/>
              </a:rPr>
              <a:t>-O2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, not </a:t>
            </a:r>
            <a:r>
              <a:rPr sz="1656" b="1" i="0">
                <a:solidFill>
                  <a:srgbClr val="3C4555"/>
                </a:solidFill>
                <a:latin typeface="Consolas"/>
              </a:rPr>
              <a:t>-O0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CSCE 735's baseline rule, applied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layout effect is large and underappreciated: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aligning a hot loop differently can outweigh the optimisation you were measuring.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Individual passes are unimpressive alone; the value is in the cascade — inlining enables propagation, which enables folding, which enables elimination.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Loops dominate runtime, so transformations inside them are multiplied by the trip count, and vectorisation is the largest available win.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No pass ordering is optimal for all programs and finding the optimal one is intractable, so real pipelines repeat passes.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Inlining is valuable for what it exposes to other passes, not for removing the call — which is why monomorphisation makes generics fast.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Code size is a real cost: instruction cache misses can exceed the call overhead that inlining removed.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Measure each pass separately against -O2, report the distribution and the losses, and track compile time and code size alongside speed.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