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That soundness is sometimes deliberately traded away surprises people.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rules bottom-up and they are already the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Showing the correspondence makes the notation feel useful rather than academic.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Reframing restrictions as enabling optimisation is the insight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605 — Compiler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Type Checking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Proving, before it runs, that the operations make sense.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605 · Module 06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Implement a type checker for a small language.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soundness and completeness, and why both are impossible.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Implement Hindley–Milner inference and state its limits.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subtyping and variance.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how shader languages differ and why.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605 · Compiler Design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What a type system is for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 proof system with a deadline.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605 · Compiler Design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type system is an automated proof of a weak theorem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FRAMING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It proves, before execution, that certain errors cannot occur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typically that no operation is applied to a value it cannot handle.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theorem is deliberately weak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so that the proof can be found automatically, for every program, quickly.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Rice's theorem is the reason.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Any non-trivial semantic property of programs is undecidable, so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checker must be incomplete, or unsound, or non-terminating.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Nearly all choose incomplete: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they reject some programs that would in fact have run fine.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That rejection is the price, and the whole design question is what you buy with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605 · Compiler Design  —  Module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THE TRADE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Soundness, completeness, and what gets given up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4688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Property</a:t>
            </a:r>
          </a:p>
        </p:txBody>
      </p:sp>
      <p:sp>
        <p:nvSpPr>
          <p:cNvPr id="8" name="Rectangle 7"/>
          <p:cNvSpPr/>
          <p:nvPr/>
        </p:nvSpPr>
        <p:spPr>
          <a:xfrm>
            <a:off x="3035808" y="1901952"/>
            <a:ext cx="42062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45536" y="19568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Meaning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42048" y="1901952"/>
            <a:ext cx="43891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51775" y="1956816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Who gives it up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Sound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35808" y="2377440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45536" y="24140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Accepted ⇒ no type error at runtime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42048" y="2377440"/>
            <a:ext cx="4389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51775" y="2414016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C, C++, Java (arrays), TypeScript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468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Complete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35808" y="2852928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45536" y="2889504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Would not error ⇒ accepted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42048" y="2852928"/>
            <a:ext cx="43891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51775" y="2889504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Essentially everyone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Decidable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35808" y="3328416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45536" y="3364992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The checker always terminates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42048" y="3328416"/>
            <a:ext cx="4389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51775" y="3364992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C++ templates; some dependent types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468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Inferring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35808" y="3803904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145536" y="3840480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Annotations are optional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242048" y="3803904"/>
            <a:ext cx="43891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51775" y="3840480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C, Java (partly); Go (partly)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605 · Compiler Design  —  Module 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Checking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rules, and the code that implements them.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605 · Compiler Design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TYPING RULES 1/2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notation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A typing rule: premises above the line, conclusion below.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    G |- e1 : int      G |- e2 : int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    --------------------------------          (T-ADD)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          G |- e1 + e2 : int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    G |- c : bool    G |- a : T    G |- b : T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    -----------------------------------------  (T-IF)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          G |- if c then a else b : T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"G |- e : T" reads: in environment G, expression e has type T.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Note that T-IF requires BOTH branches to have the SAME type.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That is a LANGUAGE DESIGN decision, not a necessity -- relaxing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it to "some common supertype" is exactly what requires the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subtyping machinery of Part 3.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Premises are the recursive calls; the conclusion is the return value.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605 · Compiler Design  —  Module 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TYPING RULES 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…and the function they become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cpp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// Each rule becomes one case of one recursive function.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Type check(Env&amp; G, Expr* e) {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switch (e-&gt;kind) {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case ADD: {                                   // T-ADD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  Type l = check(G, e-&gt;lhs);                // premise 1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  Type r = check(G, e-&gt;rhs);                // premise 2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  if (l != INT || r != INT)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      error(e-&gt;span, "operands of + must be int");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  return INT;                               // conclusion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}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case IF: {                                    // T-IF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  if (check(G, e-&gt;cond) != BOOL)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      error(e-&gt;cond-&gt;span, "condition must be bool");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  Type a = check(G, e-&gt;then_), b = check(G, e-&gt;else_);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  if (a != b)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      error(e-&gt;span, "branches have different types");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  return a;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}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...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}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Inference rules are not decoration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they translate directly into the checker, one case per rule.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605 · Compiler Design  —  Module 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Inference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Working out the types you did not write.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605 · Compiler Design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Hindley–Milner: unification over type variables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HOW INFERENCE 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Give every unknown a fresh type variable.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Then walk the program generating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constraints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: this must equal that.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Solve the constraints by unification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the same algorithm as in logic programming, with an occurs check to reject infinite types.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Generalise at </a:t>
            </a:r>
            <a:r>
              <a:rPr sz="1472" b="1" i="0">
                <a:solidFill>
                  <a:srgbClr val="141924"/>
                </a:solidFill>
                <a:latin typeface="Consolas"/>
              </a:rPr>
              <a:t>let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bindings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what gives polymorphism: a function used at two types gets two instantiations.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It infers principal types with no annotations at all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remarkable, and it is why ML and Haskell feel the way they do.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Adding subtyping or higher-rank polymorphism breaks it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why most languages ask for some annotations.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605 · Compiler Design  —  Module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Variance is where subtyping gets subtle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RULE PEOPLE GET WRONG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If Cat is a subtype of Animal, is List&lt;Cat&gt; a subtype of List&lt;Animal&gt;?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Only if the list is read-only.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 mutable List&lt;Animal&gt; accepts a Dog, so treating a List&lt;Cat&gt; as one would let you insert a Dog into it.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Covariant in output positions, contravariant in input positions.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 function returning Cat is usable where one returning Animal is wanted; a function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taking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Animal is usable where one taking Cat is wanted.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Java's arrays are covariant and therefore unsound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why every array store carries a runtime check.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type system hole paid for on every write, forever.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605 · Compiler Design  —  Module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Shader type systems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Where the rules are different, and why.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605 · Compiler Design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SHADERS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How shading languages differ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7432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Feature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3310128" y="1901952"/>
            <a:ext cx="38404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19856" y="1956816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Shader languages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50608" y="1901952"/>
            <a:ext cx="44805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60336" y="1956816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Why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 pointers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10128" y="2377440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19856" y="2414016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Absent or heavily restricted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50608" y="2377440"/>
            <a:ext cx="4480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60336" y="2414016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 aliasing ⇒ far better optimisation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 recursion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10128" y="2852928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19856" y="2889504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Forbidden (mostly)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50608" y="2852928"/>
            <a:ext cx="4480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60336" y="2889504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 call stack; bounded registers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Vector types first-class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10128" y="3328416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19856" y="3364992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8" b="0" i="0">
                <a:solidFill>
                  <a:srgbClr val="3C4555"/>
                </a:solidFill>
                <a:latin typeface="Consolas"/>
              </a:rPr>
              <a:t>float4</a:t>
            </a:r>
            <a:r>
              <a:rPr sz="1150" b="0" i="0">
                <a:solidFill>
                  <a:srgbClr val="3C4555"/>
                </a:solidFill>
                <a:latin typeface="Calibri"/>
              </a:rPr>
              <a:t>, swizzles, component ops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50608" y="3328416"/>
            <a:ext cx="4480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60336" y="3364992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 hardware is SIMD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Precision qualifiers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10128" y="3803904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19856" y="3840480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8" b="0" i="0">
                <a:solidFill>
                  <a:srgbClr val="3C4555"/>
                </a:solidFill>
                <a:latin typeface="Consolas"/>
              </a:rPr>
              <a:t>half</a:t>
            </a:r>
            <a:r>
              <a:rPr sz="1150" b="0" i="0">
                <a:solidFill>
                  <a:srgbClr val="3C4555"/>
                </a:solidFill>
                <a:latin typeface="Calibri"/>
              </a:rPr>
              <a:t>, </a:t>
            </a:r>
            <a:r>
              <a:rPr sz="1058" b="0" i="0">
                <a:solidFill>
                  <a:srgbClr val="3C4555"/>
                </a:solidFill>
                <a:latin typeface="Consolas"/>
              </a:rPr>
              <a:t>lowp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50608" y="3803904"/>
            <a:ext cx="4480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60336" y="3840480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Mobile power and bandwidth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Uniform vs varying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310128" y="4279392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19856" y="4315968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In the type system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50608" y="4279392"/>
            <a:ext cx="4480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60336" y="4315968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Decides where a value lives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754879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791455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 dynamic allocation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310128" y="4754879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419856" y="4791455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None at all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150608" y="4754879"/>
            <a:ext cx="4480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60336" y="4791455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Thousands of threads; no allocator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605 · Compiler Design  —  Module 06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restrictions are what make the optimisation possible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POINT OF PART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C compiler cannot prove two pointers do not alias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it must assume they might — which blocks reordering, vectorisation, and register promotion constantly.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shader has no pointers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every value's provenance is known exactly, and aggressive transformation is always legal.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No recursion means no call stack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everything inlines and register pressure is statically bounded (Module 11).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shader compilers routinely achieve what C compilers cannot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not because they are better, but because the language gave them a stronger guarantee.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Restricting the language is how you buy optimisation.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605 · Compiler Design  —  Module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A type system is an automated proof of a deliberately weak theorem; Rice's theorem forces it to be incomplete, unsound, or non-terminating.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Almost every type system chooses incomplete — rejecting some programs that would have run — and some choose unsoundness deliberately.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Inference rules translate directly into the checker, one case per rule, read bottom-up.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Hindley–Milner infers principal types with no annotations by unification plus generalisation at let bindings, and subtyping breaks it.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Variance is covariant in output positions and contravariant in input positions; Java's covariant arrays are unsound and pay a runtime check on every store.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Shader languages forbid pointers, recursion, and allocation — and those restrictions are precisely what let their compilers optimise so aggressively.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605 · Compiler Design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