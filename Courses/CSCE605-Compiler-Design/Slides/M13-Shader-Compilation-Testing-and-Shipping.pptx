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occupancy connection makes this concrete for anyone who took 735.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Shader Compilation, Testing, and Shipping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compiler you already depend on, and how to know yours is right.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shader compilation pipeline end to end.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pipeline state objects and shader compilation stutter.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shader permutation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differential and randomised testing to a compiler.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compiler can honestly 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shader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your shader actually goes.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Source to silicon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HLSL / GLSL source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|  OFFLINE, at build time -- DXC or glslang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|    lex, parse, type check, optimise      (Modules 02-09)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v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SPIR-V or DXIL           &lt;- an SSA IR (Module 07) you can read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|                       and ship inside your game package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|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|  AT RUNTIME, in the GRAPHICS DRIVER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|    the driver contains a WHOLE SECOND COMPILER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|    instruction selection, scheduling, register allocation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|    for an ISA that is undocumented and changes per GPU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v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GPU machine code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KEY FACTS: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* the second compile happens on the USER'S machine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* it happens when the PIPELINE STATE OBJECT is created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* register allocation decides OCCUPANCY (CSCE 735 M08),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so the driver's allocator decides your performance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* you cannot see, profile, or control that compiler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Two compilers, and you control only the first.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 one that decides your occupancy runs on the user's machine.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shader compilation stutter happens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EXPLANATION, PROPERLY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driver compiles when a pipeline state object is created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PSO bundles the shaders with the blend, depth, and raster state, because the driver specialises the code for all of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new material, a new effect, or a new state combination means a compile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tens to hundreds of milliseconds, on the frame it is first needed.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hitch.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a compiler running inside your frame.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fixes: precompile every PSO at load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(so the wait is a loading screen),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ship a pipeline cache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compile on a background thread and substitute a placeholder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three are now standard, and all three are work the engine must do deliberately.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Permutations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combinatorial problem underneath.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Shader permutations multiply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SCALING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Shaders are specialised by preprocessor flags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number of lights, shadows on or off, normal mapping, skinning, fog, instancing.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 independent boolean features means 2ⁿ variants.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Twenty features is a million shaders.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Specialisation is why they are fast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dynamic branching, no unused registers, maximum occupancy.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trade is compile time and package size against runtime speed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responses are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uber-shaders with dynamic branching, on-demand compilation, and specialisation constants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(which SPIR-V supports directly, deferring the choice to pipeline creation).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Testing a 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only way to find miscompiles.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Differential testing finds what test suites cannot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Generate a random program, run it through two compilers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or one compiler at two optimisation levels — and compare the output.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difference is a bug in one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no expected output needed. That is what makes it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generator must avoid undefined behaviour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§4), or every difference is a false positive.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hard part of building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Csmith found over 400 bugs in GCC and LLVM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were in the optimiser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exactly where hand-written tests are weakest, because nobody writes tests for the interaction of three passes.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test a compiler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Differential testing against a reference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on generated programs. The highest-yield technique by a wide margin.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Self-differential: compare </a:t>
            </a:r>
            <a:r>
              <a:rPr sz="1610" b="1" i="0">
                <a:solidFill>
                  <a:srgbClr val="3C4555"/>
                </a:solidFill>
                <a:latin typeface="Consolas"/>
              </a:rPr>
              <a:t>-O0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 and </a:t>
            </a:r>
            <a:r>
              <a:rPr sz="1610" b="1" i="0">
                <a:solidFill>
                  <a:srgbClr val="3C4555"/>
                </a:solidFill>
                <a:latin typeface="Consolas"/>
              </a:rPr>
              <a:t>-O2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Needs no second compiler at all.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Metamorphic testing: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transform the program in a meaning-preserving way; the output must not change (CSCE 620 M13).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 IR verifier run after every pass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catches a broken pass immediately rather than three passes later.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Test case reduction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(C-Reduce, </a:t>
            </a:r>
            <a:r>
              <a:rPr sz="1610" b="0" i="0">
                <a:solidFill>
                  <a:srgbClr val="3C4555"/>
                </a:solidFill>
                <a:latin typeface="Consolas"/>
              </a:rPr>
              <a:t>llvm-reduce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).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3,000-line failing case is useless; a 10-line one is a bug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verifier-after-every-pass discipline is the cheapest of these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finds the most bugs per hour spent.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Translation validation, and verified compilers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STRONGER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Translation validation checks each compilation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prove this output equivalent to this input, rather than proving the compiler correct in general.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Alive2 does this for LLVM passes and has found real bugs.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verified compiler proves the whole thing once.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CompCert is proved correct in Coq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Csmith found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no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miscompiles in its verified parts — the only compiler tested of which that was true.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enormous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optimisation is weaker than GCC's.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is used where a miscompile is unacceptable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avionics, medical devices, nuclear control.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real answer, at a real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course, and the semester,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compiler can honestly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'Conforms to this language subset, with these documented extensions and these known deviations.'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'Tested differentially against GCC on 10 million generated programs; 3 miscompiles found and fixed.'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That is the claim — not 'correct'.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'This optimisation level makes these transformations and assumes no undefined behaviour.'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'Debug information is accurate at -O0 and degrades predictably above it.'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what you cannot say: 'it generates correct code'.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CompCert can say something close. You cannot.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Stating what was tested, and how much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is the only honest form the claim can take.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build a compiler end to end, and you know which representation makes each phase possible.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understand the toolchain you already depended 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what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-O2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doing, why undefined behaviour is dangerous, why your shaders stutter, and what a driver is doing on the user's machine.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614 described the machine this targets; 629 gave the algorithms; 735 explained what the generated code must exploit; 620 supplied the geometry.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678 finishes the semester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once the code is compiled and correct, the remaining question is how more than one machine runs it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shader is compiled twice: offline to SPIR-V or DXIL, and again by the driver on the user's machine for an undocumented ISA you cannot profile.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Stutter happens because the driver compiles when a pipeline state object is created, which is a compiler running inside your frame.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 boolean shader features means 2ⁿ variants; specialisation is why shaders are fast and why the permutation count explodes.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Differential testing on generated programs needs no expected output, which is what makes it scale — and the generator must avoid undefined behaviour.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Running an IR verifier after every pass is the cheapest testing discipline and finds the most bugs per hour.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You cannot claim a compiler generates correct code; you can state what was tested and how much.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