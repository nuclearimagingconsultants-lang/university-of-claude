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copying-allocation-is-a-pointer-bump point surprises people who assume GC is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answer is a people question, not a technical one,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605 — Compiler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Runtimes: Garbage Collection, JIT, and Scripting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runs alongside the code you generated.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605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garbage collection algorithms on their real trade-offs.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generational collection and the generational hypothesis.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JIT tiering, deoptimisation, and inline caches.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the embedding of a scripting language in an engine.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GC pauses and frame budgets conflict.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Garbage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algorithms, and what they actually trade.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COLLECTORS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collection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Reference counting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Count references; free at zero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Incremental; cycles leak; write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Mark-sweep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Trace from roots; free the unmarked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Handles cycles; fragments; pauses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Mark-compact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Mark, then slide survivors together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fragmentation; moves objects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Copying (semispace)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Copy live to a new space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Allocation is a pointer bump; 2× memory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Generational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Collect young objects often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big win. Needs a write barrier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Concurrent / incremental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Collect alongside the program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Shorter pauses; lower throughput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generational hypothesis is why GC is affordable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EMPIRICAL FACT THE DESIGN RESTS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objects die young.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This is observed across almost every program in almost every language — temporaries, intermediate results, short-lived closures.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collect the young generation frequently and cheaply.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copying collector's cost is proportional to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survivors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to the garbage.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95% dies, collecting is nearly free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 copy 5% and reset a pointer.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a write barrier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every pointer store must be recorded if it points from old to young.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small tax on every write, to make collection cheap.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Allocation in a copying collector is a pointer bump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'GC IS SLOW' IS TOO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Allocation is: add the size to a pointer, compare against the limit, return the old value.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Three instructions, no free list, no search.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faster than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malloc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must search a size class and manage metadata.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survivors are copied into contiguous memory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related objects become adjacent — a locality benefit (CSCE 614).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not throughput; it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pauses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and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memory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GC'd program typically needs 2–5× the live-set size to perform well.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Those are the real trades.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JIT compilation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Compiling with information you did not have.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Tiering: start fast, get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STRUCTURE OF A MODERN JIT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Tier 0: interpret.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Zero compile time, slow execution. Most code runs here and never leaves.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Tier 1: compile quickly with minimal optimisation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while gathering profile data — types seen, branches taken, call targets.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Tier 2: compile the hot code hard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using the profile to specialise aggressively.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deoptimise when an assumption breaks.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specialised code guards its assumptions; on failure it transfers control back to the interpreter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mid-function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reconstructing the interpreter's state from the compiled frame.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reconstruction is the hard 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Inline caches: speculating on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TECHNIQUE THAT MAKES DYNAMIC LANGUAGES FAST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a dynamic language,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x.foo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requires a lookup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object's shape is not known statically.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at a given site, the shape is usually the same every time.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cache the result of the lookup, keyed on the shape.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Monomorphic sites — one shape ever — become a shape check and a fixed offset load.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Nearly as fast as a C struct field access.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Polymorphic caches hold a few shapes; megamorphic sites fall back to the full lookup.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single technique is most of why JavaScript is fast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why consistent object shapes matter for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Scripting in an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design decisions that actually come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EMBEDDING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 a scripting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Lua / LuaJIT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Tiny, fast, designed to embed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 standard library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C# (Mono / IL2CPP)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Full language and tooling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runtime; GC pauses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Visual scripting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Non-programmers can use 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Diffs and merges are painful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WASM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 source language; sandboxed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Host interop is awkward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Custom DSL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Exactly your domain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own tooling forever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Native hot-reload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Full speed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889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Crashes take the engine down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GC pauses and frame budgets are in direct conflict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ENGINE'S SPECIFIC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60 Hz frame budget is 16.7 ms, and most of it is already committed.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10 ms GC pause is a visible hitch; a 50 ms pause is a stutter everyone notices.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engines fight the allocator rather than the collector: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pool objects, reuse buffers, avoid allocating in the per-frame path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Unity's advice is essentially 'do not allocate during gameplay'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strong signal about where the problem lies.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Incremental and concurrent collectors trade throughput for pause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exactly the right trade here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frame budget cares about the worst case, not the mean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650 M06).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embedding actually goes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INTEROP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makes an embedding painful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Object lifetime across the boundary.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script holds a reference to a native object the engine then destroys.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Two garbage collectors, or one GC and manual memory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that cannot see each other's references — so cycles across the boundary leak.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Error propagation.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script error must not crash the engine, and must still be reported usefully.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Threading.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Most script runtimes are single-threaded; the engine is not (CSCE 735).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call overhead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crossing the boundary per entity per frame is a real cost.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Batch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Design the boundary first.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It is much harder to narrow later, and it determines everything else.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Nearly every production collector is generational, with a copying young generation and a mark-compact old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generational hypothesis — most objects die young — is what makes GC affordable, because a copying collector's cost is proportional to survivors.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Allocation in a copying collector is a pointer bump and is faster than malloc; the real costs are pause time and 2–5× memory.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tiered JIT interprets, then compiles cheaply while profiling, then compiles hot code hard — and deoptimisation must reconstruct interpreter state mid-function.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Inline caches speculate that a call site sees one object shape, and are most of why JavaScript is fast.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GC pauses conflict directly with frame budgets, so engines avoid allocating rather than tuning the collector.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