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spacing-wins rule is the module's most immediately usable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671 — Human-Computer Interaction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Perception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people see, which is not what is on the screen.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671 · Module 02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grouping principles and apply them to a layout.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contrast, colour, and their limits.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preattentive features and pop-out.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change blindness and its design consequences.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Predict what will and will not be noticed.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Grouping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visual system groups before you decide anything.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GROUPING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principles, in rough order of strength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PROXIMITY     things close together are one group.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       The strongest of these by a wide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       margin, and the cheapest to use.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COMMON REGION a shared enclosure or background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       groups, and it overrides proximity.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SIMILARITY    same colour, shape, or size groups.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       Weaker than proximity, and useful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       across distance.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CONNECTEDNESS a visible link groups very strongly,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       and overrides similarity.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CONTINUITY    aligned things read as a sequence,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       which is why alignment matters more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       than it looks.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CLOSURE       the eye completes an implied shape.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AND THE PRACTICAL CONSEQUENCE: if your spacing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contradicts your intended grouping, the spacing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wins. A label closer to the wrong field is attached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to the wrong field, whatever the markup says.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If the spacing contradicts the intended grouping, the spacing wins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makes whitespace a functional rather than an aesthetic decision.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Which makes whitespace structural rather than decorative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CONSEQUENCE WORTH INTERNALISING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Grouping by proximity is automatic and pre-conscious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user does not decide to group things, and cannot decide not to.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layout communicates a structure whether or not you intended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commonest form-design defect is a label equidistant between two fields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attaches to neither reliably.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fix is free: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reduce the space between related items and increase it between groups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costs nothing and requires no new elements.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a cluttered interface is not merely ugly but harder to use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uniform spacing conveys no structure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 user has to construct it from the content, which costs attention (Module 03).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Contrast and colour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Including the limits people design past.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COLOUR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colour can and cannot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Colour is excellent for categorical distinction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up to about five to seven categories, after which people cannot keep the mapping (Module 03 §2).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And poor for ordered quantities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unless the scale is designed for it — which is CSCE 679 §04's whole subject.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Luminance contrast carries the structure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and hue does not —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which is why a design must work in greyscale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before colour is added.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And a substantial minority of people cannot distinguish some hue pairs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so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colour must never be the only channel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(CSCE 632 §03).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Which makes 'redundant encoding' the rule: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colour </a:t>
            </a:r>
            <a:r>
              <a:rPr sz="1650" b="0" i="1">
                <a:solidFill>
                  <a:srgbClr val="3C4555"/>
                </a:solidFill>
                <a:latin typeface="Calibri"/>
              </a:rPr>
              <a:t>and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shape, colour </a:t>
            </a:r>
            <a:r>
              <a:rPr sz="1650" b="0" i="1">
                <a:solidFill>
                  <a:srgbClr val="3C4555"/>
                </a:solidFill>
                <a:latin typeface="Calibri"/>
              </a:rPr>
              <a:t>and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position, colour </a:t>
            </a:r>
            <a:r>
              <a:rPr sz="1650" b="0" i="1">
                <a:solidFill>
                  <a:srgbClr val="3C4555"/>
                </a:solidFill>
                <a:latin typeface="Calibri"/>
              </a:rPr>
              <a:t>and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a label.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'Must work in greyscale' is the quickest available test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it catches the colour-only encoding, the insufficient contrast, and the hue-carrying-the-structure error at once.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Preattentive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is found without searching.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few visual features are processed in parallel, so one item differing in them is found instantly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PROPERTY THAT MAKES POP-OUT POSSIBLE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Colour, size, orientation, motion, and a few others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single item differing in one of these is located in constant time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regardless of how many distractors there are.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basis of every effective visual highlight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only works for one feature.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Because a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conjunction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of features requires serial search: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finding the one red circle among red squares and blue circles takes time proportional to the number of items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measured and reliable result.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design rule is: highlight along exactly one dimension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more things you highlight, the less any of them pops out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an interface where everything is emphasised has no emphasis at 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how to use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Pick one feature for your most important distinction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and do not reuse it for anything else.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Motion is the strongest and the most expensive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it captures attention involuntarily, which is why an animated advertisement works and why it is intolerable.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count your emphasis.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If more than about three things on a screen are emphasised, none of them is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which is a countable defect.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Reserve the strongest channel for the rarest and most important event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means errors rather than branding.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test it by looking away and back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whatever you see first is what is emphasised.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'Look away and back' is a five-second test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what you see first is what the design actually emphasises, regardless of intent.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Change blindness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finding with the largest design consequence.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People reliably fail to notice large changes outside their focus of attention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AND IT IS MUCH STRONGER THAN INTUITION SUGGESTS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substantial change to a scene, made during a saccade or a brief interruption, goes unnoticed by most observers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including changes to the thing they were nominally looking for.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status message appearing in the corner is not feedback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user was looking at the button they clicked, and the change happened elsewhere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Module 01 §1's evaluation gap arriving perceptually.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feedback has to appear where the attention already is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at the point of interaction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or move, which overrides the blindness.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why 'we showed a notification' is not a defence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showing is not the same as being perceived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difference is measurable.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Predicting what will be noticed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At the point of interaction, or moving: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noticed reliably.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In the periphery, static, and not differing preattentively: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reliably missed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however large.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In a position where something always appears: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missed, because it is habituated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which is why banner-position content is invisible.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during a transition or a page change: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missed, because the change blindness window is exactly then.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So place feedback at the cursor, the field, or the control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which is almost always possible and almost never done.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Habituation to position is why anything in the advertising position is unseen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including genuine content you put there, which is a mistake worth avoiding.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If the spacing contradicts the intended grouping, the spacing wins — which makes whitespace a functional decision.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Uniform spacing conveys no structure, so a cluttered interface is harder to use rather than merely uglier.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Luminance contrast carries the structure and hue does not, so a design must work in greyscale.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 single differing feature is found in constant time and a conjunction requires serial search, so highlight along exactly one dimension.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If more than about three things on a screen are emphasised, none of them is — which is a countable defect.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People reliably miss large changes outside their attention, so a corner status message is not feedback.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