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vocabulary is the course's central practical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671 — Human-Computer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Why Interfaces Fail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gap between the system's model and the user's.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671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gulfs of execution and evaluation.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designers are blind to their own designs.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affordances and signifiers and distinguish them.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'user error' is usually a design finding.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Diagnose a failure mechanically rather than descriptively.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gulfs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Doing, and understanding what happened.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gulf of execution is not knowing what to do; the gulf of evaluation is not knowing what happened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TWO FAILURES, AND THEY NEED DIFFERENT FIXES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gulf of execution: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person has a goal and cannot work out which action achieves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problem of what the interface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shows is possible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gulf of evaluation: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person acted and cannot tell what the system did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problem of feedback, and is the one more often neglected.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fail differently.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execution gap produces hesitation and search; an evaluation gap produces repeated actions, undo, and eventually a wrong belief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about how the system works.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diagnosis matters: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adding a label fixes an execution gap and does nothing for an evaluation gap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confusing the two is why interface fixes frequently do not help.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failure mechanisms this course names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the user experiences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1901952"/>
            <a:ext cx="3200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5" y="19568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Missing signifier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Does not know the action is possible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2377440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5" y="24140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01 §3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Absent feedback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Cannot tell what happened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2852928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5" y="2889504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01 §1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Perceptual failure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Did not see 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2048" y="332841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5" y="3364992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Attention failure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Saw it and did not process 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42048" y="3803904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51775" y="3840480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03 §1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Memory demand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Had to hold something and did not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42048" y="4279392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51775" y="4315968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03 §2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Model mismatch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1868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2841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Expected something else entirely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42048" y="4754879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51775" y="4791455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Designer blindness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structural, not a lack of care.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 cannot un-know how your own interface works, which makes your judgement of it nearly worthless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GOVERNING CONSTRAINT ON THIS WHOLE SUBJECT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know the conceptual model, the vocabulary, the state machine, and which of the three similar buttons does the 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none of that is available to the user.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interface is legible to you by construction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cannot simulate not knowing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cognitive limit rather than a failure of imagination.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your opinion about your own interface's usability is nearly worthless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opinions of your colleagues who built it with you are no better.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only remedy is observation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watching five people struggle is worth more than any amount of reasoning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this is the single most important claim in the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follows from designer blindness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Design arguments cannot be settled by argument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two designers disagreeing about what is obvious are both unreliable witnesses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the resolution is to watch somebody.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Internal demos tell you nothing about usability.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Everyone in the room knows the model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the demo tests the implementation and not the design.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a user who 'does not read' is not the finding.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Nobody reads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it is a stable, measured property of people, and a design relying on reading has made an assumption it cannot support.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'the user should have…' is never a conclusion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the user is not available to be changed.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makes observation a method rather than a courtesy.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'The user should have read it' is the sentence that ends an investigation prematurely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the measured non-reading rate is the reason it is not a defence.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Affordances and signifiers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distinction worth getting right.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affordance is what an object permits; a signifier is what tells you 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DISTINCTION, AND 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door affords pushing whether or not anything indicates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affordance is a relation between the object and the person's capabilities, and it exists unperceived.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flat plate is a signifier: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communicates that pushing is what to do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a handle on a push door is a signifier for the wrong affordance, which is why those doors fail.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most interface failures are missing or misleading signifiers rather than missing affordances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action was possible and nothing said so, or something said the wrong 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the distinction is worth keeping: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'add an affordance' is usually a confused request, and 'add a signifier' is an actionable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SIGNIFIERS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where signifiers go wrong in software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Hidden gestures and shortcuts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affordance exists and nothing indicates it, so only people who were told will ever find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Elements that look clickable and are not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elements that are clickable and do not look it — both of which cost trust in every other element.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Disabled controls with no explanation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signify that something is possible while refusing it, with no path to making it possible.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inconsistent signifiers within one system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same visual treatment meaning different things in different places, which destroys the learning the user did.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why consistency is worth more than local optimality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05 §2).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Inconsistency is expensive because it invalidates learning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 user who learned your convention and then found an exception now trusts none of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User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a category to be suspicious 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“User error” names a design finding you have decided not to investigate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REFRAMING THIS COURSE REQUIRES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People make mistakes at a predictable rate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design whose correct operation depends on their not doing so has made an assumption that does not hold.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question is never 'why did they do that' but 'why did the system permit it to matter'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exactly CSCE 701 §10 §4's blameless post-mortem framing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arriving here first.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fixes are the same shape: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make the error impossible, make it recoverable, or make it visible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in that order of preference.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confirmation dialogues are the weakest fix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they are read once and then dismissed reflexively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undo is the strongest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it requires nothing of the user at the moment of the error.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read this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Modules 02 to 05 are what people are like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what follows for design — perception, attention, memory, mental models, and the principles.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Modules 06 to 09 are method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prototyping, usability testing, controlled experiments, and qualitative observation.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Modules 10 and 11 are specific domains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interfaces for programmers, and the input and output modalities.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Modules 12 and 13 are consequences and honest claims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manipulative design, and what a study establishes.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With Module 07 being the one to internalise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everything else is argument and that is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If you take one thing from this course, take the habit of watching five people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is cheap, it is uncomfortable, and it is the only reliable source of information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 execution gap is not knowing what to do and an evaluation gap is not knowing what happened; they need different fixes.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You cannot un-know how your own interface works, which makes your judgement of its usability nearly worthless.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Two designers disagreeing about what is obvious are both unreliable witnesses, so the resolution is to watch somebody.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An affordance is what an object permits and a signifier is what tells you so — most failures are missing signifiers.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Inconsistency is expensive because it invalidates the learning the user already did.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Make the error impossible, recoverable, or visible — in that order, which makes undo stronger than a confirmation dialogue.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