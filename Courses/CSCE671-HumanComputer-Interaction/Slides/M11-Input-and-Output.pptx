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Fitts's law is the only genuinely predictive law here;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no-hover consequence breaks a lot of desktop design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variability finding is the one systems people need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671 — Human-Computer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Input and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Modalities, and what each one is good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671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Fitts's law and what it predicts.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input modalities and their error characteristics.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latency's effect on interaction.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modality appropriateness.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an interaction for a device and a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Pointing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has a quantitative law.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FITTS'S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one quantitative law in interface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 = a + b · log₂(D/W + 1)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Time to acquire a target, from the distance to it and its width along the direction of travel.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so: bigger is faster, and nearer is faster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Logarithmically in both, which means doubling the size helps less than halving the distance to a small target.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and an edge target has effectively infinite width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is why a screen-edge menu bar is faster to hit than a floating one of the same size.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edge consequence is the non-obvious one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 target you cannot overshoot behaves as if it were much larger.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Fitts's law tells you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Make frequently-used targets larger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dangerous ones smaller or further away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is Module 03 §4's slip prevention with a number.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Put things at the edges and corners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are effectively infinite targets —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corners are the fastest points on a screen.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Keep related controls near where the pointer already is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why a context menu beats a toolbar for a selection-specific action.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beware of adjacent targets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since the law predicts the travel and not the accuracy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adjacency is what produces slips.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On touch, the minimum size is set by the finger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roughly nine millimetres, which is much larger than a cursor needs.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Dangerous targets should be smaller and further away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deliberate use of the law against itself, and is the right design for a destructive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Modalities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Each with a different error profile.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input modalities, and what each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Modality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Good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Error profile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Keyboard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Text, and fast expert commands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Typos; discoverable only if signified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Precise pointing and selection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Slips on adjacent targets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Touch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Direct manipulation; mobile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Occlusion by the hand; imprecision; no hover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Speech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Hands-free; eyes-free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Recognition errors, and no undo in the channel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Gaze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Selection when nothing else is available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1908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Involuntary movement; no natural click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Speech has no cheap undo, which changes the whole interaction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CONSTRAINT THAT IS SPECIFIC TO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misrecognised word must be corrected by speaking again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slower than the original input and may itself be misrecognised,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errors compound rather than resolve.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there is no equivalent of pointing at the mistake: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channel is linear and has no spatial reference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'no, the other one' is hard to express.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a speech interface must be designed around confirmation and correction rather than around input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confirmation cost is what makes long speech interactions unpleasant.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speech suits short commands with clear confirmations, and suits dictation badly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unless a visual channel is available for correction — which is why dictation on a screen works and dictation to a speaker does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changes behaviour, not only satisfaction.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thresholds, and what each one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~100 ms   feels instantaneous. The action and the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result are one event.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~1 s      the flow of thought is preserved, and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the delay is noticed. No feedback needed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beyond the result.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~10 s     attention is lost. The user will switch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to something else, and needs a progress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indicator and an estimate to decide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whether to wait.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AND THE SECOND-ORDER EFFECTS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people type more slowly when echo is delayed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they click again when nothing happened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they lose the causal connection between the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action and the result, which breaks the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evaluation gap (Module 01 section 1)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and VARIABLE latency is worse than uniformly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slow latency, because it defeats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Variable latency is worse than uniformly slow latency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because the user cannot form an expectation, and so cannot plan around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By device, context, and what else is going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determines the right interaction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What the hands and eyes are doing.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Driving, cooking, and walking each remove a channel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a design assuming full visual attention fails in all three.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precision available.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finger is not a cursor, and a controller is not either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so target sizes and the whole layout change.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environment.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Noise defeats speech; sunlight defeats low contrast; gloves defeat capacitive touch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all of which are design constraints rather than user problems.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social setting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since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speech and gesture are public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in a way that typing is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the modality follows from the context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context nobody specified gets a desktop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 context nobody specified gets a desktop design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is then deployed on a phone in sunlight to somebody holding a bag — and the failures are blamed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accessibility connection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constraint in this module is somebody's permanent condition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design that works one-handed, eyes-free, or without fine motor control works for far more people than the situational cases suggest.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CSCE 632's argument, and it is an argument about design quality rather than about accommodation.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situational framing is the persuasive one: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'usable while holding a child' and 'usable one-handed permanently' are the same design requirement.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design for the constraint rather than for the population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makes the requirement general and the benefit broad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where this module hands over to CSCE 632.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Fitts's law is the one genuinely predictive law here, and an edge target has effectively infinite width.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Dangerous targets should be smaller and further away, which is the deliberate use of the law against itself.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'No hover' is the touch constraint most often forgotten, and it breaks every tooltip and preview pattern.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Speech has no cheap undo and no spatial reference, so errors compound rather than resolve.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Variable latency is worse than uniformly slow latency, because the user cannot form an expectation.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Every constraint in this module is somebody's permanent condition, which makes situational and permanent needs the same design requirement.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