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Tying each principle to its mechanism is the pedagogical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Interaction Design Principles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rules, and what each one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principles and the mechanism behind each.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where they conflict and how to decide.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visibility, feedback, and constraints concretely.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defaults and why they dominate.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heuristics as a review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with a mechanism, not just an injunction.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principles and the mechanism each addresses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Principle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Closes the execution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01 §1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Closes the evaluation 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01 §1, 02 §4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Consistency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Preserves learning; cuts memory load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01 §3, 03 §2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Constraints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Makes the error impossible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01 §4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Recognition over recall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Exploits the memory asymmetry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427939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5" y="4315968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03 §3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Reversibility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Makes the error recoverable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42048" y="4754879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51775" y="4791455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01 §4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Good defaults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35808" y="5230367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45536" y="5266943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Requires nothing of the user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42048" y="5230367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51775" y="5266943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05 §3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principle without a mechanism is a preference, and a principle with one is a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TABLE HAS THREE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'Be consistent' as an injunction can be argued with indefinitely.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'Inconsistency invalidates learned conventions and therefore raises the error rate' is a claim you can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stating the mechanism converts a design argument into an empirical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only way such arguments get settled (Module 01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tells you when the principle does not apply.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Consistency with a bad convention preserves the wrong learning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mechanism tells you the exception.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this course states mechanisms rather than rules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rule you know the reason for is one you can apply to a case nobody anticipated.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Conflicts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Because they do, and the resolution is not automatic.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CONFLICTS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the principles pull against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Visibility against simplicity.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Showing everything makes nothing visible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02 §3) — so visibility means </a:t>
            </a:r>
            <a:r>
              <a:rPr sz="1750" b="0" i="1">
                <a:solidFill>
                  <a:srgbClr val="3C4555"/>
                </a:solidFill>
                <a:latin typeface="Calibri"/>
              </a:rPr>
              <a:t>of what matters now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Consistency against local optimality.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locally better treatment breaks the convention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convention is usually worth more (Module 01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Constraints against flexibility.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Preventing the error prevents the legitimate unusual case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the tension in every validation rule.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Efficiency for experts against learnability for novices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03 §3) — resolved by providing both paths rather than compromising.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none of these resolves in general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why Module 07's observation is the arbiter.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conflicts are the interesting part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anybody can apply a principle in isolation, and design judgement is knowing which one yields.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Defaults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principle with the largest effect.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default is the setting almost everyone has, so it is the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OUTRANKS THE OTHERS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small minority of users change any given setting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default is, in practice, the configuration of your system as used.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it the only principle that requires nothing of the user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attention, no memory, no learning, and no reading.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CSCE 701 §11 §3 and CSCE 713 §10 §2 both arrive at the same conclusion from security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the default is the intervention that works at population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choose defaults for the common case and the safe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when those conflict, say which you chose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an unsafe convenient default is a decision about other people's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DEFAULTS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how to choose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For the most common case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requires knowing what that is —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guessing is where defaults usually go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For the safe case where the stakes are asymmetric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destructive default is wrong even if it is what most people want most of the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Pre-fill rather than leave blank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wherever the system knows the answer — which is Module 03 §2's show-it rule.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make the default visible and changeable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hidden default is a decision the user cannot find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measure how often it is changed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tells you whether you chose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Measuring how often a default is changed is the cheapest available evidence that you chose wrong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almost nobody instruments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Heuristic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method that is cheap and limited.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Heuristic evaluation finds many problems cheaply and misses the ones that matter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STATING ITS VALUE HONESTLY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Several reviewers independently walk the interface against a list of principles and record violations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takes hours rather than days and needs no participants.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finds a great deal: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inconsistencies, missing feedback, poor error messages, and violated conventions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all of which are real and worth fixing.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does not find what actual users will do.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reviewer knows what the interface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for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they cannot discover that the task model is wrong — which is the expensive class of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use it before testing, to remove the obvious problems so the test finds the interesting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never instead of testing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substitution it invites.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run one so it is worth doing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three to five reviewers independently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then merge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single reviewer finds a minority of the problems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overlap between reviewers is low.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Walk specific tasks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not the interface as a catalogue — which keeps the review grounded in what somebody would be trying to do.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Record the violated principle and its mechanism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for each finding (Part 1), so each is actionable.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rate severity by frequency times impact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that the list can be prioritised rather than merely produced.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fix the obvious ones and test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low overlap between reviewers is the finding that makes three to five necessary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one reviewer's list is not a subset of the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Each principle is a response to a named mechanism, which makes it testable rather than a style preference.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principle with a stated mechanism tells you when it does not apply, which a rule does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principles conflict, and knowing which one yields is what design judgement consists of.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default is the configuration of your system as used, and it is the only principle requiring nothing of the user.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Measuring how often a default is changed is the cheapest evidence that you chose wrong, and almost nobody instruments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Heuristic review finds many problems cheaply and cannot find that the task model is wrong, which is the expensive 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