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direct mapping is the module's whole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include-the-value rule is the single highest-return change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Interfaces for Programmers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APIs, errors, and configuration are user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course's principles to an API.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 error message that helps.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makes documentation usable.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configuration so its state is visible.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a developer tool with the same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 API is an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every principle applies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principles, applied to an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an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Discoverable from the type signature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string parameter with undocumented values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Errors that say what went wrong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null return, or a generic exception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Argument order and naming throughout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functions with reversed arguments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Constraints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Types that make misuse uncompilable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is a string or an 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 defaults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safe thing happens with no arguments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Insecure or slow unless configured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Reversibility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Operations that can be undone or retried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partial write with no rollback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signature is the documentation that is actually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NAMING AND TYPES CARRY THE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programmer reads the signature, the parameter names, and the autocompletion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reaches the prose documentation only when those have failed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§2's non-reading finding in a new population.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well-named function with a precise type is better documentation than a paragraph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present at the point of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boolean parameter is a documentation failure: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'process(data, true)' is unreadable at the call site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an enumerated value would have been self-describing.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concrete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call site is not readable without consulting the definition, the signature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a check you can apply mechanically in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most-read and least-designed text in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error message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WHAT HAPPENED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specifically, in terms the caller recognises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WHAT THE PROGRAM WAS DOING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operation and the input, not the internal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function name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 IT FAILED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actual condition, with the actual values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WHAT TO DO ABOUT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next step, or where to look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"Configuration key 'timeout' must be a positive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integer; got 'none' in config.yaml line 14. Use 0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to disable."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NOT: "Invalid configuration."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NOT: "Error: NullPointerException"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NOT: "Something went wrong. Try again."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INCLUDE THE VALUE. An error that does not say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what the offending input was forces the reader to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reproduce it, which is the most expensive thing 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error message can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Include the offending value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 error that omits it forces a reproduction, which is the most expensive failure an error message 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an error message is read at the worst possible moment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WHICH IS WHY BREVITY AND SPECIFICITY BOTH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reader is interrupted, frustrated, and under time pressure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the state in which attention is least available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has to be scannable: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specific condition first, the detail after, and no apology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'oops, something went wrong' spends the reader's attention on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must not blame the user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both Module 01 §4's framing and a practical matter: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'invalid input' when the input was reasonable teaches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error messages worth reviewing as deliberately as any other interface 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typically written last, by whoever hit the condition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they are poor.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makes it usable rather than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kinds, and why conflating them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tutorial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gets a newcomer to a first success.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Its job is a working result, not coverage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completeness actively harms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how-to guide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solves a specific stated problem for somebody who knows the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Reference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describes the surface exhaustively and makes no attempt to teach — which is correct, and is what generated docs are good 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explanation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conveys the conceptual model (Module 04) — which is the kind most often missing and the most valuable.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Conflating them produces documentation that teaches nobody and references nothing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describes most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Explanation is the kind most often missing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one that conveys the conceptual model, without which the reference is a list of names.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state invisibility does the most damage.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configuration system whose effective state is invisible cannot be reasoned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CHARACTERISTIC FAILURE OF THIS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Values come from defaults, a file, an environment variable, a command-line flag, and a remote service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interface shows which one won for a given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user cannot tell why the system is behaving as it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§1's evaluation gap in its most consequential form.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fix is a command that prints the effective configuration with each value's source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an afternoon's work and transforms debuggability.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Plus: validate at start-up rather than on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typo in a setting should fail immediately and not three hours later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§4's make-it-visible applied to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evaluating a developer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the same methods.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Watch five programmers try to accomplish a task with your library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without helping (Module 07) — which almost nobody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findings are the same kinds: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missing signifiers, absent feedback, model mismatches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diagnosed with Module 01 §1's vocabulary.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Watch what they search for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search query is the vocabulary they expected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your naming did not match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read your own issue tracker as usability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recurring question is a design finding, not a documentation gap.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this the most actionable module in the course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most of this program's graduates.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recurring question in your issue tracker is a design finding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answering it again is treating the symptom, and it is free data you already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interaction principle applies to an API unchanged, and the constraints row is where types earn their keep.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signature is the documentation that is actually read, so a well-named function with a precise type beats a paragraph.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If the call site is not readable without consulting the definition, the signature is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Include the offending value in an error message — omitting it forces a reproduction, which is the most expensive failure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Tutorial, how-to, reference, and explanation are four different things, and explanation is the one most often missing.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recurring question in your issue tracker is a design finding, and it is free data you already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