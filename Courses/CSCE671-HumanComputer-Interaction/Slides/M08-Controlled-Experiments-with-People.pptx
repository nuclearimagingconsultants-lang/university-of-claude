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variance argument is the reason, and it is worth stating numerically.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Distinguishing carryover from learning determines the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Controlled Experiments with People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Measuring a difference, which needs a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within-subject and between-subject designs.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counterbalancing and why it is necessary.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statistics for small human samples.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specific threats to validity 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and analyse an experiment with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designs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choice determines nearly everything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Within-subject and between-subject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Within-subject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Between-subject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Each person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Uses both designs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Uses one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Controls for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Individual differences — completely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Nothing; relies on randomisation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Far fewer participants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more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Problem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Order and learning effects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Variance between people swamps the effect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 when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task can be repeated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Exposure to one changes the other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Individual differences are larger than design differences, which is the governing fact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DESIGN CHOICE MATTERS SO MUCH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fastest and slowest participant on the same task with the same interface frequently differ by a factor of several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difference between two reasonable designs is usually much smaller than that.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between-subject design has to detect a small effect against a large variance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requires many participants — frequently more than you can recruit.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While a within-subject design removes that variance entirely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each person is compared against themselves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it can work with a dozen people where between-subject needs a hundred.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introduces order effects instead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are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manageable by counterbalancing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 — a far better trade than needing ten times the participants.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Counterbalancing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necessary fix for order effects.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ORDER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they are, and the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PROBLEM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learning      the second design benefits from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the practice gained on the first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fatigue       the second design suffers from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tiredness and boredom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carryover     the first design's mental model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is applied to the second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 A -&gt; B ORDER CONFOUNDS THE DESIGN WITH THE ORDER.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FIX: COUNTERBALANCING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half the participants see A then B, half see B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then A. The order effect then applies equally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to both conditions and cancels in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comparison.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WITH MORE THAN TWO CONDITIONS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Latin square, so each condition appears in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each position equally often.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CARRYOVER IS THE ONE COUNTERBALANCING DOES NOT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FIX -- if using A permanently changes how somebody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thinks about B, go between-subject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Carryover is the one counterbalancing does not fix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is the condition that forces a between-subject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For samples far smaller than the methods assume.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applies at these sample sizes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Use a paired test for within-subject data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where the design's power comes from — an unpaired test on paired data throws the advantage away.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Check the distribution, do not assume it.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Task times are right-skewed, not normal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so use a non-parametric test, or log-transform and say so.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Report the effect size and its confidence interval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not only the p-value — which is CSCE 676 §11 §3's argument at the other extreme of 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count your comparisons.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Three metrics times four tasks is twelve tests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needs a correction (CSCE 676 §11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While accepting that with twelve people you are estimating badly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a limitation to state rather than to hide.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multiplicity problem is as real here as in CSCE 676 and is almost never corrected for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usability study reporting twelve tests at p &lt; 0.05 has found what you would expect by chance.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Validity and 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threats specific to studies with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threats that matter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Demand characteristics.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Participants work out what you want and provide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so keep the hypothesis from them, and avoid signalling which design is yours.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novelty effect.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new design performs well because it is new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advantage disappears — which a single session cannot detect.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Sampling.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Your participants are probably people like you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population you are designing for is not (CSCE 632).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practice effect across the whole session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counterbalancing handles and which a single-condition study does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state your sample's composition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limitation most often omitted.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Your participants being people like you is the threat that is hardest to see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convenience sampling in a university produces a very specific population.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 study with people has obligations a study with data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ETHICS, BRIEFLY AND NON-NEGOTIABLY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Informed consent: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you will do, what you will record, how it will be stored, and that they may stop at any time without giving a reason.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Debrief any deception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a Wizard of Oz setup (Module 06 §3) — which is a requirement and not a courtesy.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Minimise and protect the data.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recording of somebody failing at a task is sensitive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CSCE 701's and CSCE 676 §12's handling obligations apply in full.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never make the participant feel tested.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both unkind and methodologically damaging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§1), which means the ethical and the practical point coincide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Individual variation between people is usually larger than the difference between two designs, which is why within-subject is preferred.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within-subject design can work with a dozen people where between-subject needs a hundred.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Counterbalancing cancels learning and fatigue effects and does not fix carryover, which is what forces a between-subject design.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Task times are right-skewed rather than normal, so check the distribution rather than assuming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Three metrics times four tasks is twelve tests, and a usability study reporting twelve at p &lt; 0.05 has found what chance predicts.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Your participants being people like you is the threat hardest to see, and the sample's composition is the limitation most often omitted.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