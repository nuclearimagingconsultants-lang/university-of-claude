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experts-make-more-slips finding is the counter-intuitive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Attention, Memory, and 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Hard limits, and the error rates they imply.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attention as a limited resource with a switching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working memory's limit and its design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recognition against recall.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errors as slips or mistakes and fix each accordingly.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Predict error rates from design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Single-channel, with a switching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Attention is a single channel, and switching it costs time and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RESOURCE BEING SPENT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People do not multitask; they switch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switch costs reorientation time and raises the error 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measured and substantial.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interruption is expensive in a way that its duration understates: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five-second notification can cost far more than five seconds of task progress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state has to be rebuilt.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cost scales with the interrupted task's complexity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means interruptions are worst exactly when the user is doing something that matters.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a design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interrupt only for something more important than what the user is doing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system does not know what that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default should be not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follows for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Batch notifications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rather than delivering them as they arrive — which converts many switches into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Make interruptions resumable: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preserve the state, the scroll position, and the partially entered data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because losing them makes the switch cost unbounded.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do not steal focus.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dialogue that appears under the cursor mid-typing receives input intended for something else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destructive failure rather than an annoyance.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Reserve modal interruption for the irreversible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almost nothing.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note that this is the same argument as CSCE 701 §11's compliance budget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attention is finite and everything spends from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Focus stealing is the one that causes data loss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still common, which makes it worth naming as a defect rather than a preference.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Working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Very small, and the number is lower than the famous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Working memory holds about four chunks, not seven, and loses them in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LIMIT, CORRECTED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famous figure of seven plus or minus two is higher than the current estimate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modern figure for unrehearsed capacity is around four chunks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falls further under any concurrent task.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chunk is whatever the person has already learned as a unit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expert holds more of their domain because their chunks are larger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because their memory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any design requiring a person to carry information between screens is requiring something they mostly cannot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code from one page to another, a value to compare, a step in a 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is: show it, do not ask them to remember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almost always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the most frequently violated principle in the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specific design consequences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Keep the information needed for a decision visible at the moment of the decision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not on a previous screen.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Avoid modal dialogues that hide the thing they ask about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common and self-defeating pattern.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Prefer recognition to recall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3) — show the options rather than requiring the name.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do not require re-entry of anything the system already has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both a memory demand and an error opportunity.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why a wizard that forgets what you typed on step two is worse than a single long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'Show it, do not ask them to remember it' resolves most of this module's design questions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cheap, because the system already has the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Recognition and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large asymmetry with an obvious consequence.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Recognising something is far easier than recalling it, which is why menus beat command lines for novices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ASYMMETRY, AND WHEN EACH IS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Recognition requires only matching against what is present; recall requires generating from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difference in success rate is large.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visible list of options is usable immediately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command requiring the exact name is not — which is why discoverability and menus go together.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recall is faster once learned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expert using a command line outperforms the same person using menus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 wide margin — so the asymmetry does not settle the design.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argues for both: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discoverable path for learning and a fast path for expertise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fast path's existence signified in the slow one — a command palette showing its own shortcut.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kinds, needing different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Slips and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Slip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Mistake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happened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Right intention, wrong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Wrong intention, executed correctly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Attention, similarity, automaticity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wrong mental model (M04)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 makes them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Experts, more than novices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Novices, more than experts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fix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Differentiate the controls; make it reversible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 the conceptual model and its signifiers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Clicked the adjacent menu item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Believed 'archive' deleted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error rate is predictable from the design, which makes it an engineering quantity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Adjacent destructive and benign controls produce slips at a rate you can measure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separating them lowers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design change with a predicted effect.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Similarly: a required value held across screens produces transcription errors; an unlabelled unit produces magnitude errors; a modal dialogue produces reflexive dismissal.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error is not a user property but a joint property of the person and the design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means it can be designed down, and the amount is measurable.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§4's reframing with a number attached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is what turns a design argument into a prediction you can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People switch rather than multitask, and every switch costs reorientation time and raises the error rate.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An interruption costs more than its duration, because the task state has to be rebuilt — and the cost scales with task complexity.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Working memory holds about four chunks rather than seven, and falls further under any concurrent task.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'Show it, do not ask them to remember it' is the most frequently violated principle in the course, and it is almost always possible.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Recognition beats recall for novices and recall is faster once learned, which argues for both paths with the fast one signified.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Experts make more slips than novices because expertise is automaticity, so a design safe for novices may be dangerous for heavy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