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past-and-concrete rule is the whole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Qualitative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Finding out what you did not know to 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qualitative methods establish.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Conduct an interview that produces usable data.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contextual inquiry and observation.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what people say differs from what they do.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qualitative data systematically.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they are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Discovery, not measurement.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Qualitative methods generate hypotheses and explain mechanisms; they do not measure 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DIVISION OF LABOUR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experiment can tell you that design A is faster; it cannot tell you why, or what else people were trying to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qualitative work is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cannot tell you about the question you did not ask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single largest risk in any study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reason to look before you measure.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sequence is: observe to find out what matters, then measure the thing that mattered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measuring first means measuring whatever you happened to think of.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them complementary rather than competing: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'eight of twelve people' from a qualitative study is not a rate and is a reason to go and measure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Interviews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easy to run and easy to ruin.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 that work, and the ones that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ASK ABOUT THE PAST AND THE CONCRETE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"Tell me about the last time you did this."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"Walk me through what you did yesterday."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"Show me."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DO NOT ASK ABOUT THE FUTURE OR THE HYPOTHETICAL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"Would you use a feature that..."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"How often do you think you would..."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-- people are poor at predicting their own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behaviour, and worse at predicting it to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somebody who clearly wants a yes.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DO NOT ASK FOR SOLUTIONS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"What would you want here?" produces a feature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request. "What were you trying to do?"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produces a problem, which is what you can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design against.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RULE: ask for behaviour, not for opinion or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prediction. And then ask "why" until it stops being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informative.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Ask for behaviour, not for opinion or prediction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single rule that makes an interview worth running.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leading question gets the answer you led toward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COMMONEST WAY AN INTERVIEW IS WASTED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'Was that confusing?' gets a yes; 'what were you thinking there?' gets a description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only the second is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participant wants to be helpful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will agree with whatever you appear to believe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contradict you (Module 08 §4's demand characteristics).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keep your own hypothesis out of the room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 willing to sit through silence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the unprompted material arrives.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same discipline as Module 07 §1's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interviewer's job is to be uninteresting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equally difficult in both settings.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what people say is not what they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People cannot accurately report their own behaviour, which is not dishonesty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FINDING THAT MAKES OBSERVATION NECESSARY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Self-reported frequencies are unreliable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workarounds are forgotten because they have become automatic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steps of a familiar task cannot be enumerated by the person who does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workaround is the finding, and they will not mention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spreadsheet beside the application, the note on the monitor, the re-typing of something that could be copied.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contextual inquiry exists: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watch them do the real work in the real place, and ask about what you see rather than about what they recall.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physical environment is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is written down, what is printed out, what is kept in a second window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all record something the software failed to provide.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observe usefully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Go where the work happens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environment is half the data — interruptions, other people, and the second screen are all part of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Adopt the apprentice stance: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'teach me to do this'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makes their expertise the subject and licenses you to ask obvious questions.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Record the artefacts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spreadsheets, the notes, the printouts — since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each one is a feature request nobody filed.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Note the interruptions and the recovery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no laboratory study will show you (Module 03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ask about the exceptions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unusual case is where the design usually breaks.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artefact beside the software is a feature request nobody filed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makes a desk the cheapest requirements document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it systematic rather than anecdotal.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analyse without just picking quotations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Transcribe or at least index the sessions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working from memory selects for whatever was memorable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rather than for whatever was common.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Code the data: label every segment with a category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let the categories emerge from the material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rather than imposing them (CSCE 638 §10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count the codes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that you know what recurred — which is not a rate and is better than an impression.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Have a second person code a sample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compare, because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coding scheme only you can apply is not a finding.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look for the disconfirming case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discipline that separates analysis from illustration.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Looking for the disconfirming case is what distinguishes analysis from illustration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report of five supporting quotations is a selection, not a finding.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a qualitative finding honestly supports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'This mechanism exists and here is how it works' — which is a strong and useful claim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one these methods are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'Eight of our twelve participants did X' — which is a description of twelve people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not an estimate of a population.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not 'X% of users do this'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requires a sample designed for it (Module 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report the number of participants, how they were recruited, and the mechanism rather than the 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13's form and is what makes a qualitative study citable.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Qualitative methods generate hypotheses and explain mechanisms; measuring first means measuring whatever you happened to think of.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Ask for behaviour rather than opinion or prediction — the past and the concrete rather than the hypothetical.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'What would you want here' produces a feature request and 'what were you trying to do' produces a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People cannot accurately report their own behaviour, and the workaround is the finding they will not mention.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 artefact beside the software is a feature request nobody filed, which makes a desk a cheap requirements document.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Looking for the disconfirming case is what distinguishes analysis from illustration.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