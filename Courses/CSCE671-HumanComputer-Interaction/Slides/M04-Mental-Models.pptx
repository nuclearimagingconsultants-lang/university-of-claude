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only-through-the-system-image point is the module's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Mental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user believes the system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three models and the gaps between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mental models are formed.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Elicit a user's mental model.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conceptual model and convey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mistakes as model mismatches.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only one of them is visible to the user.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design model, the system image, and the user's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Whose it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 it lives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Design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designer's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their head and the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System image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Nobody's — it is the artefact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interface, docs, and behaviour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User's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user's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Inferred entirely from the system 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user will build a model whether or not you gave them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NOT 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People do not operate a system without a theory of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construct one from the interface, the vocabulary, the behaviour, and whatever analogy comes to hand.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is not whether they have a model but whether it is the one you intended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 did not design one, they will build something from the accidents of your implementation.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wrong model produces mistakes rather than slips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confident, correctly-executed, wrong actions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are harder to catch than slips and more damaging.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designing the conceptual model is a design activity in its own right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before the layout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layout's job is to convey it (Part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How models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analogy, from vocabulary, and from accidents.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a user's model comes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Analogy with something known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folder, a desk, a conversation, a document.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Powerful, and it imports the analogy's properties whether you wanted them or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vocabulary.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Calling it 'archive' implies retrievability; 'remove' implies loss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word does more work than any help text.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observed behaviour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including the timing and the errors — people theorise from what the system actually does.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other systems' conventions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why consistency with the platform is worth more than internal elegance.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vocabulary is the highest-leverage design decision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it is usually made in a hurry.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word does more work than any help text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because it is present at the moment of decision and the help text is not (Module 01 §2).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analogy imports properties you did not choose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RISK IN THE STRONGEST TOOL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'folder' implies that a file is in exactly one place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tagging system presented as folders produces confusion at exactly the point where the analogy breaks.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breakage is worse than no analogy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user was confident until the moment it failed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now distrusts the parts that worked.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choose the analogy for where it breaks, not only for where it fits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signal the break explicitly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where it occurs.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choose a weaker analogy deliberately: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term with no strong prior implication forces the user to learn the actual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slower and more accurate.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Conveying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the system image carry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CONVEYING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 system image communicates 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Make the state visible.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system whose state is hidden cannot convey a model of its state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which is most configuration systems (Module 10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Make the structure visible.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If the data has a hierarchy, show the hierarchy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and if it does not, do not imply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Make the consequences visible before the action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not after — a preview is a model-communication device as much as a convenience.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keep the vocabulary consistent and accurate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one name per concept, and the name should be true.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together make the model inferable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documentation is the fallback for when the system image failed.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Documentation is the fallback for a system image that failed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not an argument against documentation and is an argument against relying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Eliciting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Finding out what they actually think.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Ask them to explain the system to you, and the mismatch is the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Ask a user to describe what happens when they do something, before they do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difference between their account and the truth is a design defect with a location.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ask them to draw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surfaces structural beliefs that verbal description omits — whether things are nested, shared, or copied.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 ask them to predict: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'what will happen if you click that' is the sharpest single question in this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 wrong prediction is an unambiguous finding.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07's technique applied to beliefs rather than to actions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finds the mistakes, where observing actions finds the slips.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do with a mismatch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Change the vocabulary first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it is the cheapest change with the largest effect (Part 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make the relevant state or structure visible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3), so the model is inferable rather than taught.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consider changing the system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sometimes the user's model is better than yours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that is a legitimate outcome of the investigation.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only then write documentation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the weakest of the four and the one usually reached for first.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ordering that makes this module actionable.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'Sometimes the user's model is better than yours' is worth taking seriously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consistently wrong expectation across five users is evidence about the domain rather than about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designer communicates with the user only through the system image, so a correct design model conveyed poorly produces a wrong user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user will build a model whether or not you designed one, and a wrong model produces mistakes rather than slips.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vocabulary does more work than any help text, because it is present at the moment of decision.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An analogy imports properties you did not choose, so choose it for where it breaks rather than where it fits.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'What will happen if you click that' is the sharpest single question in the course, because a wrong prediction is unambiguous.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Sometimes the user's model is better than yours, and a consistently wrong expectation is evidence about the domain.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