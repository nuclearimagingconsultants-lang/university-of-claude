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cheapness; the barrier is social, not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Usability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method that makes this subject empirical.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a think-aloud usability test.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five participants is the right number.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tasks that do not give away the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ways a facilitator corrupts a session.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a session into mechanisms and severities.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almost embarrassingly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usability test,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1. WRITE 3-5 TASKS a real user would want to do,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phrased as goals and not as instructions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(Part 3).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2. SIT SOMEBODY DOWN and ask them to attempt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first task, thinking aloud as they go.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3. DO NOT HELP. This is the hard part and the whole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method.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4. WATCH AND NOTE: where they hesitate, what they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try, what they expect, what they say, and where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they succeed or give up.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5. REPEAT with four more people.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6. ANALYSE: every failure attributed to a mechanism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(Module 01 Part 1) and rated by severity.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THAT IS ALL. It takes a day, needs no equipment,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it is the only reliable source of information in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this course (Module 01 section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It takes a day and needs no equipment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means the barrier to doing it is willingness rather than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 helping is the whole method, and it is genuinely difficult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 THE FACILITATOR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Watching somebody struggle with something you built is uncomfortable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hint you give destroys the data you came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responses are scripted: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'what do you think you should do?', 'what did you expect to happen?', and silence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most useful of the three.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participant has to be told it is not a test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repeatedly,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will apologise for your design's failures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that discomfort suppresses what they say.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facilitator's job is to be boring and patient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commonest failure of a first study is a facilitator who could not stop helping.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Five 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that number, and when it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Five participants find most of the problems, because the problems are not independent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ARGUMENT, AND ITS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each participant has roughly a one-in-three chance of hitting any given problem, five participants find a large majority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standard argument and is approximately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returns diminish sharply: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sixth participant mostly reproduces what the first five showed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marginal information is low and the marginal cost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efficient strategy is many small studies: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people, fix, five 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rather than one study of twenty, which finds the same problems five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argument fails for distinct user populations: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of one group does not cover another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per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632's point and is where the number grows.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where five is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Distinct populations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novices and experts, or different accessibility needs, encounter different problems entirely (CSCE 632).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Rare but severe problems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five people will probably miss — and which heuristic review (Module 05 §4) may catch instead.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 quantitative claim.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Five participants cannot support a claim about a rate or a mean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Module 08's territory.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comparison between two designs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needs more people or a within-subject design (Module 08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five is right for finding problems and wrong for measuring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Five is right for finding problems and wrong for measuring anything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distinction that keeps this method honest (Module 13).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a study is most easily ruined.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Writing tasks that test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Phrase as a goal, not an instruction.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'Find out how much you have spent this month' tests the design; 'click the Reports tab' tests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Avoid the interface's own vocabulary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using the label gives away the answer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single commonest way a task is ruined.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Make it realistic and specific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the context a real user would have — a task with no motivation produces aimless behaviour.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Ensure it is actually completable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know the intended path before you start.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order them so an early task does not teach the later ones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or accept that it will and account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Using the interface's own label in the task is the commonest way to ruin a study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participant then searches for the word rather than for the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Turning observations into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Attribute every failure to a mechanism, then rate it by frequency times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ANALYSIS THAT PRODUCES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list of things that went wrong is not actionable.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list attributed to Module 01 §1's six mechanisms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each mechanism has a known family of fixes.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rate severity as frequency times impact: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problem four of five people hit that stops the task outranks one person's cosmetic complaint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however articulately expressed.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Beware of over-weighting what participants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said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they did is the data and what they said is a hypothesis about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09 §3's distinction.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report the things you expected to fail and did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study that confirmed everything you believed was probably run badly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(Project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habits that make it 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 early, when changing things is cheap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study on a finished product finds problems nobody will fix.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Have the people who will fix it watch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watching one person struggle is more persuasive than any report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the same session.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it small and frequent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Part 2's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 something before the next round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that the studies compound.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write down what you looked for and did not find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what makes the claim checkable (Module 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Having the implementers watch is the intervention that changes organisations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written finding is arguable and a recording of somebody failing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usability test takes a day and needs no equipment, so the barrier to doing it is willingness rather than resources.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Not helping is the whole method, and the commonest failure of a first study is a facilitator who could not stop.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Five participants find most problems because the problems are not independent, and the sixth mostly reproduces the first five.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Five is right for finding problems and wrong for measuring anything, which is the distinction that keeps the method honest.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Using the interface's own label in the task is the commonest way to ruin a study.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What they did is the data and what they said is a hypothesis about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