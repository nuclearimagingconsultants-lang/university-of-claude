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same-mechanisms observation is what makes this module belong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671 — Human-Computer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Manipulative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same techniques, aimed at the user.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671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the standard deceptive patterns.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mechanism each one exploits.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persuasion from manipulation.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professional position and its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Review a design for manipulative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Named, because naming makes them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patterns and the mechanism each exploits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Exploits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Confirmshaming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Makes declining feel shameful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Social discomfort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Roach motel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Easy to enter, hard to leave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Asymmetric effort tolerance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Preselected opt-in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Consent by default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Default dominance (M05 §3)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Misdirection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Emphasises the choice you want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Preattentive capture (M02 §3)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Forced continuity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Charges silently after a trial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Forgetting and inattention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Manufactured urgency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False scarcity or countdowns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Loss aversion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Obstruction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35808" y="5230367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45536" y="5266943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steps for one direction only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01968" y="5230367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11696" y="5266943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Effort asymmetry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These are the course's own findings, applied against the user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MODULE IS NOT AN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Default dominance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05 §3),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preattentive capture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§3),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limited attention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§1),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non-reading finding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all of them are exploitable, and all of them are being exploited.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the knowledge in this course is dual-use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 version of it that helps you design well and does not also help you manipulate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pretending otherwise would be dishonest.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distinction has to be in the aim rather than in the technique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Part 3's subject and is where the useful line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recognising a pattern is most of resisting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they are catalogued and named: a named pattern is arguable in a design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they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mechanisms, which are the ones you already know.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exploited properties, each from an earlier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Defaults are not changed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05 §3) — so a preselected checkbox is consent from most people, which is the most effective pattern there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Emphasis captures attention preattentively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02 §3) — so making one button prominent and the other grey decides the outcome without lying.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Attention is finite and interruptions are costly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03 §1) — so a request at a moment of focus is accepted to be rid of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Nobody reads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01 §2) — so disclosure in prose is disclosure that did not happen.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effort asymmetry works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people abandon a ten-step cancellation and complete a one-step signup.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effort asymmetry is the one that needs no deception at all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every step is honest, and the aggregate is a design that prevents people from leaving.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Persuasion and 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distinction worth being able to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Persuasion addresses the person's judgement; manipulation bypasses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DISTINCTION, STATED USABLY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Telling somebody a true, relevant fact so they can decide better is persuasion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good default chosen for their benefit and visibly changeable is too.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Exploiting a known cognitive limitation to produce a choice they would not make on reflection is manipulation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test is whether the technique survives being explained to them.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operative test: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would you be comfortable telling the user exactly how this works?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'We made the decline button grey because people click the prominent one' fails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a usable test precisely because it does not require agreeing on a theory of autonomy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only requires imagining the explanation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anybody can do in a design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EDGES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genuinely difficult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 safe default the user would not have chosen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which is paternalistic and is frequently right (CSCE 701 §11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Friction on a destructive action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obstruction aimed at the user's benefit — and is the same technique.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Genuine scarcity, honestly displayed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is indistinguishable at a glance from the manufactured kind.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And a design that is simply </a:t>
            </a:r>
            <a:r>
              <a:rPr sz="1700" b="1" i="1">
                <a:solidFill>
                  <a:srgbClr val="3C4555"/>
                </a:solidFill>
                <a:latin typeface="Calibri"/>
              </a:rPr>
              <a:t>better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 at what it does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which increases engagement without any intent.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So the test is the aim and the explainability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, not the technique — which is why a list of forbidden techniques is not the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list of forbidden techniques is not the answer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because every one of them has a legitimate use — which is why the explainability test does the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professional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do when asked.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will be asked to build these, and the useful response is a measurement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POSITION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request usually arrives as a metric: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'increase signups', 'reduce churn'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manipulative implementation is frequently the cheapest way to move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effective counter is measuring the cost rather than objecting on principle: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support load, the refund rate, the complaint rate, and the retention of users who felt tricked.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manipulated conversions are worse conversions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subscription somebody did not mean to start is cancelled, charged back, or complained about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those costs land elsewhere in the organisation.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where the measurement does not win, say so plainly and let the decision be made explicitly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smaller thing than refusing and is usually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Reviewing a design for these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Compare the effort of the two directions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signing up against cancelling, opting in against opting 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Check the visual weight of the options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whether the recommended one is recommended for the user's benefit.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Check what is preselected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whether anybody chose it deliberately (Module 05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Apply the explainability test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to each persuasive element (Part 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read the flow as somebody who wants to leave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the perspective nobody designs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Reading the flow as somebody who wants to leave is the review nobody runs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it finds the obstruction patterns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mechanism these patterns exploit was introduced earlier in the course as a design constraint — the techniques are identical and the aim is reversed.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knowledge in this course is dual-use, and there is no version that helps you design well without also helping you manipulate.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Effort asymmetry needs no deception at all: every step is honest and the aggregate prevents people from leaving.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operative test is whether you would be comfortable telling the user exactly how the technique works.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list of forbidden techniques is not the answer, because every one has a legitimate use.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Manipulated conversions are worse conversions, which makes measurement a more effective counter than objection.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671 · Human-Computer Interaction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