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does-not-establish column is the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intuition correction is the most generally useful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shared correction is the semester's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671 — Human-Computer Interaction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Claiming Usability Honestly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a study establishes.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671 · Module 13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each method establishes.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Identify the standard overclaims.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Write a defensible usability claim.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Place this course relative to CSCE 679 and CSCE 632.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a proportionate practice for real design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each method establishes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Precisely, and the differences matter.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each method supports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Establishes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Does not establish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Heuristic 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These principles are violated here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That users will struggle (M05 §4)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Usability test (n=5)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These problems exist, and the mechanism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Any rate or any comparison (M07 §2)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Experiment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measured difference, in these conditions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Long-term behaviour (M06 §4)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Interview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What they report and how they explain 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What they actually do (M09 §3)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Observation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What they do, and the context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Frequencies in a population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Analytics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44368" y="4754879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54096" y="4791455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What happened at scale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84848" y="4754879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94576" y="4791455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Why — which needs M09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13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“We tested it” is not a claim until you say which method and what it showed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SUBSTITUTION TO REFUSE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Each row above supports a narrow, specific claim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'we tested it and users liked it' names no method, no participants, and no measure.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'users liked it' is the weakest possible finding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participant in a room will say they liked almost anything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06 §4).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honest form names the method, the number of participants, the tasks, and what happened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four clauses, all cheap to supply.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same correction as CSCE 701 §13, CSCE 713 §13, and CSCE 670 §13 make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substituting an activity for a finding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this program has now identified in four different subjects.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Overclaims and defensible claims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Both lists.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OVERCLAIMS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standard overclaims, corrected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Claim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90288" y="1901952"/>
            <a:ext cx="60350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16" y="1956816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Correction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'Users liked it'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90288" y="2377440"/>
            <a:ext cx="6035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0016" y="2414016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How many, asked how, and compared to what?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'It is intuitive'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90288" y="2852928"/>
            <a:ext cx="60350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0016" y="2889504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To whom? Intuition is prior exposure (M04 §2)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'80% of users prefer it'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0288" y="3328416"/>
            <a:ext cx="6035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3364992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From five participants? That is four people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'The redesign improved usability'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90288" y="3803904"/>
            <a:ext cx="60350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0016" y="3840480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 which tasks, measured how, and what got worse?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'It is accessible'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0288" y="4279392"/>
            <a:ext cx="6035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0016" y="4315968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Tested with whom, against what? (CSCE 632)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'Best practice says'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90288" y="4754879"/>
            <a:ext cx="60350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0016" y="4791455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Which study, in which context, with what effect size?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HONEST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Claims you can defend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'Five participants attempted three tasks; four failed task two at the same step, which we attributed to a missing signifier.'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Method, n, task, mechanism.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'After the change, five new participants completed task two; one took notably longer and we do not know why.'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Including the unexplained case.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'In a counterbalanced within-subject study with twelve participants, design B was 18% faster (95% CI 4–32%) on this task.'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'Our participants were twelve colleagues; our users are not twelve colleagues.'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And: 'we have not tested with screen reader users, on mobile, or over more than one session.'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last one is the limitation statement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it is Project 2's hardest-graded requirement — because it requires knowing what your method cannot reach.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semester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courses about the person at the other 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SEMESTER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course sits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03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Course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670048" y="1901952"/>
            <a:ext cx="3291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19568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Covers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61888" y="1901952"/>
            <a:ext cx="5120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71616" y="1956816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Its central correction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671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2377440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9776" y="24140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Interaction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61888" y="2377440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71616" y="2414016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Your judgement of your own design is unreliable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679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0048" y="2852928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2889504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Visual representation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61888" y="2852928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71616" y="2889504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encoding determines what can be read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632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0048" y="3328416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9776" y="3364992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Access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61888" y="3328416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71616" y="3364992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Designing for a constraint improves it for everyone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 proportionate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to actually 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 order of return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1 · Watch five people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07)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costs a day and is the only reliable information available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almost nobody does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2 · Fix the errors mechanically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01 §1's six) — attributing before proposing.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3 · Check the defaults, the error messages, and the feedback placement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(Modules 05, 10, 02) — all cheap, all high-return.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4 · Run the accessibility review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(CSCE 632)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finds problems the five participants could not have.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5 · And only then measure a difference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08), which is expensive and answers a narrower question.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Step 1 before everything is the ordering that matters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it is the step that gets deferred because it is socially uncomfortable rather than because it is expensive.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course leaves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 diagnose an interface failure mechanically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missing signifier, a perceptual failure, an attention failure, a memory demand, a model mismatch — rather than describing it as confusing.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 watch five people without helping, and analyse what you saw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skill that makes the rest of it evidence rather than argument.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you know that this applies to the interfaces you build for programmers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10),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most of what you will actually design.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closing rule is the program's: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state what you measured, state what you assumed, and never claim more than you established.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Here it means naming the method, the participants, and the tasks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'it is intuitive' names your own prior exposure and nothing else.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Each method supports a narrow, specific claim, and the does-not-establish column is the content.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Analytics tells you what happened and qualitative work tells you why; neither substitutes for the other.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'Users liked it' is the weakest possible finding, because a participant in a room will say they liked almost anything.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'It is intuitive' means 'intuitive to somebody with my prior exposure', which is usually the designer's own.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All three Semester 11 courses correct the same error: designing for an imagined user who resembles the designer.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Watching five people is deferred because it is socially uncomfortable rather than because it is expensive.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