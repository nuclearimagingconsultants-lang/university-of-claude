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independent dimensions are what make this a method rather than a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Prototyping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Building the cheapest thing that answers the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low fidelity gets better feedback.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fidelity from the question being asked.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Wizard of Oz and when it is the right method.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prototypes cannot test.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Prototype at the right level for a stated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low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result about people, not about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People critique a sketch and defer to a polished mock-up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FINDING THAT MAKES PAPER WORTH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hand-drawn prototype invites criticism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visibly cost nothing, so saying it is wrong costs the reviewer nothing either.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polished one invites approval.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visibly took effort, and the feedback shifts toward colours and wording and away from whether the approach is 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feedback you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are more willing to discard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matters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sunk cost of a built prototype distorts your own judgement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much as the reviewer's.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fidelity is a choice about what feedback you will 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a budget constraint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low fidelity early is a method rather than a compromise.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the question, in three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dimensions, varied independently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VISUAL FIDELITY    how finished it looks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FUNCTIONAL BREADTH how many features exist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FUNCTIONAL DEPTH   how completely any one works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YOU VARY THEM INDEPENDENTLY, which is the point: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"Is the conceptual model right?"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-&gt; low visual, broad, no depth. A paper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walkthrough of every screen.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"Can people complete this task?"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-&gt; low visual, narrow, full depth. One path,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working, ugly.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"Does it feel responsive enough?"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-&gt; high visual, narrow, full depth, real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timing. Nothing else matters.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"Will people want it?"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-&gt; a prototype cannot answer this (Part 4).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SO: name the question first, then build the least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thing that answers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Name the question first, then build the least thing that answers 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whole method.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commonest prototyping error is uniform fidelity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THREE DIMENSIONS PREVENT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prototype built to a uniform level of polish spends effort on the parts that are not in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most of the effort, and it buys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deliberately leave things broken.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prototype with one working path and nine dead links tests the path, and the dead links cost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provided the participant is told.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conversely, do not under-build the thing in question.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latency question needs real latency; a typography question needs real type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sketch cannot answer either.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question has to come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prototype built before the question is named will be uniformly polished and will answer nothing in particular.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Wizard of 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Testing something you have not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person behind the curtain lets you test an interaction before the system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METHOD, AND WHERE IT IS UNIQUELY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human performs the system's function while the participant believes it is automated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tests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interaction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requiring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capability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exist.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uniquely valuable for anything expensive: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speech interface, a recommendation, a generated response, or an automation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which cost a great deal to build and may be the wrong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answers questions the built system cannot: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do people say to it, what do they expect it to handle, and how do they recover when it fails?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you need before choosing what to build.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ethical requirement: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debrief afterwards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§4) — the deception is methodologically necessary and has to be undone.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how to run it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Decide the wizard's rules in advance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follow them — because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wizard who is cleverer than the real system would be gives you a misleading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Include failures deliberately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at the rate the real system would have — since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how people recover is frequently the design question.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Record the inputs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people actually say or type is the most valuable output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is your training and test data later.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 the latency realistic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since response time changes behaviour substantially.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debrief.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Always.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'What people actually say to it' is the finding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routinely different from what the designers assumed, which is the whole reason to run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prototype cannot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 prototypes do not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Whether people want 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participant in a room will engage with anything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expressed interest predicts adoption poorly.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Long-term behaviour.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Learnability, habituation, and whether the novelty wears off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all require time a prototype session does not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Performance at scale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anything depending on real data volume, real content, or real other users.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social dynamics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how a feature behaves when other people can see what you did with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state what your prototype tested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what it could not, which is Module 13 §2.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Expressed interest predicts adoption poorly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'would you use this' is nearly worthless as a question and 'show me how you do this now'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discipline this module asks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the question before you build anything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one sentence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cannot, you are not ready to prototype.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the least thing that answers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varying the three dimensions independently (Part 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test it with people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 prototype nobody used is a drawing.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throw it away.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prototype that becomes the implementation carries every shortcut you took deliberately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real and common cost, and is worth naming before it happens.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People critique a sketch and defer to a polished mock-up, so fidelity is a choice about what feedback you get.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Visual fidelity, functional breadth, and functional depth vary independently, which is what makes this a method.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commonest prototyping error is uniform fidelity, which spends effort on the parts not in question.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Wizard of Oz tests the interaction without requiring the capability, and what people actually say to it is the finding.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Expressed interest predicts adoption poorly, so 'would you use this' is nearly worthless as a question.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prototype that becomes the implementation carries every shortcut you took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