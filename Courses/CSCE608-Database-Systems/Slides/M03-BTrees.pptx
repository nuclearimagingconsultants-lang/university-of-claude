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compute this. The numbers are more persuasive than the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linked leaves are the decisive advantage. Range scans are most of what a database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Copy-up versus push-up is a classic exam question and a classic bug. Make the reason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PostgreSQL having no clustered index is a real and frequently underestimated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leading-column rule is the one that costs people the most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608 — Database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B+Trees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data structure the storage hierarchy forced into existence.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608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 B+tree rather than a binary tree.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insert with splits and delete with merges.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tree height from fanout and explain what it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clustered from non-clustered indexes.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when an index helps and when it does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not a binary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answer is entirely about I/O.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Count I/Os, not comparisons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balanced binary tree over a million keys is about 20 levels deep.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Each level is a pointer chase to an arbitrary address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random read.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Twenty random reads at 100 μs is 2 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one lookup. Unusable.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page holds hundreds of keys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node can have hundreds of children. With fanout 400, a million keys fit in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three levels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Three I/Os instead of twenty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top two levels stay cached, so it is effectively one. The shape is forced by the hardware.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Fanout determines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height  =  ⌈log_f(N)⌉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 is the fanout — how many children fit in a page. N is the key count.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≈ PAGE_SIZE / (key_size + pointer_size)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16 KB page with 8-byte keys and 8-byte pointers gives f ≈ 1000.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10⁹ keys, f = 1000  ⟹  height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billion keys in three levels. Levels 0 and 1 are a few megabytes and stay in the buffer pool permanently.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a lookup in a billion-row table is usually one disk read. This is why B+trees are everywhere.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B-tree and B+tree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B-tree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Keys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and values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in every node.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lookup can terminate at an internal node.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Slightly fewer I/Os for a lucky point lookup.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Lower fanout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values take space in internal nodes.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Range scans are awkward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must traverse the tree.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B+tree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Internal nodes hold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only keys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; all values in leaves.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Every lookup goes to a leaf.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Predictable cost: always the height.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Higher fanout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so a shallower tree.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Leaves are linked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a range scan is a sequential walk.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Splits going up, merges coming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Insert, and splitting upward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INSERT(key, value):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leaf = descend from root, choosing child by key range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if leaf has room: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insert in sorted position; done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else: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SPLIT: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allocate a new leaf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move the upper half of the entries into it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link it into the leaf chain          &lt;-- B+tree specific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COPY the separator key up to the parent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(B-tree would MOVE it; B+tree COPIES, because the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key must remain in the leaf where its value lives)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if the parent is now full, split the parent too,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recursively, up to the root.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If the ROOT splits, allocate a new root.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*** This is the only way the tree grows taller. ***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tree grows at the root, not the leaves, which is why it stays perfectly balanced with no rebalancing logic.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Deletion is where implementations cheat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HONEST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Textbook deletion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merges a node with a sibling when occupancy falls below half, or redistributes entries if the sibling is full enough.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Most real implementations do not.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They remove the entry and leave the node underfull.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merging is complex, requires locking more nodes (Module 04), and deletions are usually followed by insertions that refill the space anyway.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gradual degradation.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tree subjected to many deletes becomes sparse and taller than necessary, which is why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REINDEX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VACUUM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exist.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real implementations add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Prefix compression.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Keys in a node share prefixes; store the prefix once. Raises fanout substantially on string keys.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Suffix truncation.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 separator key need only distinguish — it can be truncated to the shortest sufficient prefix.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Bulk loading.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Sort first, then build bottom-up. Far faster than repeated insertion, and produces a densely packed tree.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Variable-length keys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make 'half full' ambiguous and complicate splits considerably.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Duplicate keys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either a list per key, or append the record ID to make keys unique. The second is simpler.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Prefix compression on a URL or name column can double the fanout, removing a level from the tree.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Using indexes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Clustered, covering, and when none of it helps.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Clustered and non-clustered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Clustered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The table IS the index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rows stored in leaves, in key order.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Range scans are sequential.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Excellent.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One per table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necessarily.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Inserts in random key order fragment it.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MySQL InnoDB; SQL Server by default.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Non-clustered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Leaves hold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pointers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to rows stored elsewhere.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Range scan needs a random read per row.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Many per table.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Row location can change, needing indirection.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PostgreSQL's only kind.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covering index avoids touching the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BIGGEST PRACTICAL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If the index contains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every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column the query needs,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base table is never read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an index-only scan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can be an order of magnitude faster than an index scan that must fetch each row.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cost is a wider index: more space, slower writes, and lower fanout.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INCLUDE columns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let you add payload columns to a non-clustered index without making them part of the key — coverage without the key-size penalty. Supported by Postgres, SQL Server, and others.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WHEN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an index does not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7040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Query returns a large fraction of rows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2377440"/>
            <a:ext cx="7040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414016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scan is cheaper than random reads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Low-cardinality column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852928"/>
            <a:ext cx="7040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889504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Few distinct values; each matches many 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Leading column not in the predicate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3328416"/>
            <a:ext cx="7040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364992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composite index is ordered left to right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Function applied to the column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803904"/>
            <a:ext cx="7040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840480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WHERE upper(x)='A' cannot use an index on 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Heavy write workload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288" y="4279392"/>
            <a:ext cx="7040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315968"/>
            <a:ext cx="6821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Every index must be updated on every write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Composite index order matters, and it is not symmetric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COMMON INDEXING MISTAKE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 index on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(a, b)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sorted by a, then by b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within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each 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serves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WHERE a = 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WHERE a = ? AND b = 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does not serve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WHERE b = 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b values are scattered throughout, in as many groups as there are distinct a values.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(a,b) and (b,a) are different indexes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right order depends on the queries. Equality columns first, then the range column, is the usual rule.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B+trees exist because lookups are counted in I/Os, not comparisons; high fanout turns twenty random reads into three.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Height is log_f(N) with f ≈ page size over entry size. A billion keys at fanout 1000 is three levels, two of which stay cached.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B+trees put all values in leaves and link the leaves, which raises fanout and makes range scans sequential — the decisive advantage.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Splits propagate upward and the tree grows only at the root, which keeps it balanced with no rebalancing logic. Separators are copied, not moved.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Most implementations skip merging on delete, accepting gradual sparsity — which is why REINDEX and VACUUM exist.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composite index on (a,b) does not serve a predicate on b alone, and a function applied to a column defeats the index on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