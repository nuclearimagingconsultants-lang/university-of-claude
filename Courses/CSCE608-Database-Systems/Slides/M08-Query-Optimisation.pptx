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Predicate inference is the one that surprises people — it can enable an index that was not obviously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three assumptions explicitly is what lets students predict when the optimiser will be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left-deep restriction is a real limitation that analytical workloads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is the one people skip. They fix the top-level symptom and the real error is three levels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Query Optimisation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Choosing a plan, and why the choice is often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two stages of optimisation: rewriting and costing.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algebraic rewrite rules.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selectivity estimation and why errors compound.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dynamic programming join enumeration.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bad plan and identify the estimation error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Transformations that are always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REWRITES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Rules that need no cost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Rewrite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7040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always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Predicate pushdown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Filter early; everything above does less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Projection pushdown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Drop unneeded columns as early as 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Constant folding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WHERE x &gt; 2+3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058" b="0" i="0">
                <a:solidFill>
                  <a:srgbClr val="3C4555"/>
                </a:solidFill>
                <a:latin typeface="Consolas"/>
              </a:rPr>
              <a:t>x &gt;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Subquery flattening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Turn a correlated subquery into a join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Join elimination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Drop a join whose result is unused and provably 1:1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Predicate inference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a=b and b=5 implies a=5 — now pushable to a's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Subquery flattening is the biggest single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correlated subquery is, naively,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executed once per outer row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A million outer rows means a million executions.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Flattened into a join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executes once and the optimiser can choose a hash join over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often the difference between seconds and hours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invisible in the query text — the same SQL is fast on one system and slow on another depending on whether the optimiser flattens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every subquery can be flattened.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Ones involving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NOT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complex correlation, or aggregates with outer references, frequently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Cost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it all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CARDINALITY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estimates and their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sel(a = c)  =  1 / distinct(a)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Assumes UNIFORMITY — every value equally likely.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sel(p AND q)  =  sel(p) × sel(q)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Assumes INDEPENDENCE — the two predicates are unrelated.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|R ⋈ S|  =  |R| × |S| / max(distinct_R, distinct_S)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Assumes CONTAINMENT — the smaller key set is a subset of the larger.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assumptions. Real data violates all three, routinely.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Correlation is the assumption that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WHERE city = 'Dallas' AND state = 'TX'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Independence says: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sel(city) × sel(state). If there are 10,000 cities and 50 states, that is 1/500,000.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row with city = Dallas already has state = TX. The true selectivity is 1/10,000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fifty times larger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optimiser expects 2 rows and gets 100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chooses a nested loop, and the query is slow.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Extended statistics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correlated column groups are the fix, and must be declared explicitly.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Errors compound multiplicatively up 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DEEP PLANS GO BADLY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error at a leaf feeds the estimate above it, which feeds the one above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factor of 10 at each of four levels is a factor of 10,000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the top.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underestimates are worse than overestimates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lead to nested loops and undersized hash tables — both of which fail catastrophically rather than gracefully.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Leis et al.'s 'How Good Are Query Optimizers, Really?' measured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found estimates wrong by orders of magnitude on real schemas. It is the honest picture of the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optimiser knows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Table and index row counts and page counts.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Cheap and usually accurate.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Histograms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per column — equi-depth is standard. Captures skew within a column.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Distinct value counts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often estimated by HyperLogLog rather than computed exactly.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Most common values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their frequencies, which handles the heavy-tail case histograms smooth over.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Correlation statistics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only if you create them, in most systems. This is the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Statistics are sampled and go stale. </a:t>
            </a:r>
            <a:r>
              <a:rPr sz="966" b="0" i="1">
                <a:solidFill>
                  <a:srgbClr val="798290"/>
                </a:solidFill>
                <a:latin typeface="Consolas"/>
              </a:rPr>
              <a:t>ANALYZE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after a bulk load is not optional.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Plan enumeration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Searching a space that grows factorially.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System R's dynamic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1979 ALGORITHM STILL IN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space is enormous: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 tables have (2n−2)!/(n−1)! join orders. At n=10 that is 17 billion.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up by subset size: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find the best plan for every pair, then every triple using the best pairs, and so on. O(3ⁿ) rather than factorial.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'interesting orders'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more expensive plan that produces sorted output may win overall (Module 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Beyond 10–12 tables, switch to heuristics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greedy, or genetic. Postgres switches at 12 by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Left-deep and bushy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Left-deep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join's right input is a base table.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Fully pipelined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one hash table at a time.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Much smaller search space.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What System R considered, and most systems still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Bushy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Joins can take two join results as inputs.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 be much better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for some schemas.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Far larger search space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more memory at once.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Analytical systems consider them; OLTP systems often do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when the plan is 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Debugging a slow query,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EXPLAIN ANALYZE.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Compare estimated against actual rows at every node.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Find the deepest node with a large error.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Errors propagate upward, so fix the lowest one first.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Ask why that estimate is wrong.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Stale statistics? Correlation? A predicate the optimiser cannot estimate?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Fix the estimate.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ANALYZE, extended statistics, or rewrite the predicate.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Only then consider hints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know you are freezing a decision that will be wrong later.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 the estimate, not the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optimisers are worse than you would hope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Cardinality estimation is the hard part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has not been solved in fifty years of effort.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Cost models are approximations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hardware they were calibrated against years ago, and SSDs changed the constants.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search space is too large to explore exhaustively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heuristics cut it, and the heuristics are sometimes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Learned optimisers are an active research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are not yet dependable.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Meanwhile, the practical skill is reading plans and fixing estimates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skill rather than a workaround.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Optimisation has two stages: rewrites that are always beneficial, and cost-based choice among plans that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Subquery flattening turns one-execution-per-outer-row into a join and is often the difference between seconds and hours.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Estimation rests on uniformity, independence, and containment — and real data violates all three routinely.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Correlated predicates are the classic failure: city and state look independent and are not, producing errors of fifty times or more.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Errors compound multiplicatively up the plan, and underestimates are worse because they produce nested loops and undersized hash tables.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Find the deepest node with a large estimation error and fix the estimate, not the plan. Hints freeze a decision that will later be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