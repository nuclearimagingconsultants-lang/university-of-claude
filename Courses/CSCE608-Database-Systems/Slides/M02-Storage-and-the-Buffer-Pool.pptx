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page size trade is a recurring theme — bigger helps scans, hurts point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movability argument is the thing to land. Without it the design looks needlessly complicated.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Forwarding pointers accumulate and degrade over time — this is why tables need periodic reorganisation.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Returning nullptr when everything is pinned is correct and students always forget it. It is a real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MRU being right for scans surprises people and is a good way to show policy must match access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write-ordering point is the decisive one. Everything else is an inconvenience; that is a correctness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Storage and the Buffer Pool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Pages, and deciding what stays in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databases are organised in fixed-size pages.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slotted page layout for variable-length records.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buffer pool with pin counts and dirty tracking.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replacement policies and explain why LRU fails on scans.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DBMS bypasses the OS page cache.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unit everything is built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storage hierarchy dictates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 BEHIND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Random read: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RAM ~100 ns. NVMe SSD ~100 μs. Spinning disk ~10 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1,000× and 100,000×.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algorithm overcomes a five-order-of-magnitude gap; you design around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sequential beats random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10–100× even on SSDs, because of prefetching and queue depth.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read in large fixed-size blocks, keep what you can in memory, and prefer sequential access.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structure in this course follows from those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fixed-size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795527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Matches the hardware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5887" y="2377440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5" y="2414016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Disks transfer blocks, not bytes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 allocation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7" y="2852928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2889504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fragmentation of the page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Addressable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3328416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3364992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page ID is an offset; no lookup table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Unit of I/O and caching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5887" y="3803904"/>
            <a:ext cx="795527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5" y="3840480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buffer pool deals in pages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Unit of 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75887" y="4279392"/>
            <a:ext cx="795527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5" y="4315968"/>
            <a:ext cx="773582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Log records reference pages (Module 11)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slotted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+--------------------------------------------------------------+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| HEADER | slot0 | slot1 | slot2 | --&gt;        free space    &lt;-- |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+--------------------------------------------------------------+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|                                     | rec2 |  rec1  | rec0    |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+--------------------------------------------------------------+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Slot array grows FORWARD from the header.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Records grow BACKWARD from the end of the page.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They meet in the middle; the page is full when they touch.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Each slot: (offset, length).  A record is addressed as (page, slot).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WHY: a record can be moved within the page -- to compact free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space -- WITHOUT changing its (page, slot) identity. So indexes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pointing at it do not need updating. That indirection is the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entire point of the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slot array is a level of indirection that makes records movable without invalidating every index that references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Complications the layout must handle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Variable-length fields.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Store fixed-length fields first, then offsets to the variable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NULLs.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bitmap in the record header; storing a sentinel value is wrong and eventually bites.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Records larger than a page.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Overflow pages, or out-of-line storage — Postgres calls it TOAST.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Updates that grow a record.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Either compact the page, or move the record and leave a forwarding pointer. Both are used.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Deletes.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Mark the slot free; actual reclamation is deferred (Module 10's garbage problem).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buffer pool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Memory, and who gets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BUFFER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core data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struct Frame {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page_id_t page_id;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char      data[PAGE_SIZE];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int       pin_count;   // &gt; 0 means SOMEONE IS USING IT. Never evict.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bool      is_dirty;    // modified since read; must be written back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Page* BufferPool::fetch(page_id_t id) {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if (auto it = page_table.find(id); it != page_table.end()) {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frames[it-&gt;second].pin_count++;       // hit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replacer.pin(it-&gt;second);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return &amp;frames[it-&gt;second];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frame_id_t f;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if (!free_list.empty())      f = pop_free();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else if (!replacer.evict(&amp;f)) return nullptr;   // ALL PINNED: fail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else {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if (frames[f].is_dirty) disk.write(frames[f].page_id, frames[f].data);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page_table.erase(frames[f].page_id);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disk.read(id, frames[f].data);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frames[f] = {id, ..., /*pin*/ 1, /*dirty*/ false};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page_table[id] = f;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return &amp;frames[f];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pin count is the critical invariant: a pinned page is in use and must not move or be written out from under its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Pin counts are the invariant that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GET THIS WRONG AND NOTHING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pinned page is in use.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Evicting it would hand a caller a pointer to a different page's data — which corrupts silently.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fetch must be matched by an unpin.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leaked pin removes a frame from circulation permanently; enough leaks and the pool deadlocks with nothing evictable.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 RAII or an equivalent.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Manual unpinning on every path, including error paths, is not reliably achievable.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handle the all-pinned case 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a real condition, not an impossible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Choosing the victim.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Replacement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Weakness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LRU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Evict the least recently 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single scan destroys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Approximate LRU with a reference bit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Cheap; nearly as good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LRU-K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 the K-th most recent 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Resists scan pollution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2Q / ARC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Separate queues for once and twice accessed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Adaptive; more 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MRU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Evict the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most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recent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Correct for a sequential scan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Sequential flooding: one scan evicts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PLAIN LRU IS INADEQUATE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full table scan touches every page exactly once, in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LRU dutifully caches all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evicting the hot working set that thousands of queries were using — in exchange for pages that will never be touched again.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Performance collapses for every other query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recovers only slowly as the working set is read back 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LRU-K fixes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requiring K accesses before a page is considered valuable. A scan touches each page once, so nothing it reads displaces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Fighting the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databases manage their own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NOT MMAP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 DBMS does not just use mmap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control over eviction.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OS does not know which pages are hot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for your workload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it does not know about pin counts.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control over write ordering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the WAL protocol (Module 11)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requires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specific ordering. This alone is disqualifying.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Unpredictable stalls.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page fault blocks the thread in the kernel with no way to do anything else.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Transparent huge pages and readahead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interfere in ways you cannot disable per-file.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Double buffering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the OS cache is also active, wasting half your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'Are You Sure You Want to Use MMAP in Your DBMS?' is a real paper and the title is the abstract.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O_DIRECT and the fsync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TWO THINGS TO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O_DIRECT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bypasses the OS page cache entirely, so the DBMS's buffer pool is the only cache. Avoids double buffering and gives predictable behaviour.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fsync is how you know a write reached durable storage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slow, which is why the log is designed to batch them (Module 11).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fsync can fail, and on some systems a failed fsync marks the error as consumed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retry returns success while the data is lost.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'fsyncgate'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it affected PostgreSQL for twenty years, and the resolution was to treat an fsync failure as unrecoverable and crash. Durability is harder than it looks.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Random reads cost 1,000–100,000× a memory access, and sequential beats random by 10–100×. Every structure in this course follows from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Fixed-size pages match the hardware, avoid fragmentation, and serve as the unit of I/O, caching, and recovery.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slotted page puts a slot array at one end and records at the other, so records can move within a page without changing their identity.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pin count is the buffer pool's critical invariant: a pinned page is in use and must never be evicted. Use RAII.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Plain LRU collapses under sequential flooding — one scan evicts the whole working set. LRU-K requires two accesses before valuing a page.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DBMS manages its own memory because mmap offers no control over write ordering, which the WAL protocol requires.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