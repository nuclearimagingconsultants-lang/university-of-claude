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Volcano's elegance is genuine. The criticism is purely about the constant factor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Vectorisation is the single most important execution idea of the last twenty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Build-versus-probe asymmetry is a good concrete reason the optimiser's join-order choice matters beyond cardinality.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assume inter-operator is the main win. It is not — pipeline depth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Query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Turning a plan into rows, efficiently.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iterator model and its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iterator, materialisation, and vectorised execution.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query compilation and when it pays.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pipeline breakers and why they matter.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parallel query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iterator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interface, every operator.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VOLCANO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Open, next,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Every operator implements the same three methods. A plan is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tree of them, and the root is pulled until it is exhausted.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struct Operator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virtual void  open()  = 0;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virtual Tuple next()  = 0;   // returns one tuple, or EOF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virtual void  close() = 0;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struct Filter : Operator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Operator* child;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Expr*     pred;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Tuple next() override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while (Tuple t = child-&gt;next())      // PULL from below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if (pred-&gt;eval(t)) return t;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return EOF;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while (Tuple t = root-&gt;next()) emit(t);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Elegant, composable, and it makes ONE VIRTUAL CALL PER TUPLE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PER OPERATOR. At a billion rows that is the dominant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model is clean and the per-tuple virtual call is its undoing on analytical workloads.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Pull-based execution has real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LASTED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Composable.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Any operator can be a child of any other, with no coordination.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Pipelined.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Tuples flow through without materialising intermediate results, so memory use is bounded.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Naturally lazy.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LIMIT at the top simply stops pulling, and no operator below does unnecessary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per-tuple overhead is fine for OLTP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 query touches ten rows.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analytical case — billions of rows — where it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one tuple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ways to amortise the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execution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tuple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8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OLTP; low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Per-tuple call overhead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Materialisation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tuples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results; stored procs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 for everything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Vectorised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~1000 tuples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8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8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OLAP; the modern 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Complexity; 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Vectorised execution amortises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BATCHES OF A THOUSAND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virtual call per thousand tuples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per tuple. The dispatch cost effectively vanishes.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inner loop becomes tight and branch-predictable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compiler can auto-vectorise it into SIMD instructions.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batch fits in L1 or L2 cache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data is hot throughout the operation.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Typical speedups are 10–100× on analytical queries.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why column stores (Module 12) are fast, and the two ideas belong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Compilation: generate code for the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OTHER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Rather than interpreting a plan tree,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generate machine code specialised to this exact query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run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dispatch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tuple layout is known at compile time, so field access is a constant offset.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compilation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milliseconds to tens of milliseconds, which is unacceptable for a query that runs in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systems do both: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interpret short queries, compile long ones, and decide adaptively. HyPer compiles; DuckDB vectorises; several do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flow has to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pipeline breaker must see all its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Pipelineable: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filter, projection, hash join probe side, index scan. A tuple goes in, a tuple comes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Breakers: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sort, aggregation, hash join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build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side, DISTINCT.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Nothing can be emitted until the last input tuple has arrived.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Breakers determine memory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must accumulate. They are where spills happen (Module 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determine latency: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plan with a sort at the top produces no rows at all until the sort completes, however small the LIMIT.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breakers imply for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Push breakers late.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sort over fewer rows is cheaper; a filter below a sort is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plan with no breakers streams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constant memory, rows emitted immediately. The ideal for a LIMIT query.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build side of a hash join is a breaker; the probe side is not.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This asymmetry is why the optimiser cares which input is which.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Top-K avoids the sort breaker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LIMIT queries by keeping a bounded 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Count the breakers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estimate a plan's memory and latency profile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Using more than one 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kinds of parallelism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Intra-operator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data; run the same operator on each part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important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Inter-operator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Different operators on different cores, pipelined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Limited by pipeline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Inter-query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Different queries on different cores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Trivial; always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Morsel-driven parallelism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MODERN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Split the input into small chunks — morsels — and let worker threads pull them from a shared queue.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Work-stealing handles skew automatically: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thread that finishes early takes another morsel, so an uneven data distribution does not leave cores idle.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NUMA-aware: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prefer morsels whose data is local to the thread's socket.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replaced static partitioning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divided work evenly in advance and therefore divided it badly whenever the data was skewed — which is always.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parallelism disappoints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Amdahl's law.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serial fraction bounds the speedup, and there is always a serial fraction.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Memory bandwidth, not CPU, is usually the limit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scans. More cores sharing the same bandwidth do not help.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Coordination costs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exchanging tuples between threads is not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Skew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leaves cores idle, which is exactly what morsels fix.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parallel plan has startup cost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short queries are slower with it than without.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Memory bandwidth being the real limit is why column stores and compression matter so much (Module 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iterator model gives every operator open/next/close, which composes cleanly and costs one virtual call per tuple per operator.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That overhead is fine for OLTP and fatal for analytics, where a query touches billions of rows.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Vectorised execution processes batches of about a thousand tuples, amortising dispatch, enabling SIMD, and keeping data in cache — 10–100× on analytics.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Compilation generates code specialised to one query, eliminating dispatch entirely, at the cost of compile time that short queries cannot afford.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Pipeline breakers — sort, aggregation, hash build — must see all input before emitting any, which determines a plan's memory and latency.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Intra-operator parallelism is what speeds one query; morsel-driven scheduling with work stealing handles skew that static partitioning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