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row really does drive everything else. Anchor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operation is the point. Decompressing and then operating gives up most of the benefit.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Column storage and vectorised execution are the same idea arriving from two directions.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Arrow and Parquet are the most consequential recent change — the format became the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608 — Database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Column Stores and Analytics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A different workload needs a different system.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608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Contrast OLTP and OLAP workloads.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column storage suits analytics.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compression schemes columns enable.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late materialisation and vectorised execution together.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the two workloads ended up in separate systems.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Two workloads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They want opposite things.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WORKLOADS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OLTP and OLAP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OLTP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33488" y="1901952"/>
            <a:ext cx="429768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43215" y="19568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OLAP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Query shape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 rows, all columns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33488" y="2377440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43215" y="2414016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Many rows, few columns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Writes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Constant, small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333488" y="2852928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43215" y="2889504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Bulk load, rarely updated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Concurrency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Thousands of users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33488" y="3328416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43215" y="3364992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Few, large queries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Latency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Milliseconds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33488" y="3803904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443215" y="3840480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Seconds to minutes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Data size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Working set in memory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333488" y="4279392"/>
            <a:ext cx="42976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43215" y="4315968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Far larger than memory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Indexes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Many, selective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333488" y="4754879"/>
            <a:ext cx="429768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443215" y="4791455"/>
            <a:ext cx="407822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Few; scans dominate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Row storage reads columns you did not ask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CENTRAL INEFFICIENCY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472" b="0" i="0">
                <a:solidFill>
                  <a:srgbClr val="141924"/>
                </a:solidFill>
                <a:latin typeface="Consolas"/>
              </a:rPr>
              <a:t>SELECT avg(salary) FROM employees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a table with fifty columns.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Row storage reads every one of them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a row is contiguous and the unit of I/O is a page.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You wanted 4 bytes per row and read 400.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Ninety-nine percent of the bandwidth is wasted.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Column storage keeps each column contiguously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query reads only the salary column — a 100× reduction in bytes moved, before any compression.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Compression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second, larger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column is a much better compression target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COLUMNS COMPRESS WELL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column holds values of one type with a similar distribution.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row holds a name, a date, a float, and a boolean — nothing in common.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column data is highly redundant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the schemes that exploit it are simple and fast.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10–30× compression is routine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against perhaps 2–3× for row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compression makes queries faster, not slower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the bottleneck is memory bandwidth (Module 07) — fewer bytes moved beats the decompression cost, often by a long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SCHEMES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Column compression schemes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420624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Works when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16367" y="1901952"/>
            <a:ext cx="41148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26095" y="19568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Operate on directly?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Run-length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Sorted or low cardinality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516367" y="2377440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26095" y="2414016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count without expanding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Dictionary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Few distinct values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516367" y="2852928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26095" y="2889504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compare codes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Bit-packing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310128" y="3328416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19856" y="3364992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Small value range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516367" y="3328416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26095" y="3364992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 — SIMD on packed ints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Delta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10128" y="3803904"/>
            <a:ext cx="420624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419856" y="3840480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Sorted numerics, timestamps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516367" y="3803904"/>
            <a:ext cx="41148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26095" y="3840480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Partly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Frame of reference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10128" y="4279392"/>
            <a:ext cx="420624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19856" y="4315968"/>
            <a:ext cx="398678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Clustered values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516367" y="4279392"/>
            <a:ext cx="41148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626095" y="4315968"/>
            <a:ext cx="38953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Operate on compressed data without decompressing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IDEA THAT MAKES IT PAY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Run-length encoded: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count rows matching a value, sum the run lengths. The data is never expanded.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Dictionary encoded: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filter on 'Texas', look up its code once and compare integers — faster than comparing strings, and on packed data.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Bit-packed: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SIMD operates on several packed values per instruction.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compression is not a space/time trade here.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saves space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and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time, which is unusual and is why column stores lean on it so heavily.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column storage enables.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LATE MATERIALISATION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Keep columns separate as long as possible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Early materialisation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reconstructs rows immediately after reading, then processes rows. Simple, and throws away the advantage.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Late materialisation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keeps columns separate through filters and joins, assembling rows only at the end.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Why it wins: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filter on one column produces a bitmap, and other columns need only be read where the bitmap is set.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compression survives longer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so more of the plan operates on compressed data.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With vectorised execution (Module 07) this is the modern analytical engine.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Column stores and vectorisation belong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THEY CO-EVOLVED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Vectorised execution wants dense arrays of same-typed values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to loop over (Module 07).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Column storage supplies exactly that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by construction.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two ideas reinforce each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arriving at either tends to lead to the other — which is what happened historically with MonetDB and X100.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Together they account for most of the 10–100× that analytical systems achieve over row stores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on scan-heavy queries.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Why separate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whether they are converging.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requirements are genuinely opposed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NOT A MATURITY GAP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OLTP wants: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row storage, many indexes, fine-grained locking, small fast transactions.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OLAP wants: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column storage, few indexes, bulk loading, long scans, heavy compression.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system optimised for one is poor at the other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this is structural rather than a matter of effort.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Hence the standard architecture: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 OLTP system of record, an ETL or CDC pipeline, and a separate analytical warehouse — which is operationally annoying and keeps being rediscovered.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CONVERGENCE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is changing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HTAP systems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attempt both, often by keeping a row store for writes and a column store for reads, synchronised.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Column indexes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in row-store systems — SQL Server's clustered columnstore, Postgres extensions.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DuckDB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made embedded analytics trivial: a column store in a library, with no server.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Open formats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Parquet and Arrow — decoupled storage from the engine, so many engines read the same files.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the separation persists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because the underlying conflict has not gone away.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OLTP reads few rows and all columns; OLAP reads many rows and few columns. Nearly every design difference follows from that.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Row storage reads every column because a row is contiguous — wasting 99% of the bandwidth on a single-column aggregate.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 column holds one type with a similar distribution, so it compresses 10–30× against 2–3× for rows.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Compression makes analytical queries </a:t>
            </a:r>
            <a:r>
              <a:rPr sz="1700" b="0" i="1">
                <a:solidFill>
                  <a:srgbClr val="D6DCE6"/>
                </a:solidFill>
                <a:latin typeface="Calibri"/>
              </a:rPr>
              <a:t>faster</a:t>
            </a:r>
            <a:r>
              <a:rPr sz="1700" b="0" i="0">
                <a:solidFill>
                  <a:srgbClr val="D6DCE6"/>
                </a:solidFill>
                <a:latin typeface="Calibri"/>
              </a:rPr>
              <a:t>, because memory bandwidth is the bottleneck and compressed data can often be operated on directly.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Late materialisation keeps columns separate through the plan, so filters produce bitmaps and other columns are read only where needed.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Column storage and vectorised execution are the same idea from two directions, and together account for most of the 10–100×.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608 · Database Systems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