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that the hardest recovery combination is chosen deliberately, because the alternatives cost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Crash-during-recovery is the case people forget, and it is exactly what these two mechanisms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Repeating history is the key design decision and the one that needs justifying.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log-as-universal-primitive observation is worth drawing out — it is the basis of Kafka's design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Logging and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Surviving the crash, which is the whole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write-ahead logging protocol and both of its rules.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steal and force policies and why no-force/steal is chosen.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ARIES-style analysis, redo, and undo.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checkpointing and its trade-off.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recovery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Write-ahead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rules, and everything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WAL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 1 (undo rule):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a modified page is written to disk, the log record describing that change must already be on disk.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 2 (redo rule):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a transaction is reported committed, all its log records must be on disk.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 1 gives atomicity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we crash with a partial page write, the log tells us how to undo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 2 gives durability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we crash after reporting commit, the log tells us how to redo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These two rules are the entire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log instead of writing pages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transaction may modify pages scattered across the whole database.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Writing them is random I/O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there is no way to make many random writes atomic.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log is append-only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writing it is sequential — the fastest thing storage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write the log synchronously and the data pages lazily.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sequential fsync per commit instead of many random writes.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batch the fsyncs.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Group commit flushes one log write for many transactions, which is why throughput is far higher than one fsync per transaction would allow.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Steal and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May write an uncommitted page to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No-steal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Uncommitted pages stay in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Pool must hold them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pages written at commit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Slow commits; random I/O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No-force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Pages written lazily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REDO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algorithm everyone implements.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LOG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in the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Every log record:   LSN, transaction id, type, prev_LSN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Update records also: page id, offset, BEFORE image, AFTER image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Every PAGE stores the LSN of the last log record applied to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-&gt; so recovery can tell whether a change is already there.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If page.LSN &gt;= record.LSN, the change is present: SKIP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This is what makes redo IDEMPOTENT, which is what makes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it safe to crash DURING recovery and run it again.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CLR (Compensation Log Record): written when undoing.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Records what the undo did, and points PAST the record 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undid. So undo never gets redone, and a crash during undo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resumes rather than restarting.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Page LSNs make redo idempotent; CLRs make undo idempotent. Both exist so that crashing during recovery is survivable.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THREE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ARIES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ANALYSIS.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Scan forward from the last checkpoint. Rebuild the dirty page table and the transaction table. Determine which transactions were in flight.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REDO.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Scan forward from the oldest dirty page's LSN.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Repeat history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reapply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every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change, including those of transactions that will be undone.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UNDO.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Scan backward, rolling back every transaction that did not commit, writing a CLR for each change undone.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Repeating history is the counterintuitive part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redo work you are about to undo.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redo everything, including doomed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restores the database to its exact state at the moment of the crash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whatever that state was.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undo operates on a known, consistent starting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on an unpredictable partial state.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makes the algorithm far simpler and far easier to reason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is one well-defined intermediate state rather than a combinatorial space of partial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what makes crash-during-recovery work.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Recovery restarted from the beginning reaches the same intermediate state and continues. Mohan et al., 1992.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Bounding how much log must be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Checkpoints trade runtime cost against recovery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checkpoints, recovery must scan the log from the beginning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could be weeks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checkpoint records which pages are dirty and which transactions are active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recovery can start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Frequent checkpoints mean fast recovery and more I/O during normal operation.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Infrequent means the reverse.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Fuzzy checkpoints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what systems use: record the state without stopping the world, accepting that the recorded state is slightly inconsistent — which analysis then resolves.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else the log enables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Point-in-time recovery.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Restore a backup, then replay the log to any chosen moment. Recovers from a bad UPDATE, not just a crash.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Replication.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Ship the log to another machine and replay it — the standard mechanism for streaming replicas.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Change data capture.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Read the log to feed downstream systems without polling the tables.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Auditing.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log is a complete record of every change.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log turns out to be the most reusable structure in the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only part that actually establishes durability.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have not tested recovery until you have killed the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Reasoning about recovery proves nothing.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system that lost data had a correctness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Kill the process at a randomly chosen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during a transactional workload, and verify the recovered state against an independent model. Then do it a thousand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kill -9, not a clean shutdown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clean shutdown flushes everything and tests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crash during recovery too.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case the page LSNs and CLRs exist for, and it is the case nobody tests by accident.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crash test must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Crash at random points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at convenient ones. Instrument the code to abort at a random log write.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Crash during recovery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repeatedly.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Verify against an independent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against the database's own opinion of its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the whole distribution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thousand runs, not a representative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name a crash point you would not survive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prove there is none.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system has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This is exactly what Project 2 requires, and the honesty requirement is the point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WAL has two rules: the log record reaches disk before the page (undo rule), and before commit is reported (redo rule).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Logging is chosen because the log is sequential and the data pages are scattered — one sequential fsync beats many random writes.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Everyone chooses steal + no-force, which requires both undo and redo — the hardest recovery and the fastest runtime.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Page LSNs make redo idempotent and CLRs make undo idempotent, which is what makes crashing during recovery survivable.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ARIES is analysis, redo, undo — and redo repeats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all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history, so undo begins from a known state.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have not tested recovery until you have killed the process at random points a thousand times and verified against an independent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