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them compute the terabyte case. The base-1000 logarithm is the surprise.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Index nested loop with a small outer is extremely common in OLTP and is often the plan you want.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equi-join restriction is the key limitation and is why sort-merge survives.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'requires' column is what decides it as often as the cost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608 — Database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Sorting and Joins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two operations that dominate query cost.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608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external merge sort and compute its I/O cost.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nested loop, sort-merge, and hash joins.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Analyse each join's I/O cost and say when each wins.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hash joins usually win and when they do not.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joins degrade when memory is insufficient.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External sorting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foundation for everything else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Sort what does not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TWO-PHASE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Phase 1 — runs: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read B pages into memory, sort them in place, write the sorted run out. Repeat until the input is consumed. Produces N/B sorted runs.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Phase 2 — merge: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merge B−1 runs at a time, using one buffer page per run and one for output.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Both phases are purely sequential I/O.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 random access anywhere, which is the entire point.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a reasonable buffer pool, one merge pass is almost always enough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cost is effectively 'read twice, write twice'.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I/O cost of external sort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passes  =  1 + ⌈log_{B−1}(N/B)⌉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One pass to create runs, then merging with fanout B−1.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I/O  =  2N × passes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Each pass reads and writes the whole file.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N=10⁶ pages, B=1000  ⟹  2 passes, 4×10⁶ I/Os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gigabyte of buffer sorts a terabyte in two passes. The logarithm has a very large base.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base of the logarithm is the buffer size, which is why more memory helps so disproportionately 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REFINEMENTS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real sorts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Replacement selection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produces runs averaging 2B rather than B, by maintaining a heap and writing out records as they become eligible.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Double buffering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overlaps I/O with comparison, so the CPU is not idle during reads.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Skip the sort entirely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a B+tree already provides the order — scan the index instead.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Partial sorts for LIMIT: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top-K heap beats a full sort when only the first few rows are wanted.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Normalised keys: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encode the sort key as a byte string so comparisons are memcmp. Large constant-factor win.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Normalised keys matter more than the asymptotics in practice — comparison cost dominates once I/O is sequential.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Joins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algorithms, three cost profiles.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NESTED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nested loop variants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Variant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Naive (tuple)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 + (m × 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Never. Pathological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Block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 + (M × 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Small outer relation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Index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 + (m × lookup)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Inner side is indexed and outer is small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Sort-merge join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WHEN ORDER ALREADY EXISTS OR IS WANTED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Sort both inputs on the join key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1), then walk them together in one pass.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Cost: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two sorts plus M + N for the merge.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Free if an input is already sorted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it came from a clustered index, or from an earlier sort-merge join.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output is sorted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may satisfy a later ORDER BY or GROUP BY for nothing. The optimiser accounts for this as an 'interesting order' (Module 08).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HASH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Grace hash join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831335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557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PHASE 1 -- PARTITION both relations by hash(join_key) % P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R -&gt; R0 R1 R2 ... RP      S -&gt; S0 S1 S2 ... SP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Rows that could possibly join are now in the SAME partition index.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Cost: read and write both relations once.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PHASE 2 -- JOIN partition by partition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for i in 0..P: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build an in-memory hash table on Ri   (the smaller side)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probe it with every row of Si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Each partition is sized to fit in memory, so this is one pass.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Cost: read both relations once.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TOTAL: 3(M + N)   -- each relation read once, written once, read once.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*** Only works for EQUI-joins. A hash tells you nothing about &lt; or &gt;. ***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978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Partitioning guarantees that matching rows land in the same partition, which is what makes the second phase a single pass.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Choosing a join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Algorithm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4748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5721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Requires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9068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0415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Best when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Index NL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2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62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 + m·lookup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4748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5721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Index on inner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9068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0415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Small outer, indexed inner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Block NL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52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62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 + M·N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4748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Nothing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9068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0415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Tiny outer; non-equi join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Sort-merge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sorts + M+N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4748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5721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Sortable key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9068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0415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Already sorted; output order wanted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Hash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529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626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3(M+N)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4748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5721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Equi-join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9068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0415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 unsorted inputs. The default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When memory runs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failure mode that explains most slow queries.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Spilling is a cliff, not a slope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A QUERY SUDDENLY GETS SLOW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hash join's build side is sized to fit in memory.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the estimate was wrong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Module 08 explains why it often is — the hash table does not fit.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join spills to disk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cost jumps by an order of magnitude in one step.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why a query that was fast last week is slow today: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table grew past the point where the estimate and the memory limit still matched.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Recursive partitioning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handles it — partition the oversized partition again — but skew can defeat even that, if one key value dominates.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Reading a slow join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EXPLAIN ANALYZE shows estimated against actual row counts.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large gap is the single most informative signal available.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Look for spills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Postgres reports 'Batches: 4' or external sort disk usage. More than one batch means the estimate was wrong.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Check for a nested loop over a large outer.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Usually a cardinality underestimate.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Check for skew: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one key value matching millions of rows defeats hash partitioning entirely.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Then fix the estimate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not the plan. Statistics first; hints last.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'Fix the estimate, not the plan' is the single most useful rule in query tuning.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External merge sort creates runs of B pages, then merges B−1 at a time. All I/O is sequential, and one merge pass is usually enough.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Cost is 2N per pass with passes = 1 + log base (B−1). A gigabyte of buffer sorts a terabyte in two passes.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Index nested loop wins when the outer is small and the inner is indexed — far more often than its reputation suggests.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Sort-merge is free when an input is already sorted, and its sorted output may satisfy a later ORDER BY for nothing.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Grace hash join partitions both inputs so matching rows share a partition, costing 3(M+N) — but only for equi-joins.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Spilling is a cliff: when the memory estimate is wrong the cost jumps an order of magnitude. Fix the estimate, not the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