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Worth saying plainly: C was arguably included to make the acronym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Write skew is the one snapshot isolation permits and people do not expect.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cascading abort argument is why nobody implements basic 2PL. Make it explicit.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the standard is defined by anomaly list rather than by guarantee is a real and consequential flaw.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608 — Database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Transactions and Concurrency Control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ACID, and what each letter actually costs.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608 · Module 09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ACID properties precisely.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conflict serializability and test for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two-phase locking and explain why it works.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deadlock detection and prevention.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Name the anomalies each isolation level permits.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ACID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Four properties, four different mechanisms.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ACID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each letter means and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03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Property</a:t>
            </a:r>
          </a:p>
        </p:txBody>
      </p:sp>
      <p:sp>
        <p:nvSpPr>
          <p:cNvPr id="8" name="Rectangle 7"/>
          <p:cNvSpPr/>
          <p:nvPr/>
        </p:nvSpPr>
        <p:spPr>
          <a:xfrm>
            <a:off x="267004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Guarantees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7648" y="1901952"/>
            <a:ext cx="2926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19568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Mechanism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537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634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Module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Atomicity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7004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977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All or nothing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7648" y="237744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24140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Logging, undo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537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634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Consistency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7004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7977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Constraints hold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27648" y="2852928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376" y="2889504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application's job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537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634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Isolation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7004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977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As if run alone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27648" y="3328416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6" y="3364992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Locking or MVCC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537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634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09, 10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03904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840480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Durability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7004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7977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Survives a crash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27648" y="3803904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37376" y="3840480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WAL, fsync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537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634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Consistency is not the database's job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AN HONEST NOTE ON THE ACRONYM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A, I, and D are implemented by specific mechanisms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you can point at: the log, the lock manager, fsync.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 is different.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database enforces declared constraints — keys, foreign keys, checks — and nothing else.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'The balance must never be negative' is enforced only if you declare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Otherwise consistency means whatever the application maintains.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Härder and Reuter coined ACID in 1983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C is widely regarded as having been included partly because the acronym needed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Serializability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correctness criterion.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Serializable means equivalent to </a:t>
            </a:r>
            <a:r>
              <a:rPr sz="2700" b="1" i="1">
                <a:solidFill>
                  <a:srgbClr val="141924"/>
                </a:solidFill>
                <a:latin typeface="Georgia"/>
              </a:rPr>
              <a:t>some</a:t>
            </a:r>
            <a:r>
              <a:rPr sz="2700" b="1" i="0">
                <a:solidFill>
                  <a:srgbClr val="141924"/>
                </a:solidFill>
                <a:latin typeface="Georgia"/>
              </a:rPr>
              <a:t> serial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concurrent schedule is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serializable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its effect is the same as executing the transactions one after another in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some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order.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Not necessarily the order they arrived in.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Any serial order will do.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Conflict serializability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the testable version: two operations conflict if they touch the same item and at least one is a write.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Build the conflict graph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 edge from T₁ to T₂ when T₁ has an earlier conflicting operation.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Acyclic means serializable.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ANOMALIES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goes wrong without isolation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Anomaly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5887" y="1901952"/>
            <a:ext cx="7955279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85615" y="1956816"/>
            <a:ext cx="773582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happens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Dirty read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2377440"/>
            <a:ext cx="795527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2414016"/>
            <a:ext cx="773582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Read data another transaction wrote and then rolled back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Non-repeatable 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5887" y="2852928"/>
            <a:ext cx="795527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85615" y="2889504"/>
            <a:ext cx="773582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Read the same row twice; it changed in between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Phantom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75887" y="3328416"/>
            <a:ext cx="795527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5615" y="3364992"/>
            <a:ext cx="773582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Re-run a range query; new rows appeared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Lost update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803904"/>
            <a:ext cx="795527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840480"/>
            <a:ext cx="773582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Two read-modify-writes; one is silently overwritten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Write skew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75887" y="4279392"/>
            <a:ext cx="795527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85615" y="4315968"/>
            <a:ext cx="773582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Each transaction's write is fine; together they break an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Two-phase locking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classical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2PL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protocol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596640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322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GROWING PHASE:    may acquire locks, may NOT release any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SHRINKING PHASE:  may release locks, may NOT acquire any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Once a transaction releases its first lock, it may never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acquire another. That single rule guarantees conflict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serializability.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STRICT 2PL:  hold ALL locks until commit or abort.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Also prevents CASCADING ABORTS -- nobody can have read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uncommitted data, because the writer held its lock.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*** This is what real systems implement. ***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Lock modes:         S (shared, read)   X (exclusive, write)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S/S compatible.  Everything else conflicts.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663184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Strict 2PL is universal in practice: plain 2PL permits cascading aborts, which are a much worse problem than holding locks slightly longer.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Deadlock: detect or prevent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TWO STRATEGIES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Detection: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maintain a waits-for graph and look for cycles, periodically. On a cycle, abort a victim — usually the youngest, or the one with least work done.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Prevention by timestamp: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each transaction has an age.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Wait-die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 older transaction waits, a younger one aborts.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Wound-wait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 older one aborts the younger holder.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Both prevention schemes abort transactions that would not actually have deadlocked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cost of avoiding the graph.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Most systems detect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deadlocks are rare and needless aborts are not free. Timeouts are the crude fallback.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Phantoms need more than row locks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SUBTLE FAILURE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T₁ runs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SELECT count(*) WHERE age &gt; 30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locks the rows it found.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T₂ inserts a new row with age 35.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is not locked — it did not exist when T₁ looked.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T₁ re-runs the query and gets a different count.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Not serializable, and no row lock was violated.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fixes: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predicate locks (correct, impractical),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index-range or next-key locks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(practical, what systems do), or table locks (correct and brutal).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Isolation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Weaker guarantees, traded for throughput.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SQL isolation levels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Level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85876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6849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Dirty read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19088" y="1901952"/>
            <a:ext cx="2651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568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Non-repeatable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7084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057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Phantom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Read uncommitted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5876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6849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Possible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19088" y="2377440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8816" y="24140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Possible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7084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057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Possible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Read committed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5876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6849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19088" y="2852928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28816" y="2889504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Possible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7084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057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Possible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Repeatable read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5876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6849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19088" y="3328416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28816" y="3364992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7084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057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Possible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03904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840480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Serializable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5876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6849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19088" y="3803904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28816" y="3840480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7084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8057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isolation levels are not what you think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THREE THINGS THAT SURPRISE PEOPLE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default is usually Read Committed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serializable — in PostgreSQL, Oracle, and SQL Server. Most applications have never run serializably.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Names differ from behaviour.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Oracle's 'serializable' is snapshot isolation, which is weaker and permits write skew.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standard's definition is by anomaly list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list is incomplete — Berenson et al.'s 'A Critique of ANSI SQL Isolation Levels' makes the case.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So: find out what your system actually provides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by testing, rather than reading the level name.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Atomicity, isolation, and durability have specific mechanisms. Consistency is largely the application's responsibility.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Serializable means equivalent to </a:t>
            </a:r>
            <a:r>
              <a:rPr sz="1700" b="0" i="1">
                <a:solidFill>
                  <a:srgbClr val="D6DCE6"/>
                </a:solidFill>
                <a:latin typeface="Calibri"/>
              </a:rPr>
              <a:t>some</a:t>
            </a:r>
            <a:r>
              <a:rPr sz="1700" b="0" i="0">
                <a:solidFill>
                  <a:srgbClr val="D6DCE6"/>
                </a:solidFill>
                <a:latin typeface="Calibri"/>
              </a:rPr>
              <a:t> serial order, not the arrival order. Conflict serializability is testable by an acyclic conflict graph.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Two-phase locking's single rule — never acquire after releasing — guarantees serializability; strict 2PL also prevents cascading aborts.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Deadlock is detected with a waits-for graph or prevented by timestamp ordering; prevention aborts transactions that would not have deadlocked.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Phantoms are not prevented by row locks, because the offending row did not exist. Index-range locks are the practical fix.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default isolation level is usually Read Committed, names differ from behaviour, and the standard's anomaly-list definition omits write skew.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