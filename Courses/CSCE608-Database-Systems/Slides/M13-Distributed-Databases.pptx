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this. The reflex to distribute costs far more than people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blocking failure is the whole reason 2PC has a bad reputation, and it is a real limitation, not an implementation flaw.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TrueTime is worth mentioning: Google solved a software problem with hardware, which few others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Distributed Databases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you gain, what you give up, and whether you need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CAP precisely and explain what it does not say.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PACELC and why it is the more useful framing.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two-phase commit and its blocking failure.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consensus and what Raft provides.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whether a workload needs distribution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distribute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reasons, and only some of them are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people distribute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exceeds one machine.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Legitimate, and rarer than claimed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Survive a machine failure.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Usually the real reason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Geography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Serve users near them.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Legitimate and unavoidable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machines, more queries.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Often a single machine suffices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Resume-driven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happens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single machine is bigger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BEFORE DISTRIBUTING,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commodity server today: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128 cores, 2 TB of RAM, and tens of terabytes of NVMe at millions of IOPS.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handles workloads that genuinely required a cluster fifteen years ago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does so with transactions, joins, and a single debugger.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Distribution costs: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distributed joins worth the name, weaker transactions, network partitions as a routine event, and operational complexity that never goes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'We might need to scale' is not a measurement, and the cost of being wrong in that direction is paid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 and PACELC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theorem, and what it actually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CAP, stated precisely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WHAT IT DOES NOT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the presence of a network partition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system must choose between consistency (every read sees the latest write) and availability (every request gets a response).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say 'pick two of three'.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Partitions are not a choice — they happen. The choice is what to do when one occurs.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about one specific consistency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(linearizability) and one specific availability definition. Both are stronger than most systems need.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'CP' and 'AP' labels are far less informative than they look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most marketing use of CAP is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PACELC is the more useful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ABADI, 2012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there is a Partition, choose between Availability and Consistency. Else, choose between Latency and Consistency.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'else' clause is the important addition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partitions are rare and the latency/consistency trade is paid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every single request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Strong consistency means coordination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round trip to a quorum, which costs milliseconds and far more across regions.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everyday cost of consistency is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availability. That is the trade you actually make, and CAP obscures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Distributed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Atomicity across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2PC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Two-phase commit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PHASE 1 -- PREPARE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coordinator -&gt; all participants: "can you commit?"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each participant: make the change durable but DO NOT commit;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reply YES (and now it is BOUND) or NO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PHASE 2 -- COMMIT or ABORT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if all said YES: coordinator -&gt; "commit"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else:            coordinator -&gt; "abort"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*** THE BLOCKING PROBLEM ***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 participant that voted YES and then loses the coordinator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CANNOT decide alone. It cannot commit (others may have voted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NO) and cannot abort (others may already have committed).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It holds its locks and waits. Possibly for a long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Two-phase commit is correct and blocking. The participant's locks are held until the coordinator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Three-phase commit does not fix it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3PC adds a round to make the outcome recoverable without the coordinator.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assumes a synchronous network with bounded message delay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real networks do not provide.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an asynchronous network it is not 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extra round costs latency on every transaction.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essentially unused.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practical answer is to make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coordinator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fault-tolerant with consensus (Part 4), which is what Spanner and its successors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Agreeing when machines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consensus provides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PAXOS AND 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set of machines agrees on a sequence of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surviving crashes and message loss, as long as a majority is reachable.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Used for the replicated log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11), so every replica applies the same changes in the same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Raft was designed for understandability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after Paxos proved notoriously hard to implement correctly — it separates leader election, log replication, and safety explicitly.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FLP says consensus is impossible with one faulty process in a fully asynchronous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real systems use timeouts and accept that liveness, not safety, is what can be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real systems are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01952"/>
            <a:ext cx="5394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 leader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Postgres replicas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2377440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140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Simple; failover is the hard 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Consensus replication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Spanner, CockroachDB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852928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89504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 consistency; coordination latency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Leaderless quorum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Dynamo, Cassandra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328416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364992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Available; eventual consistency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Vitess, Citus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803904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840480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Scales writes;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cross-shard queries are hard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give up,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Joins across shards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either slow, restricted, or unsupported. Most systems restrict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Transactions across shards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cost a coordination round trip, and many systems do not offer them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Secondary indexes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either local to a shard (and so need scatter-gather) or global (and so need distributed updates).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Debugging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becomes distributed tracing, and a bug can live in the interaction rather than in any one machine.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none of this gets easier later.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These are the permanent costs of the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good reasons to distribute are availability and geography; capacity is rarer than claimed and throughput often does not require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commodity server with 2 TB of RAM and tens of terabytes of NVMe handles what needed a cluster fifteen years ago. Measure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CAP says that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during a partition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you choose consistency or availability. It is not 'pick two of three', and it concerns one specific consistency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PACELC adds the else clause: absent a partition, you choose latency or consistency — and that trade is paid on every request.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Two-phase commit is correct and blocking: a participant that voted yes and lost the coordinator holds its locks and waits.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Consensus makes the coordinator fault-tolerant. Raft was designed for understandability after Paxos proved hard to implement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