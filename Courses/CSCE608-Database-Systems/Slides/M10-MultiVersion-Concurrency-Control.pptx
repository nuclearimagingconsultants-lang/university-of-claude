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PostgreSQL's scheme specifically. Others differ in where versions live, not in the principle.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example is from the Berenson critique and is the clearest one. Students need to see that no serial order gives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Postgres's choice is why VACUUM exists and is the most operationally consequential design decision in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Wraparound is a genuine production hazard and worth naming.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Worth being direct: this is not close, and the reason is non-blocking reads.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608 — Database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Multi-Version Concurrency Control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Readers that never block, and the garbage they create.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608 · Module 10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how MVCC makes readers non-blocking.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snapshot isolation and what it permits.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write skew and why snapshot isolation allows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version storage and garbage collection.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serializable snapshot isolation.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Keep old versions instead of blocking.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Readers do not block writers; writers do not block readers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CENTRAL PROPERTY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Under 2PL, a long-running read holds shared locks and blocks every writer touching the same rows.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One analytical query can stall an entire OLTP system.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MVCC keeps multiple versions of each row.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writer creates a new version; readers continue to see the old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no reader ever waits for a writer, and no writer ever waits for a reader.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Only writer-writer conflicts remain.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single property is why MVCC won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is why PostgreSQL, Oracle, MySQL InnoDB, and SQL Server's snapshot mode all use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VERSIONS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a version is identified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Each ROW VERSION carries: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xmin   -- the transaction that CREATED this version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xmax   -- the transaction that DELETED it (or none)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Each TRANSACTION carries a SNAPSHOT at its start: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xmin_snapshot   -- oldest still-running transaction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xmax_snapshot   -- next id to be assigned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in_progress[]   -- ids running at snapshot time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A VERSION IS VISIBLE to a transaction if: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xmin committed BEFORE the snapshot was taken,  AND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xmax is unset, or committed AFTER the snapshot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So a transaction sees a consistent picture of the database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as it was at one instant -- regardless of what has happened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since, and without taking a single read lock.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Visibility is computed per row from the snapshot. No locks are involved in reading at 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Snapshot isolation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MVCC naturally provides, and what it permits.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Snapshot isolation is not serializable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THING TO UNDERSTAND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Each transaction reads from a consistent snapshot and writes are checked for conflict at commit — first committer wins.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prevents dirty reads, non-repeatable reads, phantoms, and lost updates.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Everything on the SQL standard's list.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still not serializable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 standard's list is incomplete (Module 09).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permits write skew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not on the list and which real applications hit.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WRITE SKEW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on-call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596640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322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INVARIANT: at least one doctor must remain on call.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Initially Alice and Bob are both on call.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T1 (Alice):                      T2 (Bob):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SELECT count(*) WHERE on_call    SELECT count(*) WHERE on_call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-&gt; 2, so it is safe to leave     -&gt; 2, so it is safe to leave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UPDATE alice SET on_call=false   UPDATE bob SET on_call=false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COMMIT                           COMMIT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Both snapshots saw 2. Neither wrote a row the other wrote,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so there is NO WRITE-WRITE CONFLICT to detect.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Both commit. Nobody is on call. The invariant is broken.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*** No serial order produces this outcome. ***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663184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Each transaction's write is individually valid. The conflict is between one transaction's 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read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and the other's 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write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which snapshot isolation does not check.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Serializable snapshot isolation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Cahill et al., 2008.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Track read-write dependencies between concurrent transactions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just write-write.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Abort when a dangerous structure appears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particular pattern of two consecutive rw-dependencies that is necessary for a non-serializable cycle.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Optimistic: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no locks taken for reading, and the check happens at commit.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PostgreSQL implements this as SERIALIZABLE since 9.1.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gives true serializability with MVCC's non-blocking reads, at the cost of some false-positive aborts.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Versions and garbage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cost side of MVCC.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the old versions 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Append-only (Postgres)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New versions written into the table itself.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Old versions occupy table pages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until vacuumed.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Every index must point at every version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— writes are expensive.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Table bloat is the characteristic problem.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Delta / rollback segment (Oracle, MySQL)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Current version in place;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old versions in a separate undo area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The table stays compact.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Reading an old version means following a chain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through the undo log.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'Snapshot too old' when undo space is exhausted.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long transaction holds back garbage collection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OPERATIONAL TRAP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version can only be removed once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 running transaction could still need to see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one transaction open for hours pins every version created since it started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across the entire database, not just the tables it touched.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table bloats, scans get slower, and nothing identifies the cause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except noticing the old transaction.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the single most common MVCC operational problem.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 idle-in-transaction connection — often an application that forgot to commit — is the usual culprit.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MVCC costs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Space.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Multiple versions of everything, until collected.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Garbage collection.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VACUUM in Postgres, purge threads elsewhere. Real CPU and I/O.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Index bloat.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In an append-only design, every version needs index entries.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Visibility checks on every row read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 small but unavoidable per-row cost.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Transaction ID wraparound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in systems with bounded ID space. Postgres's 32-bit counter must be managed or the database shuts down.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Choosing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When each approach is right.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2PL and MVCC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Two-phase locking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MVCC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Readers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Block writers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Never block anything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Space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Minimal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Multiple versions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Long reads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Catastrophic for writers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Harmless to writers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Write conflicts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Detected by locking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3488" y="3803904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5" y="3840480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Detected at commit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Default level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Serializable achievable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33488" y="4279392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3215" y="4315968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Usually snapshot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Used by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27248" y="4754879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36976" y="4791455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DB2, older systems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33488" y="4754879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43215" y="4791455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Postgres, Oracle, InnoDB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Optimistic concurrency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THIRD 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Run without any locks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record what was read and written, and validate at commit: did anything I read change?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Excellent when conflicts are rare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no locking overhead at all, and no deadlocks.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Terrible when they are common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work is done and then discarded, repeatedly, and throughput can collapse under contention.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Used in in-memory systems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where transactions are microseconds long, and in application-level patterns like version-column checks.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MVCC keeps multiple row versions so readers never block writers and writers never block readers — which is why it won for OLTP.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Visibility is computed per row from a transaction's snapshot, with no read locks taken at all.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Snapshot isolation prevents every anomaly on the SQL standard's list and is still not serializable, because the list omits write skew.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Write skew arises when each transaction's write is individually valid; the conflict is read-write, which snapshot isolation does not check.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Serializable snapshot isolation tracks read-write dependencies and aborts on a dangerous structure — PostgreSQL's SERIALIZABLE.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One long-running transaction pins every version created since it started, across the whole database. It is the commonest MVCC operational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