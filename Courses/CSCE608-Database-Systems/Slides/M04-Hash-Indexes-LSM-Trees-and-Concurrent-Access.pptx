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practical conclusion is that hash indexes are rarer than their asymptotic advantage suggests.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Linear hashing's 'split a bucket that is not the full one' is counterintuitive and is what avoids the directory.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Bloom filters are not an optimisation here — LSM reads are impractical without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RUM framing is the clean way to present this. It is a genuine trade, not a maturity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find the safe-node condition unintuitive until they trace a split that propagates two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608 — Database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Hash Indexes, LSM Trees, and Concurrent Access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alternatives, and making any of them thread-safe.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608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hash indexes with B+trees and say when each wins.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extendible and linear hashing.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LSM tree and the read/write amplification trade.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latch crabbing for concurrent B+tree access.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a latch from a lock and explain why both exist.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Hash indexes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O(1) lookup, and no order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Hash index and B+tree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Hash 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O(1) point lookup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one page read, in principle.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No ordering whatsoever.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No range scans. No ORDER BY. No prefix matching.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Resizing is disruptive unless done carefully.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Good for exact-match only, on a high-cardinality key.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B+tree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O(log_f N) — three I/Os, two of them cached.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Fully ordered.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Ranges, ORDER BY, prefix matching, MIN/MAX.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Grows gracefully.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The default for a reason.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hash indexes are rarer than you would expect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B+tree's three I/Os are usually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top levels are cached. The asymptotic advantage mostly evaporates.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B+tree does far more: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ranges, ordering, prefix matching, min and max — all for free.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hash index wins only for exact-match lookup on a high-cardinality key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the key is large enough that fanout suffers.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PostgreSQL's hash indexes were not even crash-safe until version 10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tells you how much they were used.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DYNAMIC HASHING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Growing a hash table without rehashing everything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Static hashing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needs the size up front, and resizing means rehashing every entry at once — unacceptable for a live database.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Extendible hashing: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directory of pointers indexed by the top d bits. Splitting one overflowing bucket doubles the directory, not the data.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Linear hashing: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split one bucket at a time, in a fixed round robin, regardless of which bucket overflowed. No directory needed.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Both spread the resize cost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over many operations rather than stalling the system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LSM trees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you build when writes dominate.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B+trees write badly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single row insert into a B+tree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dirties a whole page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must eventually be written back.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Inserts in random key order touch random pages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write pattern is random — the worst case for storage.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writing a page to change 50 bytes is 300× write amplification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a 16 KB page.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LSM tree inverts this: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buffer writes in memory, flush them as sorted runs, and merge the runs in the background. Every disk write is sequential.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WRITES --&gt;  MEMTABLE (in memory, sorted; a skip list or B-tree)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|  when full, flush as an immutable sorted file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v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L0:  [SST] [SST] [SST]        &lt;- may overlap in key range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|  compaction merges and sorts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v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L1:  [ SST ][ SST ][ SST ]    &lt;- disjoint ranges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|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L2:  ...  each level ~10x the previous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READ: check memtable, then L0 (all of it), then one file per level.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A Bloom filter per file skips the ones that cannot contain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the key -- without them, reads would be hopeless.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Every write to disk is a sequential write of a whole sorted file. Reads pay by having to check several places.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AMPLIFICATION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amplifications, and you choose two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Kind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B+tree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537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34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529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626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Pages read per logical read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7628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601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537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34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Write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529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626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Bytes written per logical write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628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High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537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634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Lower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Space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Disk used per byte of data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628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537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634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Concurrency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Many threads in one tree.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latch is not a 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DISTINCTION THAT CONFUSES EVERYONE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latch protects a data structure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page, a node, a hash bucket. Held for microseconds, during one operation.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lock protects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row, a table. Held for the duration of a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transaction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possibly seconds (Module 09).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Latches are not logged, not tracked, and deadlock is prevented by ordering.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Locks are tracked and deadlock is detected.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literature uses the words inconsistently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genuine source of confusion. In this course: latch = structure, lock =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CRABBING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Latch crabbing for B+tree descent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SEARCH (read):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latch root (shared)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loop: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latch child (shared)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RELEASE parent latch        &lt;-- safe: we never go back up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descend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INSERT / DELETE (write):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latch root (exclusive)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loop: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latch child (exclusive)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if child is SAFE: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release ALL ancestor latches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descend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SAFE means the operation cannot propagate past this node: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insert -&gt; the node is not full      (no split will reach the parent)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delete -&gt; the node is more than half full  (no merge will)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Named "crabbing" because you hold two levels at once and release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the upper one only after grabbing the lower -- like a crab's gait.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safety test is the whole idea: once a node absorbs the change, no ancestor can be affected, so their latches can be released.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Optimistic descent is what real systems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Pessimistic crabbing takes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exclusive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latches all the way down for every write, which serialises every writer at the root.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root becomes a bottleneck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immediately — every operation touches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Optimistic descent: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take shared latches down to the leaf, assuming no split is needed. Take an exclusive latch on the leaf only.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a split turns out to be necessary, restart the descent pessimistically.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Splits are rare, so the restart is rare, and the common case never contends at the root.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FURTHER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production systems add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Blink-trees: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each node has a right-sibling pointer, so a reader that arrives mid-split can follow it instead of blocking.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Lock-free and optimistic lock coupling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using version counters — read, then verify the version did not change.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Latch ordering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to prevent deadlock — always acquire top to bottom, left to right. Never violate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Reader-writer latches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so readers do not exclude one another.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Test with thread sanitizers and stress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not by reasoning. Concurrency bugs here corrupt data silently.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Blink-trees are the classic solution and are still what most systems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Hash indexes give O(1) point lookup and no ordering at all; B+trees give three cached I/Os plus ranges, ordering, and prefix matching.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Extendible and linear hashing grow a hash table incrementally so a resize never stalls the system.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B+trees write badly — random page dirtying and large write amplification. LSM trees buffer in memory and write sorted runs sequentially.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Bloom filters are not an optimisation for LSM reads; they are what makes them practical at all.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RUM: you can optimise read, update, or memory — any two, not all three. B+tree and LSM pick different pairs.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latch protects a structure for microseconds; a lock protects data for a transaction. Crabbing releases ancestor latches once a node is safe.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