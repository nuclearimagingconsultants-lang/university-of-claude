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it as requirements accumulating makes the architecture feel inevitable rather than arbitrary.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Logical independence is the weaker claim; views only go so far. Worth being honest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table visible all semester. Students lose track of which layer they are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also serves as a preview — every row is a later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608 — Database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What a Database Is For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problems that justify a hundred thousand lines of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608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problems a DBMS solves that a filesystem does not.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data independence and why it matters.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Describe the layered architecture of a DBMS.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relational model's actual contribution.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Situate the course's modules within the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case for a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Start with files and watch the requirements accumulate.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goes wrong with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 structure.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Every program must agree on the format, and changing it means changing every program.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 concurrent access.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Two writers corrupt the file. A reader sees half-written records.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 atomicity.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Crash mid-update and the file is in a state no program expects.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 query capability.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Every question needs new code; every access path is hand-written.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 scale beyond memory.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Sorting a file larger than RAM is a project in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hard problem is crash consistency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THROUGH-LINE OF THIS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How do you make a machine that loses power behave as though it did not?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Almost every design decision in a database descends from that question.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Durability needs a log.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log's cost needs a buffer pool. Concurrent access to the buffer pool needs latching. The cost of locking needs MVCC.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Keep this chain in view.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Each module in this course adds one link, and the architecture stops looking arbitrary once you see it as a sequence of forced moves.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Data independence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Codd's actual contribution, which was not tables.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relational model's contribution was independence, not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1970 ACTUALLY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Before Codd, programs navigated data structures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explicitly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follow this pointer, traverse this chain. The access path was in the application.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changing the physical layout meant rewriting every program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touched the 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Codd separated what you want from how to get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query says which rows, not which pointers; the system chooses the access path.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the whole reason query optimisation exists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08) — and it is why a database can add an index and make every existing program faster without changing any of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levels of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Describes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Independence gained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Physical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Files, pages, indexes, layout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Logical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Tables, columns, constraints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Physical independence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View / external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What one application sees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Logical independence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each module of this course sits.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DBMS from the top 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926080" cy="438912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3008" y="1901952"/>
            <a:ext cx="5120640" cy="438912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956816"/>
            <a:ext cx="49011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13648" y="1901952"/>
            <a:ext cx="3017520" cy="438912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3376" y="1956816"/>
            <a:ext cx="27980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40864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377440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Parser, binder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2340864"/>
            <a:ext cx="5120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377440"/>
            <a:ext cx="49011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SQL text → logical plan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13648" y="2340864"/>
            <a:ext cx="3017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2377440"/>
            <a:ext cx="27980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779776"/>
            <a:ext cx="29260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16352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Optimiser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3008" y="2779776"/>
            <a:ext cx="512064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2736" y="2816352"/>
            <a:ext cx="49011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Logical → physical plan by cost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13648" y="2779776"/>
            <a:ext cx="301752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23376" y="2816352"/>
            <a:ext cx="27980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218688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255264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Executor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3218688"/>
            <a:ext cx="5120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2736" y="3255264"/>
            <a:ext cx="49011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Runs operators over tuples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13648" y="3218688"/>
            <a:ext cx="3017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23376" y="3255264"/>
            <a:ext cx="27980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06, 07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657600"/>
            <a:ext cx="29260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694176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Access methods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3008" y="3657600"/>
            <a:ext cx="512064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2736" y="3694176"/>
            <a:ext cx="49011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B+trees, hash indexes, scans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13648" y="3657600"/>
            <a:ext cx="301752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23376" y="3694176"/>
            <a:ext cx="27980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03, 04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096512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133088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Buffer pool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3008" y="4096512"/>
            <a:ext cx="5120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2736" y="4133088"/>
            <a:ext cx="49011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Memory, and what stays in 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13648" y="4096512"/>
            <a:ext cx="3017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23376" y="4133088"/>
            <a:ext cx="27980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535424"/>
            <a:ext cx="29260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572000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Transactions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93008" y="4535424"/>
            <a:ext cx="512064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02736" y="4572000"/>
            <a:ext cx="49011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Concurrency and isolation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13648" y="4535424"/>
            <a:ext cx="301752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23376" y="4572000"/>
            <a:ext cx="27980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09, 10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974336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010912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Recovery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93008" y="4974336"/>
            <a:ext cx="5120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02736" y="5010912"/>
            <a:ext cx="49011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Logging, and surviving a crash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13648" y="4974336"/>
            <a:ext cx="3017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23376" y="5010912"/>
            <a:ext cx="27980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5413248"/>
            <a:ext cx="29260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" y="5449824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Disk manager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93008" y="5413248"/>
            <a:ext cx="512064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2736" y="5449824"/>
            <a:ext cx="49011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Pages, files, and the hardware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13648" y="5413248"/>
            <a:ext cx="301752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23376" y="5449824"/>
            <a:ext cx="27980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Read the architecture paper in week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SPECIFIC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Hellerstein, Stonebraker, and Hamilton's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Architecture of a Database System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about a hundred pages and free.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the map.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explains how the components fit together before you understand any of them individually.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Read it now and again at the end of the course.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second reading is a different document.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unusually good advice for a survey paper, and it is why it appears in the required materials rather than as a module resource.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varies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every database makes the same choices.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DESIGN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axes systems differ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Axis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204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5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Workload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OLTP vs OLAP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5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Postgres vs Snowflake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Layout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Row vs column store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5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MySQL vs DuckDB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Storage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Disk-oriented vs in-memory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204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5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Postgres vs Redis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Index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B+tree vs LSM tree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4204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51775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Postgres vs RocksDB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Concurrency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Locking vs MVCC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42048" y="4279392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51775" y="4315968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DB2 vs Postgres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Scale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1868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2841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Single node vs distributed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42048" y="4754879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51775" y="4791455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SQLite vs Spanner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Know when not to use a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 HONEST CAVEAT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file is fine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 configuration, logs, and anything one process writes and no one queries.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SQLite is fine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 an enormous range of applications, and it is the most widely deployed database in the world by several orders of magnitude.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distributed database is rarely necessary.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single machine with a modern NVMe drive handles workloads that required a cluster fifteen years ago.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reflex to distribute is usually wrong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Module 13 makes the case precisely.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Files fail on structure, concurrency, atomicity, querying, and scale — a DBMS exists because those failures compound.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organising question is: how do you make a machine that loses power behave as though it did not? Most of the architecture descends from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Codd's contribution was data independence — separating what you want from how to get it — not tables.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Physical independence is why query optimisation exists and why adding an index speeds up programs without changing them.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layers are parser, optimiser, executor, access methods, buffer pool, transactions, recovery, disk manager. Know which one you are in.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Row versus column, B+tree versus LSM, locking versus MVCC — none is universally right, and the course covers both sides of each.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