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irreducible term is what makes 'just get a better model' finite.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suspicion of good results is worth more than teaching how to get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data-size versus epochs distinction matters and is often muddled.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633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Bias, Variance, and Capacity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Why more model is not more better.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633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and interpret the bias–variance decomposition.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Read a learning curve and diagnose from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capacity and how it is controlled.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underfitting from overfitting by evidence.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double descent and what it does not overturn.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Error splits into three pieces, and two are yours.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Expected error,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E[(y − f̂(x))²] = Bias² + Variance + σ²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For squared loss, the expected error over training sets decomposes exactly.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Bias: how wrong the average model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Error from the model class being too simple to represent the truth.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Variance: how much the model moves with the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Error from fitting the particular sample rather than the pattern. σ² is irreducible noise.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You control two of the three terms, and they trade against each other.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The third is the floor.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SYMPTOMS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Diagnosing which one you 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Symptom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Diagnosis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1901952"/>
            <a:ext cx="5303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956816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helps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Train error high, val ≈ train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 bias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2377440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414016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More capacity; better features; less regularisation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Train error low, val ≫ train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 variance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2852928"/>
            <a:ext cx="5303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2889504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More data; regularisation; less capacity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Both high, gap large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3328416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6" y="3364992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Features first, then capacity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Both 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7648" y="3803904"/>
            <a:ext cx="5303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3840480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Stop. Check for leakage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Val error rising with training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444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417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Overfitting over time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27648" y="4279392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37376" y="4315968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Early stopping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More data fixes variance and does nothing for bias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ASYMMETRY THAT DECIDES YOUR NEXT 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High variance means the model is fitting the sample.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More samples make the sample look more like the distribution, so the problem shrinks.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High bias means the model class cannot represent the truth.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line fitted to a parabola is equally wrong with a million points.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diagnose before collecting.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Data acquisition is usually the most expensive action available and it is frequently the wrong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learning curve tells you which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if validation error has flattened well above training error, more data will help; if the two have converged, it will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Learning curves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diagnostic instrument.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LEARNING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curves, four shapes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Plot TRAINING error and VALIDATION error against training set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size. Not against epochs -- against how much DATA you used.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HIGH BIAS                      HIGH VARIANCE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err |                          err |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|___________ val               |  \___________ val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|___________ train             |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|                              |   ___________ train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+-------------- n              +-------------- 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Both converge, HIGH.            Large persistent GAP.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More data will not help.        More data WILL help.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Need capacity or features.      Or regularise.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WHAT THE SHAPES TELL YOU: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curves converged and low     -&gt; done (and be suspicious)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curves converged and high    -&gt; bias. Add capacity.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gap still closing at max n   -&gt; get more data; it is working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gap flat and wide            -&gt; regularise; data is not enough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val curve RISING             -&gt; early stop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This single plot answers "what should I do next?" better than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any other diagnostic, and it costs one training run per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Plot against dataset size, not epochs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two answer different questions and the second is routinely mistaken for the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there is more or less 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controls how much a model can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Parameter count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obvious one, and the least reliable predictor.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Function class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polynomial degree, tree depth, kernel choice.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Regularisation strength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04) — which reduces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effective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capacity without changing the parameter count.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Training time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early stopping is capacity control, because an under-trained model has not reached the flexible part of its class.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data augmentation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raises the effective sample size rather than lowering capacity, with the same effect on the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'Effective capacity' is the useful notion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and it is not the parameter count — which is what makes the next slide possible.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Double descent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modern complication, stated carefully.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Double descent: the curve has a second slope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WAS ACTUALLY DISCOVERED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classical picture: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test error falls, then rises as capacity grows past the sweet spot. A U.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is observed in very large models: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error rises to a peak at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interpolation threshold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where the model has just enough capacity to fit the training data exactly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then falls again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 capacity grows further.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heavily overparameterised models can generalise well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the classical account did not predict.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does not overturn bias–variance.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decomposition is an identity; it is always true.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What changed is the belief that variance must increase with parameter count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implicit regularisation from the optimiser appears to keep it 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this means for your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the scale of this course, the classical picture holds.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a few thousand samples and a tabular problem, more capacity past the sweet spot hurts.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Double descent shows up with enormous models and enormous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CSCE 636's territory rather than this module's.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diagnosis procedure is unchanged.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Plot the learning curves, read the gap, and act on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useful lesson is epistemic: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well-established picture was incomplete and the correction came from measurement, not theory.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Which is a reason to keep plotting rather than reasoning from the textbook curve.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Expected squared error decomposes exactly into bias squared, variance, and irreducible noise — you control two terms and the third is the floor.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Train error high with validation close means bias; train error low with a large gap means variance.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More data fixes variance and does nothing for bias, so diagnose before spending on data acquisition.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Plot learning curves against training set size rather than epochs — they answer different questions.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Effective capacity is controlled by function class, regularisation, and training time, not just parameter count.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Double descent shows overparameterised models can generalise, which does not overturn the decomposition — it overturns the assumption that variance grows with parameter 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