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label-delay problem is why input monitoring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randomised holdout is expensive and is the only honest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Drift, feedback, and who is affected when it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drift and design monitoring for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feedback loops and why they are the hardest case.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Treat fairness as a measurement and design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model owes the person it is applied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model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distribution does not hold still.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kinds, and how to detect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Covariate shift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P(x) — the inputs move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Monitor feature distributions. No labels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Label shift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P(y) — base rates 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Monitor the prediction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Concept drift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P(y|x) — the relationship changes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labels. The hardest to detect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Sudden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change of supplier, policy, sensor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step in the metrics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Gradual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Slow behavioural change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Invisible day to day; obvious over a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Monitor the inputs, because the labels arrive 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Ground truth in production is delayed, partial, or absent.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loan default takes years; a fraud chargeback takes months; many predictions are never resolved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performance monitoring alone is too slow.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the time accuracy visibly drops, the model has been wrong for a long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Monitor the input distributions, the prediction distribution, and the feature-wise statistics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available immediately.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alert on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change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not on thresholds.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feature whose mean moved three standard deviations is worth investigating whether or not it crossed a number someone picked.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Feedback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model changes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 becomes part of the process it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PATTERN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1. model predicts higher risk in region 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2. more inspection / policing / review is sent to 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3. more incidents are FOUND in R -- because more was looked for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4. the new data confirms the model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5. the model becomes more confident about 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6. go to 2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Nothing here is a bug. Every step is the system working as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designed. The data is no longer an observation of the world;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it is an observation of the system's own behaviour.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OTHER FORMS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recommenders   -- you only observe clicks on what you showed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hiring         -- you only see outcomes for who you hired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credit         -- you only see repayment for who you approved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pricing        -- your price changes the demand you measure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COMMON STRUCTURE: the model's action determines what data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it later receives. The i.i.d. assumption (Module 01) is not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merely violated; the distribution is now ENDOGENOUS.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MITIGATIONS: hold out a randomised control slice; log what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you DID NOT show; use explicit exploration; audit against 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independent data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Holding out a randomised slice is the one that works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the one that is hardest to get approved.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 a measurement problem with real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fairness criteria are mathematically incompatible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STRUCTURES THE WHOLE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Demographic parity: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equal positive rates across groups.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Equalised odds: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equal error rates.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Calibration: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score means the same thing in every group.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cannot all hold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unless base rates are equal or the classifier is perfect.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a theorem, not a limitation of current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must choose which to satisfy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choice is a value judgement about what the system is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an engineer owes is to make the trade-off explicit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measure all three, report them, and say which was chosen and why.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Choosing silently is the failure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 performance by subgroup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12 §3) before anything else. Most disparities are discovered this 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the training data's composition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against the population the model will serve.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Removing the protected attribute does not work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proxies reconstruct it, and removing it makes disparity harder to measure.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Decide the operating point per group deliberately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the law and the context permit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document the decision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model card stating the intended use, the measured disparities, and the known failure 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'We removed the protected attribute' is the most common and least effective response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actively prevents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model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'AUC 0.84 on data from 2023, split by patient, against a majority baseline of 0.50.'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the split key and the baseline.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'Worst subgroup AUC 0.71, n = 340.'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slice and its count.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'Calibrated on the validation set; empirical coverage 88% for nominal 90% intervals.'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'Degrades measurably when the scanner model changes; retrain trigger documented.'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what you cannot say: 'it is 94% accurate'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no baseline, no split, no slice, and no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course in this program ends here.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State what you measured, and what you did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fit the standard models, diagnose which error term limits you, and choose a metric from the costs rather than from habit.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the things that distinguish someone who has deployed a model from someone who has trained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leakage is the usual explanation for a good result, that labels are noisier than the benchmark implies, and that the average describes nobody.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669 supplies the optimisation theory underneath all of this, and CSCE 636 replaces the hand-designed features with learned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discipline does not change: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baseline first, split by what will be new, report by slice, and never claim more than you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Covariate shift, label shift, and concept drift differ in what moves, and only the first is detectable without labels.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Production labels arrive late or never, so monitor input and prediction distributions rather than waiting for accuracy to drop.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 a feedback loop the model's action determines the data it later receives — the distribution is endogenous, not merely shifted.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randomised held-out control slice is the one mitigation that works and the hardest to get approved.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Demographic parity, equalised odds, and calibration cannot all hold unless base rates are equal or the classifier is perfect — that is a theorem.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Removing the protected attribute does not work, because proxies reconstruct it and its absence prevents measurement.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