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Ratios and domain-derived features are where the real gains usually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Out-of-fold target encoding is subtle enough to be worth doing once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633 —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Features, Data, and Labels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Where the performance actually comes from.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633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the standard feature transformations and say why.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Handle missing data without destroying the signal.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Encode categorical variables, including high cardinality.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labels are noisy and what to do about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Decide between more data, better labels, and better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the gains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usually in the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Data work beats model work, at this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EMPIRICAL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Going from a linear model to gradient boosting is typically worth a few points.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Fixing a broken label definition can be worth twenty.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adding a genuinely informative feature usually beats any amount of tuning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the features you already have.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Yet model selection receives most of the attention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it is tractable, measurable, and interesting, while data work is tedious and unglamorous.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look at the data, look at the errors, and look at the labels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before the third model.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Error analysis is the highest-yield activity in applied machine learning and the least performed.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Transformations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ones that matter, and when.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TRANSFORMS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do to a feature,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Transform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Standardise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Distance- or gradient-based models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91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needed for trees at 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Log / Box–Cox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Heavy right skew; multiplicative effects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Prices, counts, durations. Large win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Binning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Known thresholds; nonlinear response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91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88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Loses information; trees find these anyway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Interactions / ratios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domain says a ratio matters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Often the highest-value feature work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Cyclic encoding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Hour, month, angle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916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6889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sin/cos, or hour 23 is far from hour 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Target encoding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High-cardinality categoricals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9168" y="4754879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68896" y="4791455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Leaks badly unless done out-of-fold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Missingness is usually informative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THING TO NOT THROW 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fact that a value is missing frequently carries signal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 unanswered question, an untaken test, a field that only applies to some cases.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add a binary 'was missing' indicator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before imputing. It costs one column and it preserves what the imputation destroys.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Imputing with the mean distorts the distribution and understates the variance.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the default and it is rarely the best.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dropping rows with missing values selects a biased subset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complete cases are not a random sample.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Trees handle missingness natively (Module 06), which is another reason they win on messy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Categoricals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encoding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Encoding categorical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Good 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One-hot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Few categories; linear models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Explodes with cardinality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Ordinal integer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Genuinely ordered categories; trees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Implies an order that may not exist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Target / mean encoding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High cardinality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Leaks the label. Must be out-of-fold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Frequency encoding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When rarity itself matters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Collides equally-frequent categories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Hashing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Huge or unbounded cardinality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Collisions; not invertible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Learned embeddings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Many categories, enough data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67728" y="4754879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77456" y="4791455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Needs a neural model (CSCE 636)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Labels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part assumed to be correct, and usually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Labels are noisier than anyone admits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UNCOMFORTABLE 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Human annotators disagree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routinely 5 to 20% of the time on tasks described as objective.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Standard benchmarks contain label errors.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 audit of ten widely-used test sets found an average of 3.4% mislabelled, and correcting them changed model rankings.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your test set's ceiling is the label quality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model 'exceeding human performance' may be fitting the annotators' biases.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Measure inter-annotator agreement before trusting anything.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two humans agree 80% of the time, 85% accuracy is not a meaningful target.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Working with imperfect labels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Measure agreement first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Cohen's or Fleiss' kappa, on a sample double-annotated deliberately.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Write a labelling guide, and revise it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when annotators disagree. Most disagreement is definitional, not perceptual.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Audit the examples the model gets most confidently wrong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 large share are mislabelled, not hard.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Weak supervision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combine noisy heuristic labellers and model their accuracies.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active learning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label what the model is most uncertain about, which is where a label buys the most.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confident-errors audit is the cheapest of these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and reliably finds both label errors and leakage.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to spend the next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Learning curve still descending?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More data (Module 03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Curves converged and high?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Better features, or more capacity.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Errors concentrated in one category?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category needs features or data, not a different model.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Confident errors mostly mislabelled?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Fix the labels — and the measured ceiling moves.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Nothing obvious?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Do the error analysis properly before tuning further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hundred misclassified examples, read and categorised by hand.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better model is typically worth a few points; a fixed label definition or a genuinely new feature can be worth far more.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Error analysis is the highest-yield activity in applied machine learning and the least performed.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Missingness usually carries signal — add an indicator before imputing, and note that dropping incomplete rows selects a biased subset.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Cyclic quantities need sin/cos encoding, or hour 23 is maximally distant from hour 0.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Target encoding uses the label and leaks badly unless computed out-of-fold.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Benchmark test sets average several percent mislabelled, so label quality is the real ceiling and inter-annotator agreement is the number to measure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