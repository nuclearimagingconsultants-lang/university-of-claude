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two intuitions coincide is worth pointing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may be the single most practically useful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Dimensionality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Fewer numbers, and what gets lost.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PCA and explain its relationship to the SVD.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component count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manifold assumption.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t-SNE and UMAP, and read their output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reduction can hurt supervised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Rotate to the directions of greatest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equivalent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Maximise variance along successive orthogonal directions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directions along which the data spreads most.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Minimise squared reconstruction error from k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best rank-k linear approximation to the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Take the top k right singular vectors of the centred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SVD computes it directly — and is how it should always be computed.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three are the same thing.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Maximising variance and minimising reconstruction error are the same optimisation.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Centre, usually scale, and never form the covariance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Centring is mandatory.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PCA on uncentred data finds the direction to the mean as its first component, which carries no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Scaling is usually necessary.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PCA maximises variance, so a feature measured in millimetres dominates one measured in metres entirely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result reflects your units, not your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Compute it with the SVD of X, not the eigendecomposition of XᵀX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conditioning argument as Module 02 §1.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fit it inside the cross-validation fold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§2). PCA learns from data, so it leaks if fitted on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k,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'95% of variance' is a convention, not a criterion.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can mean two components or two hundred depending on the spectrum.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scree plot shows where the eigenvalues flatten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judgement about a curve — the same difficulty as k-means' elbow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PCA feeds a supervised model, tune k by cross-validation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like any other hyperparameter.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only honest criterion 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low variance does not mean low usefulness.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direction with little variance can be exactly the one separating the classes, and PCA will discard it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PCA is unsupervised and never looks at 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Manifolds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reduction can work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manifold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ASSUMPTION UNDERNEATH EVERYTHING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high-dimensional data lies near a much lower-dimensional surface.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1-megapixel image has a million dimensions; the set of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plausible photographs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occupies a tiny curved subset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intrinsic dimension is far below the ambient dimension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extra coordinates are redundancy rather than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PCA finds a linear subspace.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manifold is curved, a linear method needs many more dimensions than the manifold actually has.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Nonlinear methods — t-SNE, UMAP, autoencoders — try to follow the curvature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they look so much better and why their output is so much easier to misread.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t-SNE and UMAP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Beautiful, useful, and routinely over-read.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t-SNE or UMAP plot does and does not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the plot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Points close together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Were probably close in the original space. Trustworthy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Distance between clusters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MEANINGLESS. Not preserved at 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Cluster sizes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MEANINGLESS. Density is deliberately equalised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Number of clusters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Depends heavily on perplexity / n_neighbors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Apparent clusters in noise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t-SNE produces them. It is well documented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Run-to-run differences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4754879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4791455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Expected — stochastic and non-convex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them to look, not to conclude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at several perplexity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keep only what is stable across all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Colour by something you know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label, a batch, a date — and ask whether the embedding reflects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Finding that it separates by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batch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a very common and very valuable discovery.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Never cluster on the embedding.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Cluster in the original space, or on PCA output, and use the embedding only to display the result.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UMAP preserves somewhat more global structure than t-SNE and is much faster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caveats above still apply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less severely, not differently.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not to reduce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It is not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Reduction before a supervised model often hurts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SURPRISES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PCA discards the directions of lowest variance, and it does so without ever looking at the labels.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low-variance direction that perfectly separates the classes is thrown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this is not hypothetical; it is easy to construct and happens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Modern models handle many features well.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Regularisation (Module 04) and tree ensembles (Module 06) both cope with redundancy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reduce for speed, memory, visualisation, or an explicit noise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 reflexively.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 with and without; it is one extra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Supervised and sparse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LDA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finds directions separating known classes. Supervised, so it keeps what PCA discards.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Feature selection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04) — keeps original features, so the result stays interpretable.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Autoencoders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nonlinear reduction learned by reconstruction (CSCE 636).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Random projection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Johnson–Lindenstrauss says random directions nearly preserve distances. Cheap, and surprisingly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 nothing at all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frequently the right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Random projection deserves more attention than it gets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no fitting, no leakage risk, and a distortion 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Maximising variance, minimising reconstruction error, and taking the top singular vectors are three descriptions of the same operation.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Centring is mandatory and scaling is usually necessary, because PCA maximises variance and variance depends on your units.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PCA never looks at the labels, so it can discard the low-variance direction that separates the classes.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manifold hypothesis — real data lies near a low-dimensional curved surface — is why reduction works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 a t-SNE or UMAP plot only local neighbourhoods are meaningful; cluster distances, sizes, and gaps are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Reduce for speed, memory, visualisation, or a stated noise argument — not reflexively, and measure both 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