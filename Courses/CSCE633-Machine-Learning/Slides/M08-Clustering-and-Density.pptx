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it never fails visibly is the thing to warn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outlier concept is a genuine capability difference, not a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Clustering and Density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Finding structure when nobody labelled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k-means and state its assumptions.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EM and Gaussian mixtures as soft clustering.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density-based clustering and say when it wins.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cluster validation is fundamentally harder.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whether clustering is the right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k-means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algorithm, and what it quietly assumes.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steps, repeated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initialise k centroids            (k-means++ , not at random)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repeat until assignments stop changing: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ASSIGN  each point to its nearest centroid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UPDATE  each centroid to the mean of its points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It is coordinate descent on  sum over points of ||x - mu_c||^2 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so each step cannot increase the objective and it CONVERGES --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to a LOCAL minimum, which depends on the initialisation.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WHAT IT QUIETLY ASSUMES: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* clusters are SPHERICAL      (it uses Euclidean distance)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* clusters are SIMILAR SIZE   (the mean is pulled by counts)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* clusters have SIMILAR SPREAD(no per-cluster covariance)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* k is known                  (it is not)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* every point belongs somewhere (no outlier concept at all)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Each of these is wrong often enough to matter, and k-means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fails SILENTLY -- it always returns k clusters, whether or not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there are 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k-means always succeeds.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It returns k clusters from uniform random noise just as readily as from real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Initialisation and k are both real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PRACTICAL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Random initialisation gives bad local optima regularly.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k-means++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seeds centroids spread apart with a probability proportional to squared distance, and is strictly better for almost no cost.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 it several times and keep the best objective.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Ten restarts is cheap and standard.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Choosing k has no principled answer.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elbow method is a judgement call about a curve that is usually smooth.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silhouette score and the gap statistic are better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still heuristics.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k matters to your conclusion, the conclusion is fragile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worth knowing before building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Mixtures and 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Soft assignment, and a generative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Gaussian mixture is k-means with uncertainty and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GENERALISATION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Model the data as generated by k Gaussians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each with its own mean, covariance, and mixing weight.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EM alternates: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E-step computes each point's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belonging to each component; M-step updates the parameters weighted by those probabilities.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assignment is soft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point can be 60% in one cluster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covariance lets clusters be elongated and differently shaped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fixes two of k-means' assumptions.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k-means is the limiting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spherical equal covariances and hard assignment.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EM also converges only to a local optimum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can collapse a component onto a single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clustering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Needs / fails 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k-means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Spherical, similar-size groups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k; no outliers; fails on shapes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GMM / 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Elliptical groups, soft membership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k; more parameters; can collapse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DBSCAN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Arbitrary shapes; labels outliers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ε; fails on varying density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HDBSCAN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Shapes at varying density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Mostly supersedes DBSCAN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Hierarchical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whole tree of groupings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O(n²); the linkage choice matters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Spectral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Groups by graph connectivity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7628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601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Elegant; O(n³) eigendecomposition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part that has no good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There is no held-out set for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HARDER THAN SUPERVISED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Supervised learning has ground truth, so a held-out score answers 'is this right?'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Clustering has no ground truth by construction.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Internal measures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silhouette, Davies–Bouldin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score compactness and separation, which is a definition of 'good clustering', not a measurement of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favour whatever shape they assume.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External measures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adjusted Rand, mutual information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require labels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if you have labels you probably should have done supervised learning.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validation is downstream: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does using the clusters improve a task you can measure?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Anything else is a preference dressed as a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Clustering tells you about your distance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REFRAMING THAT HELPS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clustering is relative to a notion of similarity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you chose that notion — usually implicitly, by picking features and scaling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change the scaling and the clusters change.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Unscaled features mean the largest-range feature defines the groups almost entirely.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'The data has three natural clusters' is almost never a fact about the data.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a fact about the data plus your metric plus your 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clustering results should be reported with the preprocessing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they transfer badly between papers.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Whether to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question to ask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clustering is actually good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Exploration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looking at the data before deciding what to model. The strongest use.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Compression and vector quantisation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replace points by centroids. A measurable objective.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Feature construction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cluster membership as a feature for a supervised model, which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can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 evaluated.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Anomaly detection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density methods, where 'not in any cluster' is the output you want.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not for 'discovering natural categories'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presumes they exist and that your metric reveals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If a downstream task exists, evaluate on it.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That converts an unanswerable question into an answerable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k-means is coordinate descent that always converges to a local optimum, and it always returns k clusters — including from pure noise.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 assumes spherical, similar-sized, similar-spread clusters, a known k, and no outliers; each is wrong often enough to matter.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Gaussian mixture adds soft assignment and per-cluster covariance, which fixes two of those assumptions; k-means is its limiting case.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DBSCAN's ability to label a point as noise is a capability no centroid method has.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Clustering has no ground truth, so internal measures encode a definition of 'good' rather than measuring correctness — validate downstream.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clustering is a fact about your data plus your metric plus your k, not a fact about the data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