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derivation retroactively explains Module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out-of-distribution abstention use case is the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633 —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Probability and 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Saying how sure the model is, and meaning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633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maximum likelihood from MAP estimation.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prior acts as regularisation.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naive Bayes and why it works despite its assumption.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aleatoric from epistemic uncertainty.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Produce and interpret a prediction interval.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Likelihood and priors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loss functions come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MLE, MAP, and the Bayesian posterior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MLE:   θ̂ = argmax P(data | 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parameters making the observed data most probable.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MAP:   θ̂ = argmax P(data | θ) P(θ)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Weighted by a prior. Taking the log turns the prior into a penalty term.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Bayes: P(θ | data) ∝ P(data | θ) P(θ)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Keep the whole distribution rather than a point. Expensive, and it is where uncertainty comes from.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MAP with a Gaussian prior 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is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 ridge regression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with a Laplace prior it is lasso — Module 04's penalties, derived.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Your loss function was always a likelihood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WORTH 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Minimising squared error is maximum likelihood under Gaussian noise.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Take the log of the Gaussian density and the squared term falls 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Minimising cross-entropy is maximum likelihood under a Bernoulli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L2 penalty is a zero-mean Gaussian prior on the weights; the L1 penalty is a Laplace prior.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Module 04's regularisation was a probabilistic statement all along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'I believe the weights are small'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strength λ is how strongly you believe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assumption that is false and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Naive Bayes works despite being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INSTRUCTIVE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assumes every feature is conditionally independent given the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for text means word order and co-occurrence carry no information, and that is plainly false.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Yet it classifies well.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reason: classification needs only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argmax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estimated probabilities can be badly wrong while their ordering is 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is a good classifier and a terrible probability estimator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its outputs are pushed toward 0 and 1 and should never be used as probabilities (Module 05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extremely fast, needs little data, and handles very high dimensions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it survived as a text baseline long after better methods existed.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distinction that determines what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Aleatoric and epistemic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Aleatoric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Epistemic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Noise inherent in the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Ignorance from limited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fair coin's outcome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region of feature space never seen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More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not reduce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Reduces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the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σ² of Module 03 — the floor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67727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77455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 and variance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Report it; do not promise precision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67727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5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Collect data there; or abstain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softmax output is not a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AND CONSEQUENTIAL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classifier given an input unlike anything in training will still produce a confident-looking distribution.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softmax must sum to one; it has no way to express 'none of these'.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high softmax output means 'most like this class among the classes I know'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'I am confident this is that class'.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Deep networks are routinely confidently wrong on out-of-distribution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§3), and this has caused real failures.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Getting genuine epistemic uncertainty requires ensembles, dropout at inference, conformal prediction, or a Bayesian treatment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of which cost, and none of which is the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Saying how wrong you might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Producing an interval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Quantile regression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fit the 5th and 95th percentiles directly with a pinball loss. Simple and effective.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Bootstrap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refit on resamples and take the spread of predictions. Captures epistemic uncertainty.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Ensembles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the disagreement between independently trained models is a usable uncertainty 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Conformal prediction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gives a distribution-free coverage guarantee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from a calibration set, with almost no assumptions.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then check the coverage.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A 90% interval should contain the truth 90% of the time; measure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Conformal prediction is the underused one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wraps any model, needs only exchangeability, and the guarantee is finite-sample.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uncalibrated interval is worse than 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WARNING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interval claimed as 90% that actually contains the truth 60% of the time is actively misleading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invites decisions that would not have been made without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measure the empirical coverage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held-out data, exactly as calibration is measured for classification (Module 05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the coverage alongside the interval.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'90% intervals, empirically covering 88% on the test set' is an honest statement.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same discipline as every other 'claiming honestly' section in this program: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not what you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Squared error is maximum likelihood under Gaussian noise and cross-entropy under a Bernoulli model — your loss was always a likelihood.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MAP with a Gaussian prior is ridge regression and with a Laplace prior is lasso, so Module 04's penalties are probabilistic statements.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Naive Bayes' independence assumption is plainly false and it classifies well because only the argmax matters — its probabilities are unusable.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Aleatoric uncertainty is irreducible noise; epistemic uncertainty is ignorance that more data fixes.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softmax output is not a confidence — it cannot express 'none of these', so models are confidently wrong off-distribution.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Conformal prediction wraps any model and gives a distribution-free finite-sample coverage guarantee, and is underused.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633 · Machine Learning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