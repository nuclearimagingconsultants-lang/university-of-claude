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memorise line 3 and cannot derive it. The derivation is the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That's why everything downstream is gradient-based.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thin-valley picture is what makes scaling obviously necessary rather than superstition.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vanishing-gradient-when-confidently-wrong argument is the real reason.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633 — Machine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Linear Models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Derived from the loss, not recited from a formula.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633 · Module 02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Derive the normal equations from squared loss.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the closed form is rarely used.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Implement gradient descent and reason about its step size.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Derive logistic regression and explain why squared loss fails for it.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convexity and what it guarantees.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633 · Machine Learning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Least squares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derivation, which is three lines.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633 · Machine Learning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DERIVATION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From loss to normal equations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J(w) = ‖Xw − y‖²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Squared error over the whole dataset, in matrix form.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∇J = 2Xᵀ(Xw − y) = 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Set the gradient to zero. J is convex, so a stationary point is the global minimum.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w = (XᵀX)⁻¹Xᵀy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normal equations. Closed form, exact, and rarely what you should compute.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Three lines from 'minimise squared error' to the answer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and the third line is where the practical problems start.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633 · Machine Learning  —  Module 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Do not invert the matrix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NUMERICAL POINT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Forming XᵀX squares the condition number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so a mildly ill-conditioned X becomes a badly ill-conditioned system — and the solution loses half its digits.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Solve the least-squares problem directly with QR or SVD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never form XᵀX at all.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explicit inversion is worse than solving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in every case — </a:t>
            </a:r>
            <a:r>
              <a:rPr sz="1472" b="0" i="0">
                <a:solidFill>
                  <a:srgbClr val="141924"/>
                </a:solidFill>
                <a:latin typeface="Consolas"/>
              </a:rPr>
              <a:t>solve(A, b)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rather than </a:t>
            </a:r>
            <a:r>
              <a:rPr sz="1472" b="0" i="0">
                <a:solidFill>
                  <a:srgbClr val="141924"/>
                </a:solidFill>
                <a:latin typeface="Consolas"/>
              </a:rPr>
              <a:t>inv(A) @ b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always.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This is CSCE 620's predicate lesson in another domain: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the mathematically equivalent expression is not the numerically equivalent one, and the textbook form is chosen for legibility rather than for evaluation.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633 · Machine Learning  —  Module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SCALING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Closed form against gradient descent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377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</a:p>
        </p:txBody>
      </p:sp>
      <p:sp>
        <p:nvSpPr>
          <p:cNvPr id="8" name="Rectangle 7"/>
          <p:cNvSpPr/>
          <p:nvPr/>
        </p:nvSpPr>
        <p:spPr>
          <a:xfrm>
            <a:off x="2944368" y="1901952"/>
            <a:ext cx="41148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54096" y="1956816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Normal equations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59168" y="1901952"/>
            <a:ext cx="45720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68896" y="1956816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Gradient descent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44368" y="2377440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54096" y="2414016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O(nd² + d³)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59168" y="2377440"/>
            <a:ext cx="4572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68896" y="2414016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O(nd) per step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Large 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44368" y="2852928"/>
            <a:ext cx="41148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889504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d³ dominates; infeasible past ~10⁴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59168" y="2852928"/>
            <a:ext cx="4572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68896" y="2889504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Fine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Large 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44368" y="3328416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364992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Must hold X in memory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059168" y="3328416"/>
            <a:ext cx="4572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68896" y="3364992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Stochastic version streams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Exactness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44368" y="3803904"/>
            <a:ext cx="41148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54096" y="3840480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Exact in one step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059168" y="3803904"/>
            <a:ext cx="4572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68896" y="3840480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Iterative; needs a stopping rule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Other losses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44368" y="4279392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54096" y="4315968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Only squared error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059168" y="4279392"/>
            <a:ext cx="4572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68896" y="4315968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Any differentiable loss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633 · Machine Learning  —  Module 02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Gradient descent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algorithm everything else is built 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633 · Machine Learning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GD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algorithm, and the step size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repeat: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w &lt;- w - eta * grad_J(w)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THE STEP SIZE eta DECIDES EVERYTHING: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too small  -&gt; converges, slowly, and you conclude it is stuck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too large  -&gt; oscillates, or diverges to NaN in a few steps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just right -&gt; and "right" depends on the curvature, which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              changes as you move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FEATURE SCALING IS NOT OPTIONAL.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If one feature ranges over [0,1] and another over [0,10^6],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the loss surface is a long thin valley. Gradient descent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oscillates across the narrow direction and crawls along the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long one. The SAME model, with features standardised,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converges in a fraction of the steps.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VARIANTS, in the order they matter: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stochastic / mini-batch  -- estimate the gradient from a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    subset. Noisier steps, far more of them per second.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momentum  -- accumulate a velocity; damps the oscillation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Adam  -- per-parameter adaptive step sizes. The default,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    and Module 03 of CSCE 636 is about when it is not.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Feature scaling is the single highest-value preprocessing step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and is routinely skipped.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633 · Machine Learning  —  Module 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Convexity is what makes any of this safe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LINEAR MODELS ARE A GOOD STARTING POINT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convex function has one minimum, and any local minimum is global.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gradient descent on a convex loss cannot get stuck somewhere wrong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only converge slowly, which is a tuning problem rather than a correctness one.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Squared loss and logistic loss over linear models are both convex.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So is the SVM's hinge loss (Module 07).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Neural networks are not convex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why CSCE 636 spends so much time on optimisation.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surprising empirical fact is that it works anyway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nobody fully knows why.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633 · Machine Learning  —  Module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Logistic regression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Classification, derived the same way.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633 · Machine Learning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DERIVATION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Why the sigmoid, and why not squared loss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P(y=1 | x) = σ(wᵀx) = 1 / (1 + e^(−wᵀx))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Squash the linear score into (0,1) so it can be a probability.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L = −Σ [ y log p + (1−y) log(1−p) 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Negative log-likelihood — cross-entropy. Convex in w.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∇L = Xᵀ(p − y)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same form as least squares, with p in place of the prediction. That is not a coincidence.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Squared loss on a sigmoid is non-convex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, and it produces vanishing gradients when the model is confidently wrong — which is exactly when you need a large gradient.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633 · Machine Learning  —  Module 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Logistic regression outputs probabilities, and that matters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AN UNDERRATED PROPERTY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Most classifiers output a score; logistic regression outputs a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calibrated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 probability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at least when the model is well specified.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threshold is yours to choose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from the cost of each error type (Module 01 §3), rather than fixed at 0.5 by convention.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probabilities compose.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They can be combined, used in expected-value calculations, and compared across models.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Many stronger classifiers are badly calibrated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boosted trees and neural networks both are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Module 05 addresses, and which is a real reason to keep a linear model in the comparison.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633 · Machine Learning  —  Module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Why linear is still the first thing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Despite everything that followed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633 · Machine Learning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REASONS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a linear model gives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 baseline that is frequently hard to beat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on tabular data with limited samples.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Coefficients you can read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direction, magnitude, and significance, which is a genuine explanation rather than an attribution heuristic.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Calibrated probabilities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per Part 3.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Training that is fast enough to cross-validate exhaustively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and to retrain constantly.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And a diagnostic: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if a linear model does nearly as well as a complex one,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the problem is mostly linear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which is useful information about the problem.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Fit a linear model first, always.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It costs minutes and tells you what kind of problem you have.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633 · Machine Learning  —  Module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The normal equations fall out of setting the gradient of squared loss to zero, and convexity makes that stationary point the global minimum.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Forming XᵀX squares the condition number — solve with QR or SVD and never invert explicitly.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Gradient descent generalises to any differentiable loss while the closed form works only for squared error, which is why everything downstream is gradient-based.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Feature scaling turns a long thin valley into a round bowl and is the highest-value preprocessing step available.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Squared loss on a sigmoid is non-convex and gives vanishing gradients exactly when the model is confidently wrong; cross-entropy does not.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Linear models give calibrated probabilities, readable coefficients, and a diagnostic about how linear the problem 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633 · Machine Learning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