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scanner anecdote lands better than any abstract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hyperparameter search as multiple comparisons is the useful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numbers beat the abstract statement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How Evaluations Lie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ways a number can be right and mean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forms of leakage and audit for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multiple-comparisons inflation and correct for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benchmark overfitting and the adaptivity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Simpson's paradox and subgroup effects.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an evaluation that is hard to fool.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Information from the future, or from the label.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forms, and how each gets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 it happens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Target leakage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feature computed after the 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feature dominates; near-perfect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Train–test contamination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Preprocessing fitted on everything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optimism; hard to see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Temporal leakage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Random split on time-series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Great offline, fails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Group leakage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entity in train and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Inflated; invisible without the 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Duplicate rows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same record in both sets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Common in scraped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Proxy leakage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feature encoding the label indirectly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patient ID correlating with diagnosis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leakage audit, as a procedure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TO ACTUALLY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every feature, ask: would this value have been available, with this value, at prediction time?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Write the answer down.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Check the top of the importance ranking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implausibly dominant feature is leakage far more often than a discovery.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Check for duplicate and near-duplicate rows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across the split.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be suspicious of good results.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score is much better than the domain expert expected, the explanation is usually leakage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'we did better than expected' is not a conclusion, it is a prompt to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Multiple comparisons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Testing enough things guarantees a winner.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INFLATION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arithmetic of trying many things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P(at least one false positive) = 1 − (1 − α)^m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For m independent tests at level 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 = 20, α = 0.05  ⟹  64%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Try twenty things and the odds favour at least one spurious 'significant' result.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 = 100  ⟹  99.4%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hyperparameter sweep is a multiple comparisons problem that nobody corrects for.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 model you compare on the validation set is a comparison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the best-of-many score is biased upward.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validation set wears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ADAPTIVITY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time you consult the validation set and change something, you fit to it a little.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Not through training — through your own choices.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After a hundred decisions, the validation score is optimistic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an amount nobody measures and everybody incurs.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the test set is spent once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§2) — it is the only estimate not contaminated by your attention.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benchmark leaderboards drift.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community collectively overfits the public test set, which is why held-out replication studies find smaller gains than the leaderboard reported.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Aggregates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Averages that reverse.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SIMPSON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model better overall and worse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  GROUP A         GROUP B         OVERALL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(900 cases)     (100 cases)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Model 1         81 / 90         192 / 910        273/1000 = 27%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Model 2        234 / 270        55 / 730         289/1000 = 29%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Per group: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Group A:   Model 1 = 90%     Model 2 = 87%     M1 better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Group B:   Model 1 = 21%     Model 2 =  8%     M1 better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OVERALL:   Model 1 = 27%     Model 2 = 29%     M2 "better"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Model 1 is better in EVERY group and worse overall, because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the two models were evaluated on different group MIXTURES.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SO: always report metrics BY SUBGROUP as well as overall.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An aggregate hides composition, and composition changes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between development and deployment -- which is exactly when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the reversal bites.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Simpson's paradox is not a curiosity.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It happens whenever the subgroup mixture differs between the sets being compared.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Report by slice, always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aggregate metric can hide a model that fails completely for a subgroup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while performing well on the majority.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report the metric for every slice you can define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by segment, by source, by time period, by demographic where relevant.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worst slice is frequently the number that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especially when a person is on the receiving end (Module 13).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the same argument as CSCE 735's distributions and CSCE 678's tail latency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average describes nobody, and the worst case is somebody's experience.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Designing against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evaluation that is hard to fool.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harder-to-fool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 the protocol before seeing results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commit it with a timestamp.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Split by the unit you generalise over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by time if time exists (Module 01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Hold out a final set you touch once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genuinely once.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Report by slice, with counts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small-sample slices can be discounted.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Report the trivial baseline and the uncertainty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a point estimate.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have someone else try to break it.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fresh reader finds leakage you cannot.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timestamped protocol is the highest-value item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it makes post-hoc rationalisation visible to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Leakage comes in six forms, and target leakage shows up as one implausibly dominant feature and a near-perfect score.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Audit by asking of every feature whether that value would have been available at prediction time, and be suspicious of good results.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Twenty independent tests at α = 0.05 give a 64% chance of a spurious winner; a hyperparameter sweep is an uncorrected multiple comparisons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validation set wears out through your own choices, which is why the test set is spent once and why leaderboards drift.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Simpson's paradox means a model can be better in every subgroup and worse overall, whenever the group mixtures differ.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Report by slice with counts — the average describes nobody and the worst slice is somebody's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