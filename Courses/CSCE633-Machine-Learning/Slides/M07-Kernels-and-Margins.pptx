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connecting C to lambda explicitly; students treat them as unrelated.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96-million-terms figure makes the saving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custom-kernel row is where SVMs remain genuinely competitive.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633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Kernels and Margins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Infinite features without computing any of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633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maximum margin principle.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kernel trick and the representer theorem.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kernel and explain its hyperparameters.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SVMs lost ground and where they still fit.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Connect kernels to the other methods in the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Of all separating lines, which 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Maximise the distance to the nearest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data is linearly separable, infinitely many lines separate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Logistic regression picks one by likelihood; the SVM picks one by geometry.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Choose the line maximising the distance to the nearest training point on either side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margin.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intuition: a wide margin is a confident decision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leaves the most room for a new point to fall on the right side.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Only the closest points matter.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Those are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support vectors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moving any other point changes nothing — which is both the method's name and its most distinctive property.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SOFT MARGIN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Allowing violations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min  ½‖w‖² + C Σ ξᵢ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Maximise the margin while penalising violations ξᵢ.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subject to  yᵢ(wᵀxᵢ + b) ≥ 1 − ξᵢ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Each point should be on the right side by at least 1, or pay for the shortfall.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 large ⟹ few violations, narrow margin; C small ⟹ wide margin, more violations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 is the regularisation dial, and it is the inverse of λ.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Real data is not separable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so the hard margin is replaced by a penalty — and that penalty is Module 04's regularisation in a different costume.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kernel trick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idea that made SVMs famous.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TRICK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Inner products are all you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OBSERVATION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SVM's solution depends on the data ONLY through inner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products x_i . x_j -- never through individual x_i alone.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SO: to fit in a richer feature space phi(x), you only need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phi(x_i) . phi(x_j)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NOT phi(x) itself.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 KERNEL is a function computing that inner product directly: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K(x, z) = phi(x) . phi(z)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POLYNOMIAL   K = (x.z + 1)^d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phi expands to all monomials up to degree 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For d=5 and 100 features that is ~96 million terms.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K costs ONE dot product and ONE power.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RBF / GAUSSIAN  K = exp(-gamma ||x - z||^2)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phi is INFINITE-DIMENSIONAL. You can never write it down.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K is three operations.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You are fitting a linear model in a space you never construct.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That is the trick, and it is genuinely remarkable.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An infinite-dimensional feature space, at the cost of a distance and an exponential.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representer theorem is why this is legitimate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 UNDERNEATH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a broad class of regularised problems, the optimal solution is a weighted sum of kernel evaluations at the training points.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solution lives in a space of dimension n — the number of training points — regardless of how high-dimensional the feature space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Infinite features, n parameters.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why an infinite-dimensional model does not automatically overfit: the regularisation and the sample size bound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the cost scales with n, not 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method's strength on wide data and its fatal weakness on large data (Part 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kernels worth knowing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Kernel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Character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x·z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Just a linear model. Try first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RBF / Gaussian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exp(−γ‖x−z‖²)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default. γ sets locality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Polynomial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(x·z + 1)^d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Explicit interactions; numerically awkward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Sigmoid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tanh(κx·z + 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025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always a valid kernel. Rarely used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String, graph, custom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Domain-specific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1052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025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Where kernels still genuinely shine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SVMs stand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SVMs lost 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Training is roughly O(n²) to O(n³)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prediction costs a kernel evaluation per support vector.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Past ~100,000 samples this is impractical.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Boosted trees usually match or beat them on tabular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06) with far less tuning and no scaling requirement.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neural networks took the structured domains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images, audio, text — where kernels were briefly competitive.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remain excellent on small, wide, clean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few thousand samples and many features, which describes a lot of bioinformatics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wherever a custom kernel encodes real domain 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kernels taught the rest of the 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MODULE IS STILL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margin idea became a loss function.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Hinge loss appears throughout deep learning.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representer theorem explains why n-sample methods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high-dimensional spaces at all, which is a question deep learning still wrestles with.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'Make it linear in a transformed space' is the whole strategy of representation learning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deep network's final layer is a linear classifier on learned features (CSCE 636 M05).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difference is where the features come from: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kernel specifies them in advance; a network learns them.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sentence is most of the history of the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SVM picks the separating boundary that maximises distance to the nearest point, and only those nearest points — the support vectors — affect the solution.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soft-margin penalty C is Module 04's regularisation dial in different notation, and it is the inverse of λ.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solution depends on data only through inner products, so a kernel can supply them for a feature space that is never constructed.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representer theorem puts the solution in an n-dimensional space regardless of feature dimension — infinite features, n parameters.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That makes cost scale with sample count rather than feature count, which is the method's strength on wide data and its downfall on large data.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kernel specifies features in advance and a network learns them — which is most of the history of the field in one sentence.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