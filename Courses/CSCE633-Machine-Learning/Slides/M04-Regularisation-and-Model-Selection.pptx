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non-differentiability is the mechanism, not an inconvenience.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lasso instability caveat matters for anyone reading selected features as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the noise demo yourself is what makes this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result is simple, well-established, and widely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Regularisation and Model Selection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Spending capacity carefully, and choosing without cheating.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L2 and L1 regularisation and what each produces.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L1 gives sparsity, geometrically.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cross-validation correctly, including preprocessing.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three-way split and why the test set is spent once.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hyperparameter search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Penalising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penalties, two very different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PENALTIES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Ridge and lasso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Ridge:  J(w) = ‖Xw − y‖² + λ‖w‖²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L2 penalty. Shrinks all coefficients toward zero, none exactly to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Lasso:  J(w) = ‖Xw − y‖² + λ‖w‖₁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L1 penalty. Drives many coefficients exactly to zero — it selects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 → 0 recovers least squares; λ → ∞ gives w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λ is the capacity dial, chosen by cross-validation, never by looking at the test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Ridge has a closed form; lasso does not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because the L1 norm is not differentiable at zero — which is exactly why it produces zeros.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L1 gives sparsity, geometrically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 WORTH SEEING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Think of the penalty as a constraint region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the solution must lie in, with the loss contours expanding until they touch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L2 region is a sphere.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smooth surface — the contact point is almost never on an axis, so no coefficient is exactly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L1 region is a diamond, with corners on the axes.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Expanding contours are disproportionately likely to touch a corner.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corner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 sparse 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other coordinates are exactly zero there.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sparsity comes from the shape of the constraint, which is worth drawing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penalty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Penalty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Produces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L2 (ridge)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Small, spread-out coefficients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weak correlated features. The default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L1 (lasso)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zeros; a selected subset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want to know which features matter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Elastic 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Both; groups of correlated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Correlated features where lasso picks arbitrarily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Early stopping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 shrinkage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Iterative models; costs nothing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Dropout, augmentation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Noise-based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Neural networks (CSCE 636)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Estimating performance without spending the test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Preprocessing must be inside the 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WRONG -- and extremely common.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X_scaled = StandardScaler().fit_transform(X)      # &lt;-- sees ALL data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scores = cross_val_score(model, X_scaled, y, cv=5)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 The scaler learned the mean and std of the VALIDATION rows.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 Information leaked from the held-out fold into the training.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 The score is optimistic, and silently so.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ALSO WRONG, and worse: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X_sel = SelectKBest(k=20).fit_transform(X, y)     # &lt;-- sees ALL 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scores = cross_val_score(model, X_sel, y, cv=5)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 Feature selection used the labels of the held-out rows.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 On pure noise this can produce 80%+ "accuracy".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RIGHT -- the pipeline is the estimator; it is refit per fold.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pipe = Pipeline([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("scale",  StandardScaler()),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("select", SelectKBest(k=20)),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("model",  LogisticRegression()),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])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scores = cross_val_score(pipe, X, y, cv=5)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 RULE: anything that LEARNS from data goes inside the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Feature selection outside the fold can produce strong results on pure noise.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This is a reproducible demonstration and worth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three-way split, and spending the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Training set: fits the parameters. Validation set: chooses the hyperparameters. Test set: estimates performance,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time you look at the test set and then change something, you have used it for selection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its estimate becomes optimistic.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set is spent once, at the end, and the number is reported whatever it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cross-validation the validation set is the folds, and hyperparameter search needs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nested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CV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be unbiased — an outer loop for estimation and an inner one for selection.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Rarely done, and the inner-loop score is therefore usually optimistic.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Searching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Finding the hyperparameters.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Hyperparameter search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Grid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 combination on a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Wasteful — most dimensions do not matter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the space at random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Beats grid at equal budget. Use this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Bayesian / TPE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Model the response surface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per trial; worth it when trials are slow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Successive halving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configs briefly; promote the best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effective for expensive 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Hand tuning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human looks at curves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Underrated; the human sees 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difference is not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reported differences are within the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STATISTICAL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validation score is an estimate with a standard error.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1,000 validation samples, an accuracy near 90% has a standard error of about 1 percentage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90.4% against 89.8% is not a result.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same number measured twice.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the variability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spread across cross-validation folds, or a bootstrap interval — rather than a point estimate.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prefer the simpler model when they tie.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trains faster, explains better, and degrades more predictably.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CSCE 735's 'report the distribution' rule in another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Ridge shrinks all coefficients and lasso drives many to exactly zero, because the L1 constraint region has corners on the axes.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Lasso selects one of a correlated group arbitrarily, which makes its feature selection unstable — elastic net exists for that reason.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Anything that learns from data — scaling, selection, imputation — must go inside the cross-validation fold.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Feature selection performed outside the fold can produce strong apparent accuracy on pure noise.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test set is spent once; looking at it and then changing something converts it into a validation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Random search beats grid search at equal budget, and most reported model differences are within the standard error of the estimate.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