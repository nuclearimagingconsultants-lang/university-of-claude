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in the course is managing the distance between lines 2 and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grouped-data row causes a lot of silently inflated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633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What Learning From Data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Optimising a proxy for a goal, and hoping it transfers.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633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supervised learning problem formally.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i.i.d. assumption and where it fails.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the loss you optimise from the goal you have.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 held-out set is the only honest measurement.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Decide whether a problem needs machine learning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is given, and what is assumed.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Supervised learning, stated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Given (x₁,y₁) … (xₙ,yₙ) drawn i.i.d. from unknown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sample. The distribution D is never observed, only sampled.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Find f minimising  E₍ₓ,ᵧ₎~D [ L(f(x), y)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EXPECTED loss over the true distribution. This is what you want.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You can only compute  (1/n) Σ L(f(xᵢ), yᵢ)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loss on the sample you have. This is what you optimise. The gap between them is the whole subject.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Three lines, and the third one is the problem.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You minimise one quantity and are judged on another.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substitutions, each of which can fail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IS ACTUALLY BEING ASSUMED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sample stands in for the distribution.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Fails if the data was collected in a way that does not match deployment — which is usual.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loss function stands in for the goal.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Squared error is not 'good predictions'; cross-entropy is not 'useful'.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optimise what you can write down.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Past data stands in for future data.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Fails whenever the world changes, and especially when the model's own deployment changes it (Module 13).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machine learning failure is one of these three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naming which one is most of a diagnosis.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i.i.d. assumption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one that is almost never true.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VIOLATIONS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independence and identical distribution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Violation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Consequence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Temporal correlation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Stock prices; sensor streams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Random splits leak the future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Grouped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Several samples per patient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Split by group or you test on training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Selection bias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approved loans have outcomes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model never sees rejections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Covariate shift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Trained on one hospital's scans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Features move; labels do not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Label shift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Disease prevalence changes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Base rates move under you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Feedback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model changes the data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6889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Module 13. The worst case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random split is the wrong default more often than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COMMON EVALUATION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random split assumes every row is independent.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When rows share a patient, a user, a session, or a time period, they are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same entity appears in both training and test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model is rewarded for memorising it rather than generalising.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Split by the unit you will generalise over.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New patients? Split by patient. Future data? Split by time, always forward.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single error inflates reported performance more than any other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it is easy to make and hard to notice,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published results have been retracted over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Loss and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you can write down versus what you want.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optimise the loss; you are judged on the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GAP THAT STAYS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'Predict well' is not a mathematical object.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Squared error, cross-entropy, and hinge loss are, so one of them is chosen as a stand-in.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choice has consequences.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Squared error is dominated by large errors, so it chases outliers; absolute error does not and is harder to optimise.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Asymmetric costs are the common case and the symmetric loss is the default.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missed fraud and a false alarm cost different amounts, and the loss should say so.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write down the cost of each kind of error before choosing a loss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if you cannot, that is worth discovering early rather than after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Whether to use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first question, rarely asked.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BEFORE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Reasons not to use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rule works.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three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if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statements get 95%, ship them — they are debuggable and explainable.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You have no labels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getting them costs more than the problem is worth.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data is small.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Under a few hundred examples, a model mostly fits noise.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You cannot tolerate being wrong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 a way you cannot predict.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Or the cost of being wrong is borne by someone who did not choose this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a reason for care, not necessarily for refusal.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Google's first rule is 'don't be afraid to launch a product without machine learning'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the next few are about heuristics.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baseline is not optional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DISCIPLINE THIS COURSE ENFORCES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Always compute a trivial baseline first: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predict the majority class, or the mean, or last week's value.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surprising number of reported models do not beat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paper or dashboard rarely says so, because nobody computed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baseline also calibrates the problem.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majority class is 94%, then 95% accuracy is one percentage point of actual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baseline comes before the model, is reported beside it, and is the number any claim is relative to.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course in this program has had this rule in some form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CSCE 735's optimised serial baseline is the same idea.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You minimise loss on a sample and are judged on expected loss over a distribution you never see — the gap between them is the whole subject.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Three substitutions are being assumed: sample for distribution, loss for goal, past for future. Every failure is one of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random split assumes every row is independent, which is false for temporal, grouped, and selected data.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Splitting by the wrong unit inflates reported performance more than any other error, and has caused retractions.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loss is chosen because it can be written down, not because it is the goal — and symmetric losses are the default while asymmetric costs are the norm.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Compute a trivial baseline first, report it beside your result, and make every claim relative to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