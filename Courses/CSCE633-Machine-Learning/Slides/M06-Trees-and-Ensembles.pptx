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preprocessing advantage is underrated and explains a lot of their practical dominance.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contrast is the thing to carry away from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high-cardinality bias in Gini importance is a real and widely-unknown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Trees and Ensembles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actually wins on tabular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a decision tree is grown and why it overfits.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bagging and what it reduces.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boosting and what it reduces.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Contrast random forests with gradient boosting.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Interpret feature importance correctly, including its traps.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single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Greedy splitting, and why it alone is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Trees split greedily on the best single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ONE IS GROWN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each node, try every feature and every threshold, and take the split that most reduces impurity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Gini or entropy for classification, variance for regression.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Recurse on each side until a stopping rule fires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minimum samples, maximum depth, or no split improves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fully grown tree fits the training data exactly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generalises badly. Pure high variance (Module 03).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unstable: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changing one training point can change an early split and therefore the entire tree below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instability is exactly what makes averaging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trees are good and bad 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86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at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Bad 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Mixed numeric and categorical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Smooth or linear relationships — approximated by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scaling required at 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Extrapolating outside the training range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Missing values, handled natively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 variance alone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Interactions, found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Diagonal boundaries — axis-aligned splits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Monotonic transforms of features are irrelevant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427939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315968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wide data; many irrelevant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Averaging away the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Bagging reduces variance and leaves bias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 many trees on bootstrap samples and average their predictions.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Averaging n independent estimates divides the variance by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trees are not independent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see overlapping data and will use the same strong features.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random forests also sample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features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at each split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decorrelates the trees and is the key addition over plain bagging.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out-of-bag samples give a free validation estimate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each tree omits about a third of the data, so every point can be scored by the trees that did not see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Fitting the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Gradient boosting, and its difference from bagging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BAGGING: many deep trees, in PARALLEL, averaged.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each tree is a full model; averaging cancels their variance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BOOSTING: many SHALLOW trees, in SEQUENCE, summed.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F_0 = a constant (the mean)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for m = 1 .. M: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r = negative gradient of the loss at F_{m-1}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(for squared loss this is just the residual)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fit a shallow tree h_m to 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F_m = F_{m-1} + eta * h_m        &lt;- eta is the LEARNING RATE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Each tree corrects what the ensemble so far got wrong.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Summing weak learners REDUCES BIAS.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Bagging averages strong learners and REDUCES VARIANCE.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THREE KNOBS, which interact: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n_estimators   more trees -&gt; lower bias, eventual overfit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learning_rate  smaller -&gt; needs more trees, generalises better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max_depth      3-8 typically. Deep trees in boosting overfit fast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Lower the learning rate and raise the tree count together.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This is the single most reliable tuning move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Bagging reduces variance; boosting reduces bias.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They are not two flavours of the same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gradient-boosted trees win on tabular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EMPIRICAL RESULT, WITH REASONS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Tabular features are heterogeneous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different units, different scales, mixed types. Trees handle that natively; networks need it engineered away.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Relationships are often piecewise and non-smooth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thresholds, categories, step changes. Trees represent those exactly; smooth function approximators do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Datasets are small by deep learning standards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boosting is extremely sample-efficient.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there is no useful inductive bias to exploit.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Convolution assumes spatial locality and attention assumes sequence structure;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spreadsheet has neither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architectural advantage disappears.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Feature importance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number everyone reports and few interpret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measure it, and what each is wrong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measures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trap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Impurity (Gini)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Total impurity reduction from splits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Biased toward high-cardinality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Permutation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Drop in score when a feature is shuffled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Correlated features share credit, so both look weak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Per-prediction contribution, additively fair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Expensive; still correlation, not cause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Importance is about the model, not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INTERPRETATION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Feature importance says what the model used.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does not say what causes the outcome.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proxy will look important.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postcode predicts income and income causes the outcome, postcode scores highly — and intervening on postcode does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correlated features split the credit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two features carrying the same signal both look half as important as either really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importance is a debugging tool, not a finding.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it to spot leakage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implausibly dominant feature is usually leakage (Module 12)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not to make claims about the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tree splits greedily on the best single question, fits the training data exactly, and is unstable — and that instability is what makes averaging work.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Trees need no scaling, handle missing values natively, and find interactions automatically, which is most of their practical advantage.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Bagging averages strong learners to reduce variance; random forests add feature subsampling to decorrelate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Boosting sums shallow learners in sequence to reduce bias — it is not a variant of bagging but the opposite mechanism.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Lowering the learning rate while raising the tree count is the single most reliable boosting tuning move.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Feature importance describes the model, not the world; a proxy looks important and correlated features split the credit.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