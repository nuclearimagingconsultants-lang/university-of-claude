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'which error costs what' framing is how to choose.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Constrained metrics map to real deployments better than aggregate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oversample-before-split error is extremely common and produces spectacular fake scores.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633 —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Evaluation and Metrics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Choosing the number you will be judged by.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633 · Module 05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Read a confusion matrix and derive the metrics from 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between precision, recall, F1, and the curves.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ROC misleads under heavy imbalance.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Measure and interpret calibration.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a metric from the costs of the errors.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confusion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Everything else is derived from four numbers.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633 · Machine Learning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DEFINITIONS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Four cells, and what comes out of them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           PREDICTED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         positive  negative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ACTUAL  pos  |    TP    |    FN    |   &lt;- FN: the miss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  neg  |    FP    |    TN    |   &lt;- FP: the false alarm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precision = TP / (TP + FP)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"of the things I flagged, how many were real?"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-&gt; the cost of a FALSE ALARM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recall    = TP / (TP + FN)          (= sensitivity, TPR)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"of the real things, how many did I find?"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-&gt; the cost of a MISS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F1        = harmonic mean of the two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-&gt; only when the two costs are genuinely comparable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specificity = TN / (TN + FP)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"of the negatives, how many did I correctly pass?"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ACCURACY = (TP + TN) / everything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-&gt; meaningless under imbalance. A model predicting "negative"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always gets 99% accuracy on a 99%-negative dataset, and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has recall of ZERO.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Precision and recall ask different questions and trade against each other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the threshold moves you along the curve between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Accuracy is the wrong default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FIRST THING TO STOP USING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Accuracy weights every error equally and assumes balanced classes.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Both assumptions are usually false.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On a 99%-negative dataset, predicting 'negative' always scores 99%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a model doing that has learned nothing and found nothing.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Yet it is the default metric nearly everywhere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 is what gets reported in a summary.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report the confusion matrix, not a scalar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if a scalar is required, choose it from the costs (Module 01 §3) rather than from convention.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Curves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Performance across all thresholds.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633 · Machine Learning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ROC is optimistic under heavy imbalance; use PR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DISTINCTION THAT MATTERS MOST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ROC plots true positive rate against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false positive rate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FPR has the number of negatives in its denominator.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when negatives vastly outnumber positives, a large absolute number of false positives is still a tiny FPR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ROC curve looks excellent.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precision–recall curve uses precision, whose denominator is the predictions you actually made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those same false positives dominate it, visibly.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At 1% positives, a model with an AUC of 0.95 can have precision near 10%.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Report PR for imbalanced problems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ROC only when the classes are comparable.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Which metric, for which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9260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Situation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493008" y="1901952"/>
            <a:ext cx="31089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2736" y="19568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01968" y="1901952"/>
            <a:ext cx="5029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11696" y="1956816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Balanced, equal costs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93008" y="2377440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24140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Accuracy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1968" y="2377440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11696" y="2414016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The one case it is honest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Rare positives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93008" y="2852928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02736" y="2889504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 curve, average precision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8" y="2852928"/>
            <a:ext cx="5029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11696" y="2889504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ROC flatters; PR does not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Misses are costly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93008" y="3328416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02736" y="3364992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Recall at a precision floor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01968" y="3328416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11696" y="3364992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Screening, safety, fraud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False alarms are costly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93008" y="3803904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02736" y="3840480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Precision at a recall floor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01968" y="3803904"/>
            <a:ext cx="5029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11696" y="3840480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Alerting; anything a human reviews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Probabilities are used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93008" y="4279392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02736" y="4315968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Log loss, Brier, calibration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01968" y="4279392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11696" y="4315968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Discrimination is not enough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Ranking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93008" y="4754879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02736" y="4791455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NDCG, MAP, MRR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01968" y="4754879"/>
            <a:ext cx="5029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11696" y="4791455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Order matters more than threshold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5230367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6656" y="5266943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Regression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93008" y="5230367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02736" y="5266943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MAE vs RMSE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01968" y="5230367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11696" y="5266943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RMSE punishes outliers; MAE does not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Calibration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Do the probabilities mean anything?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633 · Machine Learning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Discrimination and calibration are different properties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DISTINCTION PEOPLE MISS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Discrimination: does the model rank positives above negatives?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AUC measures this.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Calibration: when it says 0.7, are 70% of those actually positive?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reliability diagram measures this.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model can discriminate perfectly and be badly calibrated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monotonically transform every probability and the ranking is unchanged while the numbers become nonsense.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any downstream decision uses the probability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expected value, a cost threshold, combining with another model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calibration is what you need and AUC does not measure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CALIBRATION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Measuring and fixing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Reliability diagram: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bin predictions, plot observed frequency against mean predicted probability. The diagonal is perfect.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Brier score and log loss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are proper scoring rules — they are minimised by the true probabilities, so they reward calibration and discrimination together.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Platt scaling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fit a logistic regression on the scores, on held-out data.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Isotonic regression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nonparametric, more flexible, needs more data.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fit the calibrator on data the model did not train 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or you have calibrated to the training set.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Modern neural networks are badly calibrated and systematically overconfident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which surprised the field when it was measured.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Imbalance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to do, and what not 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633 · Machine Learning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IMBALANCE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Responses to class imbalance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6517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Approach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1868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2841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Effect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59168" y="1901952"/>
            <a:ext cx="4572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68896" y="19568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Caution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Move the threshold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1868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2841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Trades precision for recall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59168" y="2377440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68896" y="24140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Free, reversible. Try this first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Class weights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1868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Reweights the loss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59168" y="2852928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68896" y="2889504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Usually enough; no data is invented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Undersample majority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1868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2841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Balances; discards data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59168" y="3328416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68896" y="3364992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Throws away real information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Oversample minority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18688" y="3803904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28416" y="3840480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Duplicates; encourages memorising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59168" y="3803904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68896" y="3840480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And breaks CV if done before splitting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SMOTE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18688" y="427939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28416" y="4315968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Synthesises interpolated minority points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59168" y="4279392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68896" y="4315968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Invents data; evidence is mixed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Collect more positives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18688" y="4754879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28416" y="4791455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real fix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59168" y="4754879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68896" y="4791455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Usually expensive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Threshold first, resampling last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PRACTICAL ORDERING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probabilistic model trained on imbalanced data is frequently fine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it just needs a threshold other than 0.5.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move the threshold and look at the PR curve before touching the data.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 costs nothing and is reversible.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Then class weights, which reweight the loss without inventing or discarding anything.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Resampling last, and inside the fold.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great deal of reported SMOTE improvement is leakage from resampling before splitting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published evidence for it on properly-evaluated problems is genuinely mixed.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Every classification metric is derived from four confusion matrix cells; precision asks the cost of a false alarm and recall the cost of a miss.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Accuracy assumes balanced classes and equal costs, both usually false — a 99%-negative dataset gives 99% accuracy for predicting nothing.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ROC's false positive rate is diluted by a large negative class, so under heavy imbalance it flatters; use the precision–recall curve.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Discrimination and calibration are different: a model can rank perfectly and still have meaningless probabilities.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Modern neural networks are systematically overconfident, which was discovered by measurement.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For imbalance, move the threshold first, then class weights, and resample last — inside the fold.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633 · Machine Learning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